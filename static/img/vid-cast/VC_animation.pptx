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8F531-21A2-69EE-FACF-D4AA1AE120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5FC99D-9557-0404-4D4B-A4A9B070C1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DD59B-945A-5D97-FE27-D2FF81BF4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5DF11-6F91-4901-B02F-F447CF9E3633}" type="datetimeFigureOut">
              <a:rPr lang="en-IN" smtClean="0"/>
              <a:t>15-08-2023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5573B-10FB-FFBE-816D-5E7429429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60633-2883-9AAD-A4CC-566CA4185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5089-8CE2-4701-8ACA-98B17536C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998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66C6F-9173-3246-1EF0-16B35080D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EC5EE-002F-18B6-2D19-910C4E33C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7EDB3-51F4-202E-61BB-92E8922A4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5DF11-6F91-4901-B02F-F447CF9E3633}" type="datetimeFigureOut">
              <a:rPr lang="en-IN" smtClean="0"/>
              <a:t>15-08-2023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406EB-4C21-51FF-DFEE-5567B21A9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725E8-D3F9-4081-5E55-22485192C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5089-8CE2-4701-8ACA-98B17536C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039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DEEE7-76EC-F292-3CAC-B1DAEFE59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BCBE4-23BC-B920-3716-F2DBCA61A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95D8D-01CE-0078-C0A6-9C816EA0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5DF11-6F91-4901-B02F-F447CF9E3633}" type="datetimeFigureOut">
              <a:rPr lang="en-IN" smtClean="0"/>
              <a:t>15-08-2023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58DBA-DE81-2F0D-68F0-6CAB911D1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38140-C8E1-9A52-1D3D-81D3498F6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5089-8CE2-4701-8ACA-98B17536C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208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EC779-FC26-0D7C-F559-0118300E0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0567-59B2-E236-8816-A3580E4976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5AC12-2DFC-0966-DD35-17D0AE5A7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4C627-8689-D8F2-E388-D0F51B390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5DF11-6F91-4901-B02F-F447CF9E3633}" type="datetimeFigureOut">
              <a:rPr lang="en-IN" smtClean="0"/>
              <a:t>15-08-2023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EF32B-FF53-697C-4C33-09FCDC62F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0909A-F47E-3FEE-990C-583B4E77F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5089-8CE2-4701-8ACA-98B17536C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21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98777-FE62-546C-8A80-3C5B6D442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CED1E0-70E8-398A-4774-E1494F1FA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C6B19D-7D2E-D301-E23C-75E9223B3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6622CD-C82F-1BE5-D2A3-36A8E08DD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4B522F-4822-651A-4506-40B2AB37D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08DF35-7E9F-C80B-330A-999A00DD3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5DF11-6F91-4901-B02F-F447CF9E3633}" type="datetimeFigureOut">
              <a:rPr lang="en-IN" smtClean="0"/>
              <a:t>15-08-2023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5BB673-1683-F165-8975-5BF3F4889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966247-0022-7351-E169-02AD2AC8B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5089-8CE2-4701-8ACA-98B17536C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615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EC2EF-5514-0AD6-091A-4875A5930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6375C3-33F9-B9EA-F4D3-54CCC827B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5DF11-6F91-4901-B02F-F447CF9E3633}" type="datetimeFigureOut">
              <a:rPr lang="en-IN" smtClean="0"/>
              <a:t>15-08-2023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788187-2F44-348B-A2F4-8B00BEB84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856D18-4356-710A-CF17-845BA99D4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5089-8CE2-4701-8ACA-98B17536C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696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0BB42B-AE30-CC82-1D9D-212C497C2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5DF11-6F91-4901-B02F-F447CF9E3633}" type="datetimeFigureOut">
              <a:rPr lang="en-IN" smtClean="0"/>
              <a:t>15-08-2023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ADC824-8DF4-823A-D61B-5D4812EF4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8F12F-4F07-5E9D-A4C9-FB3D44AD5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5089-8CE2-4701-8ACA-98B17536C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276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AD054-E011-4CA1-3E94-3AEAAF98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26297-9288-8B48-C858-D29A9A325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9470AE-5619-8974-A396-06DC320E5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E2B5D-804B-98C0-E15F-4074D167F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5DF11-6F91-4901-B02F-F447CF9E3633}" type="datetimeFigureOut">
              <a:rPr lang="en-IN" smtClean="0"/>
              <a:t>15-08-2023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BB5467-B404-FBA8-96B4-B5AFE1C38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BF8CCD-916A-DF7C-57F3-71D9E1E28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5089-8CE2-4701-8ACA-98B17536C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927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73BB7-5947-CA55-C48D-903C9A7CE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C039DC-CABE-F940-2D4B-DB445E1D46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32509-D498-DC53-87A1-C068A1798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45AEA-3455-0311-F22F-7B74B31EB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5DF11-6F91-4901-B02F-F447CF9E3633}" type="datetimeFigureOut">
              <a:rPr lang="en-IN" smtClean="0"/>
              <a:t>15-08-2023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BC118E-EDC9-0781-DAA7-D08AA0F31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434023-02D2-53AD-4D57-2C5DD6A8E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5089-8CE2-4701-8ACA-98B17536C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556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D517A-CE10-BD39-AE1A-500DA9650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D66217-5569-275F-83C6-2FA599609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E5739-EE70-190C-BF86-D24B1EBD6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5DF11-6F91-4901-B02F-F447CF9E3633}" type="datetimeFigureOut">
              <a:rPr lang="en-IN" smtClean="0"/>
              <a:t>15-08-2023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B2076-9DD9-BED7-76FB-2F2F5ACA9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1CC76-A3CE-104C-A244-066AC4796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5089-8CE2-4701-8ACA-98B17536C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933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DD4D24-9858-74DE-FFB6-C4DFD19B92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3E83D8-294E-4BA2-2B2C-F276F9A13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A0B41-835A-BE28-237D-61ADD223D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5DF11-6F91-4901-B02F-F447CF9E3633}" type="datetimeFigureOut">
              <a:rPr lang="en-IN" smtClean="0"/>
              <a:t>15-08-2023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22281-DC08-C275-66A9-CA30505C4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0A42A-E722-5E20-DD96-FB3E92CC2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5089-8CE2-4701-8ACA-98B17536C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252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66DE07-BC81-6DEF-ED46-458BB2447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DC007-D093-5DA8-0ADC-553A01617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4917E-576E-6BB9-D8D1-5A9B10F44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C5DF11-6F91-4901-B02F-F447CF9E3633}" type="datetimeFigureOut">
              <a:rPr lang="en-IN" smtClean="0"/>
              <a:t>15-08-2023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6399E-B08C-8641-5045-B7B47FBA0C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600B2-152D-4170-019A-D0FB1BC41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F45089-8CE2-4701-8ACA-98B17536C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529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imulation_Clip2">
            <a:hlinkClick r:id="" action="ppaction://media"/>
            <a:extLst>
              <a:ext uri="{FF2B5EF4-FFF2-40B4-BE49-F238E27FC236}">
                <a16:creationId xmlns:a16="http://schemas.microsoft.com/office/drawing/2014/main" id="{9757C5B0-61C8-D4D0-E0A8-8DBEAD9AFE2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11496" y="1397492"/>
            <a:ext cx="9152247" cy="52004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F89D9F-CA48-CF41-ADD4-12658E47D76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17" t="23287" r="1145" b="17150"/>
          <a:stretch/>
        </p:blipFill>
        <p:spPr>
          <a:xfrm>
            <a:off x="1711495" y="0"/>
            <a:ext cx="9152247" cy="12797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A684760-28B0-9EE1-4C3C-B271EC18A6AB}"/>
              </a:ext>
            </a:extLst>
          </p:cNvPr>
          <p:cNvSpPr/>
          <p:nvPr/>
        </p:nvSpPr>
        <p:spPr>
          <a:xfrm>
            <a:off x="5897089" y="0"/>
            <a:ext cx="1329320" cy="1220940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8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CED9F47-6948-2415-26B0-EA32D5EA32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0957" y="1471099"/>
            <a:ext cx="952633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179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2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Nithish K Gnani</dc:creator>
  <cp:lastModifiedBy>Nithish K Gnani</cp:lastModifiedBy>
  <cp:revision>2</cp:revision>
  <dcterms:created xsi:type="dcterms:W3CDTF">2023-08-15T08:21:58Z</dcterms:created>
  <dcterms:modified xsi:type="dcterms:W3CDTF">2023-08-15T09:08:39Z</dcterms:modified>
</cp:coreProperties>
</file>