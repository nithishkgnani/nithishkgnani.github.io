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2438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-10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D90AD-7309-45EC-AB9D-DFFCA75AFCD9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BEE-AFEB-476F-A262-826DA28E0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00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D90AD-7309-45EC-AB9D-DFFCA75AFCD9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BEE-AFEB-476F-A262-826DA28E0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0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D90AD-7309-45EC-AB9D-DFFCA75AFCD9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BEE-AFEB-476F-A262-826DA28E0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D90AD-7309-45EC-AB9D-DFFCA75AFCD9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BEE-AFEB-476F-A262-826DA28E0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9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D90AD-7309-45EC-AB9D-DFFCA75AFCD9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BEE-AFEB-476F-A262-826DA28E0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72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D90AD-7309-45EC-AB9D-DFFCA75AFCD9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BEE-AFEB-476F-A262-826DA28E0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D90AD-7309-45EC-AB9D-DFFCA75AFCD9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BEE-AFEB-476F-A262-826DA28E0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20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D90AD-7309-45EC-AB9D-DFFCA75AFCD9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BEE-AFEB-476F-A262-826DA28E0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39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D90AD-7309-45EC-AB9D-DFFCA75AFCD9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BEE-AFEB-476F-A262-826DA28E0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93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D90AD-7309-45EC-AB9D-DFFCA75AFCD9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BEE-AFEB-476F-A262-826DA28E0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8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D90AD-7309-45EC-AB9D-DFFCA75AFCD9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BEE-AFEB-476F-A262-826DA28E0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69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D90AD-7309-45EC-AB9D-DFFCA75AFCD9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B6BEE-AFEB-476F-A262-826DA28E0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7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26">
            <a:extLst>
              <a:ext uri="{FF2B5EF4-FFF2-40B4-BE49-F238E27FC236}">
                <a16:creationId xmlns:a16="http://schemas.microsoft.com/office/drawing/2014/main" id="{C6C756C0-7A87-13DA-E8C9-CB82F07A3A7A}"/>
              </a:ext>
            </a:extLst>
          </p:cNvPr>
          <p:cNvSpPr/>
          <p:nvPr/>
        </p:nvSpPr>
        <p:spPr>
          <a:xfrm>
            <a:off x="5287671" y="2676525"/>
            <a:ext cx="13818127" cy="6473840"/>
          </a:xfrm>
          <a:prstGeom prst="rect">
            <a:avLst/>
          </a:prstGeom>
          <a:solidFill>
            <a:schemeClr val="bg1">
              <a:alpha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3000" b="1" dirty="0">
              <a:solidFill>
                <a:schemeClr val="tx1"/>
              </a:solidFill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52623FE-62A9-B2BA-8DF9-2F8E481F42F4}"/>
              </a:ext>
            </a:extLst>
          </p:cNvPr>
          <p:cNvGrpSpPr/>
          <p:nvPr/>
        </p:nvGrpSpPr>
        <p:grpSpPr>
          <a:xfrm>
            <a:off x="8237167" y="2937125"/>
            <a:ext cx="2314974" cy="1445014"/>
            <a:chOff x="2943121" y="2788038"/>
            <a:chExt cx="1495634" cy="933580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DED3C8A1-0F6B-0F9C-9FDB-01E16C2F3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3121" y="2788038"/>
              <a:ext cx="1495634" cy="933580"/>
            </a:xfrm>
            <a:prstGeom prst="rect">
              <a:avLst/>
            </a:prstGeom>
          </p:spPr>
        </p:pic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002A3A2-151A-BA03-FD7D-1682BBA7F9D9}"/>
                </a:ext>
              </a:extLst>
            </p:cNvPr>
            <p:cNvSpPr/>
            <p:nvPr/>
          </p:nvSpPr>
          <p:spPr>
            <a:xfrm>
              <a:off x="3952213" y="3197186"/>
              <a:ext cx="423861" cy="1238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b="1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2B95CF9-22E6-700F-B50B-79392084905C}"/>
                </a:ext>
              </a:extLst>
            </p:cNvPr>
            <p:cNvSpPr/>
            <p:nvPr/>
          </p:nvSpPr>
          <p:spPr>
            <a:xfrm>
              <a:off x="3952213" y="3360534"/>
              <a:ext cx="423861" cy="1238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b="1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43283FE-DCBF-EBB4-CC80-E960CA5EDA1F}"/>
              </a:ext>
            </a:extLst>
          </p:cNvPr>
          <p:cNvGrpSpPr/>
          <p:nvPr/>
        </p:nvGrpSpPr>
        <p:grpSpPr>
          <a:xfrm>
            <a:off x="13928086" y="2959332"/>
            <a:ext cx="2314973" cy="1445014"/>
            <a:chOff x="7265847" y="2790495"/>
            <a:chExt cx="1495633" cy="933583"/>
          </a:xfrm>
        </p:grpSpPr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A1B6D1C1-46BD-9039-7AD5-C043A197F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265847" y="2790495"/>
              <a:ext cx="1495633" cy="933583"/>
            </a:xfrm>
            <a:prstGeom prst="rect">
              <a:avLst/>
            </a:prstGeom>
          </p:spPr>
        </p:pic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479571A-14F9-E08A-E0A8-BD54526AF50D}"/>
                </a:ext>
              </a:extLst>
            </p:cNvPr>
            <p:cNvSpPr/>
            <p:nvPr/>
          </p:nvSpPr>
          <p:spPr>
            <a:xfrm>
              <a:off x="7324529" y="3197192"/>
              <a:ext cx="423861" cy="1238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b="1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4CC37F4-C818-81AF-3BC2-11B478E39E11}"/>
                </a:ext>
              </a:extLst>
            </p:cNvPr>
            <p:cNvSpPr/>
            <p:nvPr/>
          </p:nvSpPr>
          <p:spPr>
            <a:xfrm>
              <a:off x="7324534" y="3360533"/>
              <a:ext cx="423861" cy="1238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b="1"/>
            </a:p>
          </p:txBody>
        </p:sp>
      </p:grp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4F1C261F-9418-4E0D-1953-C32130F93021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10455124" y="3919076"/>
            <a:ext cx="961413" cy="52423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F3056B6C-8F16-CD12-3545-7FE48C71B869}"/>
              </a:ext>
            </a:extLst>
          </p:cNvPr>
          <p:cNvCxnSpPr>
            <a:cxnSpLocks/>
            <a:stCxn id="70" idx="1"/>
          </p:cNvCxnSpPr>
          <p:nvPr/>
        </p:nvCxnSpPr>
        <p:spPr>
          <a:xfrm rot="10800000" flipV="1">
            <a:off x="13063693" y="3937492"/>
            <a:ext cx="955222" cy="48692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89B80F12-B714-CEAB-D588-F9C40EB9489F}"/>
              </a:ext>
            </a:extLst>
          </p:cNvPr>
          <p:cNvCxnSpPr>
            <a:cxnSpLocks/>
            <a:stCxn id="65" idx="3"/>
            <a:endCxn id="91" idx="0"/>
          </p:cNvCxnSpPr>
          <p:nvPr/>
        </p:nvCxnSpPr>
        <p:spPr>
          <a:xfrm flipH="1">
            <a:off x="6282457" y="3666243"/>
            <a:ext cx="4172665" cy="2467263"/>
          </a:xfrm>
          <a:prstGeom prst="bentConnector4">
            <a:avLst>
              <a:gd name="adj1" fmla="val -5479"/>
              <a:gd name="adj2" fmla="val -37679"/>
            </a:avLst>
          </a:prstGeom>
          <a:ln w="28575">
            <a:solidFill>
              <a:schemeClr val="tx1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71AC604-4F82-1FF6-C025-E336FD265994}"/>
              </a:ext>
            </a:extLst>
          </p:cNvPr>
          <p:cNvCxnSpPr>
            <a:cxnSpLocks/>
            <a:stCxn id="69" idx="1"/>
            <a:endCxn id="61" idx="0"/>
          </p:cNvCxnSpPr>
          <p:nvPr/>
        </p:nvCxnSpPr>
        <p:spPr>
          <a:xfrm rot="10800000" flipH="1" flipV="1">
            <a:off x="14018914" y="3684652"/>
            <a:ext cx="4068811" cy="2515353"/>
          </a:xfrm>
          <a:prstGeom prst="bentConnector4">
            <a:avLst>
              <a:gd name="adj1" fmla="val -5618"/>
              <a:gd name="adj2" fmla="val -36380"/>
            </a:avLst>
          </a:prstGeom>
          <a:ln w="28575">
            <a:solidFill>
              <a:schemeClr val="tx1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EB442164-9E5F-79E2-21DF-A095068E8DA6}"/>
              </a:ext>
            </a:extLst>
          </p:cNvPr>
          <p:cNvSpPr/>
          <p:nvPr/>
        </p:nvSpPr>
        <p:spPr>
          <a:xfrm>
            <a:off x="14020064" y="4304748"/>
            <a:ext cx="2333449" cy="48480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 dirty="0">
                <a:solidFill>
                  <a:schemeClr val="tx1"/>
                </a:solidFill>
              </a:rPr>
              <a:t>Edge Switch 2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06B61FC-024A-2227-9D7E-673ABE123EE5}"/>
              </a:ext>
            </a:extLst>
          </p:cNvPr>
          <p:cNvSpPr/>
          <p:nvPr/>
        </p:nvSpPr>
        <p:spPr>
          <a:xfrm>
            <a:off x="8091794" y="4272561"/>
            <a:ext cx="2350902" cy="48480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 dirty="0">
                <a:solidFill>
                  <a:schemeClr val="tx1"/>
                </a:solidFill>
              </a:rPr>
              <a:t>Edge Switch 1</a:t>
            </a:r>
          </a:p>
        </p:txBody>
      </p:sp>
      <p:sp>
        <p:nvSpPr>
          <p:cNvPr id="78" name="Cloud 77">
            <a:extLst>
              <a:ext uri="{FF2B5EF4-FFF2-40B4-BE49-F238E27FC236}">
                <a16:creationId xmlns:a16="http://schemas.microsoft.com/office/drawing/2014/main" id="{FB5C10EF-6F61-402A-210B-45362E8A4E3F}"/>
              </a:ext>
            </a:extLst>
          </p:cNvPr>
          <p:cNvSpPr/>
          <p:nvPr/>
        </p:nvSpPr>
        <p:spPr>
          <a:xfrm>
            <a:off x="11081915" y="4111788"/>
            <a:ext cx="2213201" cy="1509000"/>
          </a:xfrm>
          <a:prstGeom prst="cloud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 dirty="0">
                <a:solidFill>
                  <a:schemeClr val="tx1"/>
                </a:solidFill>
              </a:rPr>
              <a:t>Network</a:t>
            </a:r>
            <a:endParaRPr lang="en-IN" sz="3000" b="1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89D5F86-0A3E-DCB9-23C2-53C9BF41DFA5}"/>
              </a:ext>
            </a:extLst>
          </p:cNvPr>
          <p:cNvSpPr/>
          <p:nvPr/>
        </p:nvSpPr>
        <p:spPr>
          <a:xfrm>
            <a:off x="7448234" y="2937125"/>
            <a:ext cx="9487533" cy="2697517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3000" b="1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715EC90-F52A-9362-BC48-2D476A69F0D5}"/>
              </a:ext>
            </a:extLst>
          </p:cNvPr>
          <p:cNvSpPr/>
          <p:nvPr/>
        </p:nvSpPr>
        <p:spPr>
          <a:xfrm>
            <a:off x="7864181" y="4805651"/>
            <a:ext cx="2871676" cy="45718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</a:rPr>
              <a:t>tremor suppression</a:t>
            </a:r>
            <a:endParaRPr lang="en-US" sz="2800" i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431DD33-DF0E-EA4B-A3E6-3B922407E2E7}"/>
              </a:ext>
            </a:extLst>
          </p:cNvPr>
          <p:cNvSpPr/>
          <p:nvPr/>
        </p:nvSpPr>
        <p:spPr>
          <a:xfrm>
            <a:off x="13824890" y="4837173"/>
            <a:ext cx="2722213" cy="36783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  <a:latin typeface="Calibri"/>
                <a:cs typeface="Calibri"/>
              </a:rPr>
              <a:t>grip monitoring &amp;</a:t>
            </a:r>
            <a:endParaRPr lang="en-US" sz="2800" i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6271759-D194-9134-CC79-E01187C70B53}"/>
              </a:ext>
            </a:extLst>
          </p:cNvPr>
          <p:cNvSpPr/>
          <p:nvPr/>
        </p:nvSpPr>
        <p:spPr>
          <a:xfrm>
            <a:off x="14003441" y="5244999"/>
            <a:ext cx="2535514" cy="35150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  <a:latin typeface="Calibri"/>
                <a:cs typeface="Calibri"/>
              </a:rPr>
              <a:t>pose correction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6CD5C0-FF5C-E6A6-32D6-FC546B9E9B2D}"/>
              </a:ext>
            </a:extLst>
          </p:cNvPr>
          <p:cNvSpPr/>
          <p:nvPr/>
        </p:nvSpPr>
        <p:spPr>
          <a:xfrm>
            <a:off x="5278202" y="5791085"/>
            <a:ext cx="6055512" cy="3365874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 anchorCtr="0"/>
          <a:lstStyle/>
          <a:p>
            <a:pPr algn="ctr"/>
            <a:endParaRPr lang="en-US" sz="3000" b="1" dirty="0">
              <a:solidFill>
                <a:schemeClr val="tx1"/>
              </a:solidFill>
              <a:cs typeface="Calibri"/>
            </a:endParaRPr>
          </a:p>
        </p:txBody>
      </p:sp>
      <p:pic>
        <p:nvPicPr>
          <p:cNvPr id="90" name="Picture 3" descr="A picture containing person, indoor, hand, automaton&#10;&#10;Description automatically generated">
            <a:extLst>
              <a:ext uri="{FF2B5EF4-FFF2-40B4-BE49-F238E27FC236}">
                <a16:creationId xmlns:a16="http://schemas.microsoft.com/office/drawing/2014/main" id="{EF9EC5BF-1136-C8EE-DBF1-D4D10B19D6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25" t="6383" r="9091" b="30213"/>
          <a:stretch/>
        </p:blipFill>
        <p:spPr>
          <a:xfrm>
            <a:off x="7490220" y="6173561"/>
            <a:ext cx="3323957" cy="1603734"/>
          </a:xfrm>
          <a:prstGeom prst="rect">
            <a:avLst/>
          </a:prstGeom>
          <a:blipFill dpi="0" rotWithShape="0">
            <a:blip r:embed="rId4">
              <a:alphaModFix amt="70000"/>
            </a:blip>
            <a:srcRect/>
            <a:tile tx="0" ty="0" sx="50000" sy="50000" flip="none" algn="tl"/>
          </a:blipFill>
          <a:ln>
            <a:solidFill>
              <a:schemeClr val="tx1"/>
            </a:solidFill>
          </a:ln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09F9A3B5-16C2-685B-AF69-77AB26B910C6}"/>
              </a:ext>
            </a:extLst>
          </p:cNvPr>
          <p:cNvSpPr/>
          <p:nvPr/>
        </p:nvSpPr>
        <p:spPr>
          <a:xfrm>
            <a:off x="5348215" y="6133506"/>
            <a:ext cx="1868484" cy="934242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 anchorCtr="0"/>
          <a:lstStyle/>
          <a:p>
            <a:pPr algn="ctr"/>
            <a:r>
              <a:rPr lang="en-US" sz="3000" b="1" dirty="0">
                <a:solidFill>
                  <a:schemeClr val="tx1"/>
                </a:solidFill>
                <a:cs typeface="Calibri"/>
              </a:rPr>
              <a:t>Host 1</a:t>
            </a:r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28D7A50C-230A-B66B-B509-C2376EB12191}"/>
              </a:ext>
            </a:extLst>
          </p:cNvPr>
          <p:cNvCxnSpPr>
            <a:cxnSpLocks/>
            <a:stCxn id="91" idx="3"/>
            <a:endCxn id="90" idx="1"/>
          </p:cNvCxnSpPr>
          <p:nvPr/>
        </p:nvCxnSpPr>
        <p:spPr>
          <a:xfrm>
            <a:off x="7216699" y="6600627"/>
            <a:ext cx="273521" cy="37480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400EEBF-41E3-46B9-2F91-C8A3CD35DAFF}"/>
              </a:ext>
            </a:extLst>
          </p:cNvPr>
          <p:cNvSpPr txBox="1"/>
          <p:nvPr/>
        </p:nvSpPr>
        <p:spPr>
          <a:xfrm>
            <a:off x="7490219" y="7850447"/>
            <a:ext cx="3323957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 dirty="0">
                <a:latin typeface="Calibri" panose="020F0502020204030204"/>
              </a:rPr>
              <a:t>Haptic Device</a:t>
            </a:r>
          </a:p>
          <a:p>
            <a:pPr algn="ctr"/>
            <a:r>
              <a:rPr lang="en-US" sz="2800" dirty="0">
                <a:ea typeface="+mn-lt"/>
                <a:cs typeface="+mn-lt"/>
              </a:rPr>
              <a:t>(Human operated)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BE4852D-6DA2-B40B-BE48-1AA7257AA836}"/>
              </a:ext>
            </a:extLst>
          </p:cNvPr>
          <p:cNvSpPr/>
          <p:nvPr/>
        </p:nvSpPr>
        <p:spPr>
          <a:xfrm>
            <a:off x="13065279" y="5784491"/>
            <a:ext cx="6055512" cy="3365874"/>
          </a:xfrm>
          <a:prstGeom prst="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 anchorCtr="0"/>
          <a:lstStyle/>
          <a:p>
            <a:pPr algn="ctr"/>
            <a:endParaRPr lang="en-US" sz="3000" b="1" dirty="0">
              <a:solidFill>
                <a:schemeClr val="tx1"/>
              </a:solidFill>
              <a:cs typeface="Calibri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B68D52B2-B258-B716-98BA-C30A8D9015A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" t="5064" b="3971"/>
          <a:stretch/>
        </p:blipFill>
        <p:spPr>
          <a:xfrm flipH="1">
            <a:off x="13179889" y="5786362"/>
            <a:ext cx="3636984" cy="3365872"/>
          </a:xfrm>
          <a:prstGeom prst="rect">
            <a:avLst/>
          </a:prstGeom>
          <a:blipFill dpi="0" rotWithShape="0">
            <a:blip r:embed="rId4">
              <a:alphaModFix amt="60000"/>
            </a:blip>
            <a:srcRect/>
            <a:tile tx="0" ty="0" sx="50000" sy="50000" flip="none" algn="tl"/>
          </a:blipFill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31C525ED-0BC8-8B35-4BC7-97CD1096BA5E}"/>
              </a:ext>
            </a:extLst>
          </p:cNvPr>
          <p:cNvSpPr/>
          <p:nvPr/>
        </p:nvSpPr>
        <p:spPr>
          <a:xfrm>
            <a:off x="16093035" y="7922360"/>
            <a:ext cx="628418" cy="568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D40090E-6B9F-C13C-46C0-AA98D0233A3B}"/>
              </a:ext>
            </a:extLst>
          </p:cNvPr>
          <p:cNvSpPr txBox="1"/>
          <p:nvPr/>
        </p:nvSpPr>
        <p:spPr>
          <a:xfrm>
            <a:off x="13417777" y="7813777"/>
            <a:ext cx="2228720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 lang="en-US" sz="2800" dirty="0"/>
          </a:p>
          <a:p>
            <a:pPr algn="r"/>
            <a:r>
              <a:rPr lang="en-US" sz="3200" dirty="0"/>
              <a:t>Robotic Arm</a:t>
            </a:r>
            <a:br>
              <a:rPr lang="en-US" sz="3200" dirty="0">
                <a:cs typeface="Calibri"/>
              </a:rPr>
            </a:br>
            <a:r>
              <a:rPr lang="en-US" sz="2800" dirty="0">
                <a:ea typeface="+mn-lt"/>
                <a:cs typeface="+mn-lt"/>
              </a:rPr>
              <a:t>(Teleoperator)</a:t>
            </a:r>
            <a:endParaRPr lang="en-IN" sz="2000" dirty="0">
              <a:cs typeface="Calibri" panose="020F0502020204030204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144EC5F-A902-04FE-5B94-5D2842B6923D}"/>
              </a:ext>
            </a:extLst>
          </p:cNvPr>
          <p:cNvSpPr/>
          <p:nvPr/>
        </p:nvSpPr>
        <p:spPr>
          <a:xfrm>
            <a:off x="17153484" y="6200006"/>
            <a:ext cx="1868484" cy="93424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 anchorCtr="0"/>
          <a:lstStyle/>
          <a:p>
            <a:pPr algn="ctr"/>
            <a:r>
              <a:rPr lang="en-US" sz="3000" b="1" dirty="0">
                <a:solidFill>
                  <a:schemeClr val="tx1"/>
                </a:solidFill>
                <a:cs typeface="Calibri"/>
              </a:rPr>
              <a:t>Host 2</a:t>
            </a:r>
            <a:endParaRPr lang="en-US" sz="3000" b="1" dirty="0">
              <a:solidFill>
                <a:schemeClr val="tx1"/>
              </a:solidFill>
            </a:endParaRP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3F297A54-33DE-2EEC-BEA7-9143ADBD539C}"/>
              </a:ext>
            </a:extLst>
          </p:cNvPr>
          <p:cNvCxnSpPr>
            <a:cxnSpLocks/>
            <a:stCxn id="61" idx="1"/>
            <a:endCxn id="98" idx="3"/>
          </p:cNvCxnSpPr>
          <p:nvPr/>
        </p:nvCxnSpPr>
        <p:spPr>
          <a:xfrm rot="10800000" flipV="1">
            <a:off x="16721454" y="6667127"/>
            <a:ext cx="432031" cy="153949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05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30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Nithish K Gnani</dc:creator>
  <cp:lastModifiedBy>Nithish K Gnani</cp:lastModifiedBy>
  <cp:revision>1</cp:revision>
  <dcterms:created xsi:type="dcterms:W3CDTF">2023-12-02T09:20:38Z</dcterms:created>
  <dcterms:modified xsi:type="dcterms:W3CDTF">2023-12-02T09:37:08Z</dcterms:modified>
</cp:coreProperties>
</file>