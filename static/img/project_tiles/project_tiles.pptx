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9" r:id="rId2"/>
    <p:sldId id="258" r:id="rId3"/>
    <p:sldId id="257" r:id="rId4"/>
    <p:sldId id="256" r:id="rId5"/>
  </p:sldIdLst>
  <p:sldSz cx="12192000" cy="6097588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22" d="100"/>
          <a:sy n="122" d="100"/>
        </p:scale>
        <p:origin x="96" y="31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997916"/>
            <a:ext cx="9144000" cy="2122864"/>
          </a:xfrm>
        </p:spPr>
        <p:txBody>
          <a:bodyPr anchor="b"/>
          <a:lstStyle>
            <a:lvl1pPr algn="ctr">
              <a:defRPr sz="5335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202646"/>
            <a:ext cx="9144000" cy="1472172"/>
          </a:xfrm>
        </p:spPr>
        <p:txBody>
          <a:bodyPr/>
          <a:lstStyle>
            <a:lvl1pPr marL="0" indent="0" algn="ctr">
              <a:buNone/>
              <a:defRPr sz="2134"/>
            </a:lvl1pPr>
            <a:lvl2pPr marL="406497" indent="0" algn="ctr">
              <a:buNone/>
              <a:defRPr sz="1778"/>
            </a:lvl2pPr>
            <a:lvl3pPr marL="812993" indent="0" algn="ctr">
              <a:buNone/>
              <a:defRPr sz="1600"/>
            </a:lvl3pPr>
            <a:lvl4pPr marL="1219490" indent="0" algn="ctr">
              <a:buNone/>
              <a:defRPr sz="1423"/>
            </a:lvl4pPr>
            <a:lvl5pPr marL="1625986" indent="0" algn="ctr">
              <a:buNone/>
              <a:defRPr sz="1423"/>
            </a:lvl5pPr>
            <a:lvl6pPr marL="2032483" indent="0" algn="ctr">
              <a:buNone/>
              <a:defRPr sz="1423"/>
            </a:lvl6pPr>
            <a:lvl7pPr marL="2438979" indent="0" algn="ctr">
              <a:buNone/>
              <a:defRPr sz="1423"/>
            </a:lvl7pPr>
            <a:lvl8pPr marL="2845476" indent="0" algn="ctr">
              <a:buNone/>
              <a:defRPr sz="1423"/>
            </a:lvl8pPr>
            <a:lvl9pPr marL="3251972" indent="0" algn="ctr">
              <a:buNone/>
              <a:defRPr sz="1423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A2E4F8-C044-415E-8912-C024A323E978}" type="datetimeFigureOut">
              <a:rPr lang="en-US" smtClean="0"/>
              <a:t>8/11/2023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95152B-15D9-4F74-8810-AD57FBEB797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60437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A2E4F8-C044-415E-8912-C024A323E978}" type="datetimeFigureOut">
              <a:rPr lang="en-US" smtClean="0"/>
              <a:t>8/11/2023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95152B-15D9-4F74-8810-AD57FBEB797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01065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520163"/>
            <a:ext cx="10515600" cy="2536427"/>
          </a:xfrm>
        </p:spPr>
        <p:txBody>
          <a:bodyPr anchor="b"/>
          <a:lstStyle>
            <a:lvl1pPr>
              <a:defRPr sz="5335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080586"/>
            <a:ext cx="10515600" cy="1333847"/>
          </a:xfrm>
        </p:spPr>
        <p:txBody>
          <a:bodyPr/>
          <a:lstStyle>
            <a:lvl1pPr marL="0" indent="0">
              <a:buNone/>
              <a:defRPr sz="2134">
                <a:solidFill>
                  <a:schemeClr val="tx1">
                    <a:tint val="75000"/>
                  </a:schemeClr>
                </a:solidFill>
              </a:defRPr>
            </a:lvl1pPr>
            <a:lvl2pPr marL="406497" indent="0">
              <a:buNone/>
              <a:defRPr sz="1778">
                <a:solidFill>
                  <a:schemeClr val="tx1">
                    <a:tint val="75000"/>
                  </a:schemeClr>
                </a:solidFill>
              </a:defRPr>
            </a:lvl2pPr>
            <a:lvl3pPr marL="812993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219490" indent="0">
              <a:buNone/>
              <a:defRPr sz="1423">
                <a:solidFill>
                  <a:schemeClr val="tx1">
                    <a:tint val="75000"/>
                  </a:schemeClr>
                </a:solidFill>
              </a:defRPr>
            </a:lvl4pPr>
            <a:lvl5pPr marL="1625986" indent="0">
              <a:buNone/>
              <a:defRPr sz="1423">
                <a:solidFill>
                  <a:schemeClr val="tx1">
                    <a:tint val="75000"/>
                  </a:schemeClr>
                </a:solidFill>
              </a:defRPr>
            </a:lvl5pPr>
            <a:lvl6pPr marL="2032483" indent="0">
              <a:buNone/>
              <a:defRPr sz="1423">
                <a:solidFill>
                  <a:schemeClr val="tx1">
                    <a:tint val="75000"/>
                  </a:schemeClr>
                </a:solidFill>
              </a:defRPr>
            </a:lvl6pPr>
            <a:lvl7pPr marL="2438979" indent="0">
              <a:buNone/>
              <a:defRPr sz="1423">
                <a:solidFill>
                  <a:schemeClr val="tx1">
                    <a:tint val="75000"/>
                  </a:schemeClr>
                </a:solidFill>
              </a:defRPr>
            </a:lvl7pPr>
            <a:lvl8pPr marL="2845476" indent="0">
              <a:buNone/>
              <a:defRPr sz="1423">
                <a:solidFill>
                  <a:schemeClr val="tx1">
                    <a:tint val="75000"/>
                  </a:schemeClr>
                </a:solidFill>
              </a:defRPr>
            </a:lvl8pPr>
            <a:lvl9pPr marL="3251972" indent="0">
              <a:buNone/>
              <a:defRPr sz="1423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A2E4F8-C044-415E-8912-C024A323E978}" type="datetimeFigureOut">
              <a:rPr lang="en-US" smtClean="0"/>
              <a:t>8/11/2023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95152B-15D9-4F74-8810-AD57FBEB797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9820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623200"/>
            <a:ext cx="5181600" cy="386886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623200"/>
            <a:ext cx="5181600" cy="386886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A2E4F8-C044-415E-8912-C024A323E978}" type="datetimeFigureOut">
              <a:rPr lang="en-US" smtClean="0"/>
              <a:t>8/11/2023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95152B-15D9-4F74-8810-AD57FBEB797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442222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24641"/>
            <a:ext cx="10515600" cy="117858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9" y="1494756"/>
            <a:ext cx="5157787" cy="732557"/>
          </a:xfrm>
        </p:spPr>
        <p:txBody>
          <a:bodyPr anchor="b"/>
          <a:lstStyle>
            <a:lvl1pPr marL="0" indent="0">
              <a:buNone/>
              <a:defRPr sz="2134" b="1"/>
            </a:lvl1pPr>
            <a:lvl2pPr marL="406497" indent="0">
              <a:buNone/>
              <a:defRPr sz="1778" b="1"/>
            </a:lvl2pPr>
            <a:lvl3pPr marL="812993" indent="0">
              <a:buNone/>
              <a:defRPr sz="1600" b="1"/>
            </a:lvl3pPr>
            <a:lvl4pPr marL="1219490" indent="0">
              <a:buNone/>
              <a:defRPr sz="1423" b="1"/>
            </a:lvl4pPr>
            <a:lvl5pPr marL="1625986" indent="0">
              <a:buNone/>
              <a:defRPr sz="1423" b="1"/>
            </a:lvl5pPr>
            <a:lvl6pPr marL="2032483" indent="0">
              <a:buNone/>
              <a:defRPr sz="1423" b="1"/>
            </a:lvl6pPr>
            <a:lvl7pPr marL="2438979" indent="0">
              <a:buNone/>
              <a:defRPr sz="1423" b="1"/>
            </a:lvl7pPr>
            <a:lvl8pPr marL="2845476" indent="0">
              <a:buNone/>
              <a:defRPr sz="1423" b="1"/>
            </a:lvl8pPr>
            <a:lvl9pPr marL="3251972" indent="0">
              <a:buNone/>
              <a:defRPr sz="1423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9" y="2227313"/>
            <a:ext cx="5157787" cy="327604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494756"/>
            <a:ext cx="5183188" cy="732557"/>
          </a:xfrm>
        </p:spPr>
        <p:txBody>
          <a:bodyPr anchor="b"/>
          <a:lstStyle>
            <a:lvl1pPr marL="0" indent="0">
              <a:buNone/>
              <a:defRPr sz="2134" b="1"/>
            </a:lvl1pPr>
            <a:lvl2pPr marL="406497" indent="0">
              <a:buNone/>
              <a:defRPr sz="1778" b="1"/>
            </a:lvl2pPr>
            <a:lvl3pPr marL="812993" indent="0">
              <a:buNone/>
              <a:defRPr sz="1600" b="1"/>
            </a:lvl3pPr>
            <a:lvl4pPr marL="1219490" indent="0">
              <a:buNone/>
              <a:defRPr sz="1423" b="1"/>
            </a:lvl4pPr>
            <a:lvl5pPr marL="1625986" indent="0">
              <a:buNone/>
              <a:defRPr sz="1423" b="1"/>
            </a:lvl5pPr>
            <a:lvl6pPr marL="2032483" indent="0">
              <a:buNone/>
              <a:defRPr sz="1423" b="1"/>
            </a:lvl6pPr>
            <a:lvl7pPr marL="2438979" indent="0">
              <a:buNone/>
              <a:defRPr sz="1423" b="1"/>
            </a:lvl7pPr>
            <a:lvl8pPr marL="2845476" indent="0">
              <a:buNone/>
              <a:defRPr sz="1423" b="1"/>
            </a:lvl8pPr>
            <a:lvl9pPr marL="3251972" indent="0">
              <a:buNone/>
              <a:defRPr sz="1423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227313"/>
            <a:ext cx="5183188" cy="327604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A2E4F8-C044-415E-8912-C024A323E978}" type="datetimeFigureOut">
              <a:rPr lang="en-US" smtClean="0"/>
              <a:t>8/11/2023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95152B-15D9-4F74-8810-AD57FBEB797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077770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A2E4F8-C044-415E-8912-C024A323E978}" type="datetimeFigureOut">
              <a:rPr lang="en-US" smtClean="0"/>
              <a:t>8/11/2023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95152B-15D9-4F74-8810-AD57FBEB797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103031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A2E4F8-C044-415E-8912-C024A323E978}" type="datetimeFigureOut">
              <a:rPr lang="en-US" smtClean="0"/>
              <a:t>8/11/2023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95152B-15D9-4F74-8810-AD57FBEB797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4935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9" y="406506"/>
            <a:ext cx="3932237" cy="1422771"/>
          </a:xfrm>
        </p:spPr>
        <p:txBody>
          <a:bodyPr anchor="b"/>
          <a:lstStyle>
            <a:lvl1pPr>
              <a:defRPr sz="2845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877940"/>
            <a:ext cx="6172200" cy="4333240"/>
          </a:xfrm>
        </p:spPr>
        <p:txBody>
          <a:bodyPr/>
          <a:lstStyle>
            <a:lvl1pPr>
              <a:defRPr sz="2845"/>
            </a:lvl1pPr>
            <a:lvl2pPr>
              <a:defRPr sz="2489"/>
            </a:lvl2pPr>
            <a:lvl3pPr>
              <a:defRPr sz="2134"/>
            </a:lvl3pPr>
            <a:lvl4pPr>
              <a:defRPr sz="1778"/>
            </a:lvl4pPr>
            <a:lvl5pPr>
              <a:defRPr sz="1778"/>
            </a:lvl5pPr>
            <a:lvl6pPr>
              <a:defRPr sz="1778"/>
            </a:lvl6pPr>
            <a:lvl7pPr>
              <a:defRPr sz="1778"/>
            </a:lvl7pPr>
            <a:lvl8pPr>
              <a:defRPr sz="1778"/>
            </a:lvl8pPr>
            <a:lvl9pPr>
              <a:defRPr sz="1778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9" y="1829276"/>
            <a:ext cx="3932237" cy="3388961"/>
          </a:xfrm>
        </p:spPr>
        <p:txBody>
          <a:bodyPr/>
          <a:lstStyle>
            <a:lvl1pPr marL="0" indent="0">
              <a:buNone/>
              <a:defRPr sz="1423"/>
            </a:lvl1pPr>
            <a:lvl2pPr marL="406497" indent="0">
              <a:buNone/>
              <a:defRPr sz="1245"/>
            </a:lvl2pPr>
            <a:lvl3pPr marL="812993" indent="0">
              <a:buNone/>
              <a:defRPr sz="1067"/>
            </a:lvl3pPr>
            <a:lvl4pPr marL="1219490" indent="0">
              <a:buNone/>
              <a:defRPr sz="889"/>
            </a:lvl4pPr>
            <a:lvl5pPr marL="1625986" indent="0">
              <a:buNone/>
              <a:defRPr sz="889"/>
            </a:lvl5pPr>
            <a:lvl6pPr marL="2032483" indent="0">
              <a:buNone/>
              <a:defRPr sz="889"/>
            </a:lvl6pPr>
            <a:lvl7pPr marL="2438979" indent="0">
              <a:buNone/>
              <a:defRPr sz="889"/>
            </a:lvl7pPr>
            <a:lvl8pPr marL="2845476" indent="0">
              <a:buNone/>
              <a:defRPr sz="889"/>
            </a:lvl8pPr>
            <a:lvl9pPr marL="3251972" indent="0">
              <a:buNone/>
              <a:defRPr sz="889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A2E4F8-C044-415E-8912-C024A323E978}" type="datetimeFigureOut">
              <a:rPr lang="en-US" smtClean="0"/>
              <a:t>8/11/2023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95152B-15D9-4F74-8810-AD57FBEB797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290481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9" y="406506"/>
            <a:ext cx="3932237" cy="1422771"/>
          </a:xfrm>
        </p:spPr>
        <p:txBody>
          <a:bodyPr anchor="b"/>
          <a:lstStyle>
            <a:lvl1pPr>
              <a:defRPr sz="2845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877940"/>
            <a:ext cx="6172200" cy="4333240"/>
          </a:xfrm>
        </p:spPr>
        <p:txBody>
          <a:bodyPr anchor="t"/>
          <a:lstStyle>
            <a:lvl1pPr marL="0" indent="0">
              <a:buNone/>
              <a:defRPr sz="2845"/>
            </a:lvl1pPr>
            <a:lvl2pPr marL="406497" indent="0">
              <a:buNone/>
              <a:defRPr sz="2489"/>
            </a:lvl2pPr>
            <a:lvl3pPr marL="812993" indent="0">
              <a:buNone/>
              <a:defRPr sz="2134"/>
            </a:lvl3pPr>
            <a:lvl4pPr marL="1219490" indent="0">
              <a:buNone/>
              <a:defRPr sz="1778"/>
            </a:lvl4pPr>
            <a:lvl5pPr marL="1625986" indent="0">
              <a:buNone/>
              <a:defRPr sz="1778"/>
            </a:lvl5pPr>
            <a:lvl6pPr marL="2032483" indent="0">
              <a:buNone/>
              <a:defRPr sz="1778"/>
            </a:lvl6pPr>
            <a:lvl7pPr marL="2438979" indent="0">
              <a:buNone/>
              <a:defRPr sz="1778"/>
            </a:lvl7pPr>
            <a:lvl8pPr marL="2845476" indent="0">
              <a:buNone/>
              <a:defRPr sz="1778"/>
            </a:lvl8pPr>
            <a:lvl9pPr marL="3251972" indent="0">
              <a:buNone/>
              <a:defRPr sz="1778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9" y="1829276"/>
            <a:ext cx="3932237" cy="3388961"/>
          </a:xfrm>
        </p:spPr>
        <p:txBody>
          <a:bodyPr/>
          <a:lstStyle>
            <a:lvl1pPr marL="0" indent="0">
              <a:buNone/>
              <a:defRPr sz="1423"/>
            </a:lvl1pPr>
            <a:lvl2pPr marL="406497" indent="0">
              <a:buNone/>
              <a:defRPr sz="1245"/>
            </a:lvl2pPr>
            <a:lvl3pPr marL="812993" indent="0">
              <a:buNone/>
              <a:defRPr sz="1067"/>
            </a:lvl3pPr>
            <a:lvl4pPr marL="1219490" indent="0">
              <a:buNone/>
              <a:defRPr sz="889"/>
            </a:lvl4pPr>
            <a:lvl5pPr marL="1625986" indent="0">
              <a:buNone/>
              <a:defRPr sz="889"/>
            </a:lvl5pPr>
            <a:lvl6pPr marL="2032483" indent="0">
              <a:buNone/>
              <a:defRPr sz="889"/>
            </a:lvl6pPr>
            <a:lvl7pPr marL="2438979" indent="0">
              <a:buNone/>
              <a:defRPr sz="889"/>
            </a:lvl7pPr>
            <a:lvl8pPr marL="2845476" indent="0">
              <a:buNone/>
              <a:defRPr sz="889"/>
            </a:lvl8pPr>
            <a:lvl9pPr marL="3251972" indent="0">
              <a:buNone/>
              <a:defRPr sz="889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A2E4F8-C044-415E-8912-C024A323E978}" type="datetimeFigureOut">
              <a:rPr lang="en-US" smtClean="0"/>
              <a:t>8/11/2023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95152B-15D9-4F74-8810-AD57FBEB797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95177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A2E4F8-C044-415E-8912-C024A323E978}" type="datetimeFigureOut">
              <a:rPr lang="en-US" smtClean="0"/>
              <a:t>8/11/2023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95152B-15D9-4F74-8810-AD57FBEB797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948286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24640"/>
            <a:ext cx="2628900" cy="5167424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24640"/>
            <a:ext cx="7734300" cy="516742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A2E4F8-C044-415E-8912-C024A323E978}" type="datetimeFigureOut">
              <a:rPr lang="en-US" smtClean="0"/>
              <a:t>8/11/2023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95152B-15D9-4F74-8810-AD57FBEB797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285744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24641"/>
            <a:ext cx="10515600" cy="11785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623200"/>
            <a:ext cx="10515600" cy="386886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5651561"/>
            <a:ext cx="2743200" cy="3246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67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BA2E4F8-C044-415E-8912-C024A323E978}" type="datetimeFigureOut">
              <a:rPr lang="en-US" smtClean="0"/>
              <a:t>8/11/2023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5651561"/>
            <a:ext cx="4114800" cy="3246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67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5651561"/>
            <a:ext cx="2743200" cy="3246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67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F95152B-15D9-4F74-8810-AD57FBEB797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69066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812993" rtl="0" eaLnBrk="1" latinLnBrk="0" hangingPunct="1">
        <a:lnSpc>
          <a:spcPct val="90000"/>
        </a:lnSpc>
        <a:spcBef>
          <a:spcPct val="0"/>
        </a:spcBef>
        <a:buNone/>
        <a:defRPr sz="3912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03248" indent="-203248" algn="l" defTabSz="812993" rtl="0" eaLnBrk="1" latinLnBrk="0" hangingPunct="1">
        <a:lnSpc>
          <a:spcPct val="90000"/>
        </a:lnSpc>
        <a:spcBef>
          <a:spcPts val="889"/>
        </a:spcBef>
        <a:buFont typeface="Arial" panose="020B0604020202020204" pitchFamily="34" charset="0"/>
        <a:buChar char="•"/>
        <a:defRPr sz="2489" kern="1200">
          <a:solidFill>
            <a:schemeClr val="tx1"/>
          </a:solidFill>
          <a:latin typeface="+mn-lt"/>
          <a:ea typeface="+mn-ea"/>
          <a:cs typeface="+mn-cs"/>
        </a:defRPr>
      </a:lvl1pPr>
      <a:lvl2pPr marL="609745" indent="-203248" algn="l" defTabSz="812993" rtl="0" eaLnBrk="1" latinLnBrk="0" hangingPunct="1">
        <a:lnSpc>
          <a:spcPct val="90000"/>
        </a:lnSpc>
        <a:spcBef>
          <a:spcPts val="445"/>
        </a:spcBef>
        <a:buFont typeface="Arial" panose="020B0604020202020204" pitchFamily="34" charset="0"/>
        <a:buChar char="•"/>
        <a:defRPr sz="2134" kern="1200">
          <a:solidFill>
            <a:schemeClr val="tx1"/>
          </a:solidFill>
          <a:latin typeface="+mn-lt"/>
          <a:ea typeface="+mn-ea"/>
          <a:cs typeface="+mn-cs"/>
        </a:defRPr>
      </a:lvl2pPr>
      <a:lvl3pPr marL="1016241" indent="-203248" algn="l" defTabSz="812993" rtl="0" eaLnBrk="1" latinLnBrk="0" hangingPunct="1">
        <a:lnSpc>
          <a:spcPct val="90000"/>
        </a:lnSpc>
        <a:spcBef>
          <a:spcPts val="445"/>
        </a:spcBef>
        <a:buFont typeface="Arial" panose="020B0604020202020204" pitchFamily="34" charset="0"/>
        <a:buChar char="•"/>
        <a:defRPr sz="1778" kern="1200">
          <a:solidFill>
            <a:schemeClr val="tx1"/>
          </a:solidFill>
          <a:latin typeface="+mn-lt"/>
          <a:ea typeface="+mn-ea"/>
          <a:cs typeface="+mn-cs"/>
        </a:defRPr>
      </a:lvl3pPr>
      <a:lvl4pPr marL="1422738" indent="-203248" algn="l" defTabSz="812993" rtl="0" eaLnBrk="1" latinLnBrk="0" hangingPunct="1">
        <a:lnSpc>
          <a:spcPct val="90000"/>
        </a:lnSpc>
        <a:spcBef>
          <a:spcPts val="445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1829234" indent="-203248" algn="l" defTabSz="812993" rtl="0" eaLnBrk="1" latinLnBrk="0" hangingPunct="1">
        <a:lnSpc>
          <a:spcPct val="90000"/>
        </a:lnSpc>
        <a:spcBef>
          <a:spcPts val="445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235731" indent="-203248" algn="l" defTabSz="812993" rtl="0" eaLnBrk="1" latinLnBrk="0" hangingPunct="1">
        <a:lnSpc>
          <a:spcPct val="90000"/>
        </a:lnSpc>
        <a:spcBef>
          <a:spcPts val="445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2642227" indent="-203248" algn="l" defTabSz="812993" rtl="0" eaLnBrk="1" latinLnBrk="0" hangingPunct="1">
        <a:lnSpc>
          <a:spcPct val="90000"/>
        </a:lnSpc>
        <a:spcBef>
          <a:spcPts val="445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3048724" indent="-203248" algn="l" defTabSz="812993" rtl="0" eaLnBrk="1" latinLnBrk="0" hangingPunct="1">
        <a:lnSpc>
          <a:spcPct val="90000"/>
        </a:lnSpc>
        <a:spcBef>
          <a:spcPts val="445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3455220" indent="-203248" algn="l" defTabSz="812993" rtl="0" eaLnBrk="1" latinLnBrk="0" hangingPunct="1">
        <a:lnSpc>
          <a:spcPct val="90000"/>
        </a:lnSpc>
        <a:spcBef>
          <a:spcPts val="445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812993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1pPr>
      <a:lvl2pPr marL="406497" algn="l" defTabSz="812993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812993" algn="l" defTabSz="812993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219490" algn="l" defTabSz="812993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1625986" algn="l" defTabSz="812993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032483" algn="l" defTabSz="812993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2438979" algn="l" defTabSz="812993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2845476" algn="l" defTabSz="812993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3251972" algn="l" defTabSz="812993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E14B936B-3008-C346-3B68-E263B71CBC6D}"/>
              </a:ext>
            </a:extLst>
          </p:cNvPr>
          <p:cNvSpPr/>
          <p:nvPr/>
        </p:nvSpPr>
        <p:spPr>
          <a:xfrm>
            <a:off x="0" y="0"/>
            <a:ext cx="12192000" cy="6097587"/>
          </a:xfrm>
          <a:prstGeom prst="roundRect">
            <a:avLst>
              <a:gd name="adj" fmla="val 3581"/>
            </a:avLst>
          </a:prstGeom>
          <a:solidFill>
            <a:schemeClr val="bg1">
              <a:lumMod val="95000"/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54A41EC-DD9C-773D-6702-2F4E8C66FF9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7225" y="19844"/>
            <a:ext cx="10877550" cy="6057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759955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595E4AA1-81F3-6B79-4AFA-F37A278162A8}"/>
              </a:ext>
            </a:extLst>
          </p:cNvPr>
          <p:cNvSpPr/>
          <p:nvPr/>
        </p:nvSpPr>
        <p:spPr>
          <a:xfrm>
            <a:off x="1" y="548481"/>
            <a:ext cx="12192000" cy="4791371"/>
          </a:xfrm>
          <a:prstGeom prst="roundRect">
            <a:avLst>
              <a:gd name="adj" fmla="val 7554"/>
            </a:avLst>
          </a:prstGeom>
          <a:solidFill>
            <a:schemeClr val="bg1">
              <a:lumMod val="95000"/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38FE1E5-F061-38D9-9D4A-A529505F070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04937" y="548481"/>
            <a:ext cx="8989525" cy="47913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472452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3">
            <a:extLst>
              <a:ext uri="{FF2B5EF4-FFF2-40B4-BE49-F238E27FC236}">
                <a16:creationId xmlns:a16="http://schemas.microsoft.com/office/drawing/2014/main" id="{AF7E7F5E-3F8E-3FDA-7A42-4981B870032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1" t="659" r="797" b="12461"/>
          <a:stretch/>
        </p:blipFill>
        <p:spPr bwMode="auto">
          <a:xfrm>
            <a:off x="19049" y="1905063"/>
            <a:ext cx="3971925" cy="21621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0" name="Picture 39">
            <a:extLst>
              <a:ext uri="{FF2B5EF4-FFF2-40B4-BE49-F238E27FC236}">
                <a16:creationId xmlns:a16="http://schemas.microsoft.com/office/drawing/2014/main" id="{A17612EF-B9BF-C7EC-CE6C-EDC80B43A2A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90974" y="1876424"/>
            <a:ext cx="8182821" cy="2219397"/>
          </a:xfrm>
          <a:prstGeom prst="rect">
            <a:avLst/>
          </a:prstGeom>
        </p:spPr>
      </p:pic>
      <p:sp>
        <p:nvSpPr>
          <p:cNvPr id="41" name="Rectangle 40">
            <a:extLst>
              <a:ext uri="{FF2B5EF4-FFF2-40B4-BE49-F238E27FC236}">
                <a16:creationId xmlns:a16="http://schemas.microsoft.com/office/drawing/2014/main" id="{A5CE6AE5-DC08-F1F7-E70D-12B0FD005A1F}"/>
              </a:ext>
            </a:extLst>
          </p:cNvPr>
          <p:cNvSpPr/>
          <p:nvPr/>
        </p:nvSpPr>
        <p:spPr>
          <a:xfrm>
            <a:off x="18205" y="1876423"/>
            <a:ext cx="12154746" cy="2219398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450928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Rectangle: Rounded Corners 63">
            <a:extLst>
              <a:ext uri="{FF2B5EF4-FFF2-40B4-BE49-F238E27FC236}">
                <a16:creationId xmlns:a16="http://schemas.microsoft.com/office/drawing/2014/main" id="{0159ABC9-B814-EE4C-F1BC-C519BA51D723}"/>
              </a:ext>
            </a:extLst>
          </p:cNvPr>
          <p:cNvSpPr/>
          <p:nvPr/>
        </p:nvSpPr>
        <p:spPr>
          <a:xfrm>
            <a:off x="0" y="1170355"/>
            <a:ext cx="4858391" cy="3280425"/>
          </a:xfrm>
          <a:prstGeom prst="roundRect">
            <a:avLst>
              <a:gd name="adj" fmla="val 7554"/>
            </a:avLst>
          </a:prstGeom>
          <a:solidFill>
            <a:schemeClr val="bg1">
              <a:lumMod val="95000"/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Oval 64">
            <a:extLst>
              <a:ext uri="{FF2B5EF4-FFF2-40B4-BE49-F238E27FC236}">
                <a16:creationId xmlns:a16="http://schemas.microsoft.com/office/drawing/2014/main" id="{46CEF78A-6721-4E28-9509-B192BB96EB6C}"/>
              </a:ext>
            </a:extLst>
          </p:cNvPr>
          <p:cNvSpPr/>
          <p:nvPr/>
        </p:nvSpPr>
        <p:spPr>
          <a:xfrm>
            <a:off x="393533" y="1515610"/>
            <a:ext cx="989348" cy="953897"/>
          </a:xfrm>
          <a:prstGeom prst="ellipse">
            <a:avLst/>
          </a:prstGeom>
          <a:solidFill>
            <a:srgbClr val="4472C4"/>
          </a:solidFill>
          <a:ln w="12700" cap="flat" cmpd="sng" algn="ctr">
            <a:solidFill>
              <a:srgbClr val="4472C4">
                <a:shade val="50000"/>
              </a:srgbClr>
            </a:solidFill>
            <a:prstDash val="solid"/>
            <a:miter lim="800000"/>
          </a:ln>
          <a:effectLst/>
        </p:spPr>
        <p:txBody>
          <a:bodyPr lIns="0" tIns="0" rIns="0" bIns="0" rtlCol="0" anchor="ctr"/>
          <a:lstStyle/>
          <a:p>
            <a:pPr algn="ctr"/>
            <a:r>
              <a:rPr lang="en-US" sz="2000" kern="0" dirty="0">
                <a:solidFill>
                  <a:prstClr val="white"/>
                </a:solidFill>
                <a:latin typeface="Calibri" panose="020F0502020204030204"/>
              </a:rPr>
              <a:t>EIRP</a:t>
            </a:r>
            <a:endParaRPr lang="en-IN" sz="2000" kern="0" dirty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66" name="Oval 65">
            <a:extLst>
              <a:ext uri="{FF2B5EF4-FFF2-40B4-BE49-F238E27FC236}">
                <a16:creationId xmlns:a16="http://schemas.microsoft.com/office/drawing/2014/main" id="{4832DD6A-B72D-6DE3-9491-9BB06C5AAAC1}"/>
              </a:ext>
            </a:extLst>
          </p:cNvPr>
          <p:cNvSpPr/>
          <p:nvPr/>
        </p:nvSpPr>
        <p:spPr>
          <a:xfrm>
            <a:off x="1160490" y="2270299"/>
            <a:ext cx="1360276" cy="1360276"/>
          </a:xfrm>
          <a:prstGeom prst="ellipse">
            <a:avLst/>
          </a:prstGeom>
          <a:solidFill>
            <a:schemeClr val="accent1">
              <a:lumMod val="75000"/>
            </a:schemeClr>
          </a:solidFill>
          <a:ln w="12700" cap="flat" cmpd="sng" algn="ctr">
            <a:solidFill>
              <a:srgbClr val="00206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SNR</a:t>
            </a:r>
            <a:endParaRPr kumimoji="0" lang="en-IN" sz="24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7" name="Oval 66">
            <a:extLst>
              <a:ext uri="{FF2B5EF4-FFF2-40B4-BE49-F238E27FC236}">
                <a16:creationId xmlns:a16="http://schemas.microsoft.com/office/drawing/2014/main" id="{1885FCF6-50C2-2C1B-B3EA-22BD4E9D658A}"/>
              </a:ext>
            </a:extLst>
          </p:cNvPr>
          <p:cNvSpPr/>
          <p:nvPr/>
        </p:nvSpPr>
        <p:spPr>
          <a:xfrm>
            <a:off x="0" y="2524540"/>
            <a:ext cx="989348" cy="965971"/>
          </a:xfrm>
          <a:prstGeom prst="ellipse">
            <a:avLst/>
          </a:prstGeom>
          <a:solidFill>
            <a:srgbClr val="4472C4"/>
          </a:solidFill>
          <a:ln w="12700" cap="flat" cmpd="sng" algn="ctr">
            <a:solidFill>
              <a:srgbClr val="4472C4">
                <a:shade val="50000"/>
              </a:srgbClr>
            </a:solidFill>
            <a:prstDash val="solid"/>
            <a:miter lim="800000"/>
          </a:ln>
          <a:effectLst/>
        </p:spPr>
        <p:txBody>
          <a:bodyPr lIns="0" tIns="0" rIns="0" bIns="0" rtlCol="0" anchor="ctr"/>
          <a:lstStyle/>
          <a:p>
            <a:pPr algn="ctr"/>
            <a:r>
              <a:rPr lang="en-US" sz="2000" kern="0" dirty="0">
                <a:solidFill>
                  <a:prstClr val="white"/>
                </a:solidFill>
                <a:latin typeface="Calibri" panose="020F0502020204030204"/>
              </a:rPr>
              <a:t>Noise Floor</a:t>
            </a:r>
            <a:endParaRPr lang="en-IN" sz="2000" kern="0" dirty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68" name="Oval 67">
            <a:extLst>
              <a:ext uri="{FF2B5EF4-FFF2-40B4-BE49-F238E27FC236}">
                <a16:creationId xmlns:a16="http://schemas.microsoft.com/office/drawing/2014/main" id="{8FD386AE-AAC6-D0F2-8A4A-62CDD240A728}"/>
              </a:ext>
            </a:extLst>
          </p:cNvPr>
          <p:cNvSpPr/>
          <p:nvPr/>
        </p:nvSpPr>
        <p:spPr>
          <a:xfrm>
            <a:off x="393533" y="3501512"/>
            <a:ext cx="989348" cy="938267"/>
          </a:xfrm>
          <a:prstGeom prst="ellipse">
            <a:avLst/>
          </a:prstGeom>
          <a:solidFill>
            <a:srgbClr val="4472C4"/>
          </a:solidFill>
          <a:ln w="12700" cap="flat" cmpd="sng" algn="ctr">
            <a:solidFill>
              <a:srgbClr val="4472C4">
                <a:shade val="50000"/>
              </a:srgbClr>
            </a:solidFill>
            <a:prstDash val="solid"/>
            <a:miter lim="800000"/>
          </a:ln>
          <a:effectLst/>
        </p:spPr>
        <p:txBody>
          <a:bodyPr lIns="0" tIns="0" rIns="0" bIns="0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Channel Model</a:t>
            </a:r>
            <a:endParaRPr kumimoji="0" lang="en-IN" sz="16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9" name="Oval 68">
            <a:extLst>
              <a:ext uri="{FF2B5EF4-FFF2-40B4-BE49-F238E27FC236}">
                <a16:creationId xmlns:a16="http://schemas.microsoft.com/office/drawing/2014/main" id="{DCB9176B-6153-1876-BDA3-F94A00D86D91}"/>
              </a:ext>
            </a:extLst>
          </p:cNvPr>
          <p:cNvSpPr/>
          <p:nvPr/>
        </p:nvSpPr>
        <p:spPr>
          <a:xfrm>
            <a:off x="2348803" y="3501512"/>
            <a:ext cx="989348" cy="938266"/>
          </a:xfrm>
          <a:prstGeom prst="ellipse">
            <a:avLst/>
          </a:prstGeom>
          <a:solidFill>
            <a:srgbClr val="4472C4"/>
          </a:solidFill>
          <a:ln w="12700" cap="flat" cmpd="sng" algn="ctr">
            <a:solidFill>
              <a:srgbClr val="4472C4">
                <a:shade val="50000"/>
              </a:srgbClr>
            </a:solidFill>
            <a:prstDash val="solid"/>
            <a:miter lim="800000"/>
          </a:ln>
          <a:effectLst/>
        </p:spPr>
        <p:txBody>
          <a:bodyPr lIns="0" tIns="0" rIns="0" bIns="0" rtlCol="0" anchor="ctr"/>
          <a:lstStyle/>
          <a:p>
            <a:pPr algn="ctr"/>
            <a:r>
              <a:rPr lang="en-US" sz="2000" kern="0" dirty="0">
                <a:solidFill>
                  <a:prstClr val="white"/>
                </a:solidFill>
                <a:latin typeface="Calibri" panose="020F0502020204030204"/>
              </a:rPr>
              <a:t>Distance</a:t>
            </a:r>
            <a:endParaRPr lang="en-IN" sz="2000" kern="0" dirty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70" name="Oval 69">
            <a:extLst>
              <a:ext uri="{FF2B5EF4-FFF2-40B4-BE49-F238E27FC236}">
                <a16:creationId xmlns:a16="http://schemas.microsoft.com/office/drawing/2014/main" id="{80B3023F-1EA2-EF81-4850-4874CC37DB4B}"/>
              </a:ext>
            </a:extLst>
          </p:cNvPr>
          <p:cNvSpPr/>
          <p:nvPr/>
        </p:nvSpPr>
        <p:spPr>
          <a:xfrm>
            <a:off x="3498115" y="1227257"/>
            <a:ext cx="1360276" cy="1360276"/>
          </a:xfrm>
          <a:prstGeom prst="ellipse">
            <a:avLst/>
          </a:prstGeom>
          <a:solidFill>
            <a:srgbClr val="F0904E"/>
          </a:solidFill>
          <a:ln w="12700" cap="flat" cmpd="sng" algn="ctr">
            <a:solidFill>
              <a:schemeClr val="tx1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/>
            <a:r>
              <a:rPr lang="en-US" sz="2400" kern="0" dirty="0">
                <a:solidFill>
                  <a:prstClr val="white"/>
                </a:solidFill>
                <a:latin typeface="Calibri" panose="020F0502020204030204"/>
              </a:rPr>
              <a:t>PER</a:t>
            </a:r>
            <a:endParaRPr lang="en-IN" sz="2400" kern="0" dirty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71" name="Oval 70">
            <a:extLst>
              <a:ext uri="{FF2B5EF4-FFF2-40B4-BE49-F238E27FC236}">
                <a16:creationId xmlns:a16="http://schemas.microsoft.com/office/drawing/2014/main" id="{538B89A6-D834-098F-35F4-75B62CA9AD81}"/>
              </a:ext>
            </a:extLst>
          </p:cNvPr>
          <p:cNvSpPr/>
          <p:nvPr/>
        </p:nvSpPr>
        <p:spPr>
          <a:xfrm>
            <a:off x="2206735" y="1422361"/>
            <a:ext cx="1023219" cy="965965"/>
          </a:xfrm>
          <a:prstGeom prst="ellipse">
            <a:avLst/>
          </a:prstGeom>
          <a:solidFill>
            <a:srgbClr val="4472C4"/>
          </a:solidFill>
          <a:ln w="12700" cap="flat" cmpd="sng" algn="ctr">
            <a:solidFill>
              <a:srgbClr val="002060"/>
            </a:solidFill>
            <a:prstDash val="solid"/>
            <a:miter lim="800000"/>
          </a:ln>
          <a:effectLst/>
        </p:spPr>
        <p:txBody>
          <a:bodyPr lIns="0" tIns="0" rIns="0" bIns="0" rtlCol="0" anchor="ctr"/>
          <a:lstStyle/>
          <a:p>
            <a:pPr algn="ctr"/>
            <a:r>
              <a:rPr lang="en-US" sz="2000" kern="0" dirty="0">
                <a:solidFill>
                  <a:prstClr val="white"/>
                </a:solidFill>
                <a:latin typeface="Calibri" panose="020F0502020204030204"/>
              </a:rPr>
              <a:t>MCS</a:t>
            </a:r>
            <a:endParaRPr lang="en-IN" sz="2000" kern="0" dirty="0">
              <a:solidFill>
                <a:prstClr val="white"/>
              </a:solidFill>
              <a:latin typeface="Calibri" panose="020F0502020204030204"/>
            </a:endParaRPr>
          </a:p>
        </p:txBody>
      </p:sp>
      <p:cxnSp>
        <p:nvCxnSpPr>
          <p:cNvPr id="72" name="Straight Arrow Connector 71">
            <a:extLst>
              <a:ext uri="{FF2B5EF4-FFF2-40B4-BE49-F238E27FC236}">
                <a16:creationId xmlns:a16="http://schemas.microsoft.com/office/drawing/2014/main" id="{6E0BA049-DACF-AFEB-A88C-AF42D3CAF4F3}"/>
              </a:ext>
            </a:extLst>
          </p:cNvPr>
          <p:cNvCxnSpPr>
            <a:cxnSpLocks/>
            <a:stCxn id="65" idx="5"/>
            <a:endCxn id="66" idx="1"/>
          </p:cNvCxnSpPr>
          <p:nvPr/>
        </p:nvCxnSpPr>
        <p:spPr>
          <a:xfrm>
            <a:off x="1237994" y="2329811"/>
            <a:ext cx="121704" cy="139695"/>
          </a:xfrm>
          <a:prstGeom prst="straightConnector1">
            <a:avLst/>
          </a:prstGeom>
          <a:noFill/>
          <a:ln w="6350" cap="flat" cmpd="sng" algn="ctr">
            <a:solidFill>
              <a:srgbClr val="4472C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73" name="Straight Arrow Connector 72">
            <a:extLst>
              <a:ext uri="{FF2B5EF4-FFF2-40B4-BE49-F238E27FC236}">
                <a16:creationId xmlns:a16="http://schemas.microsoft.com/office/drawing/2014/main" id="{49445148-3A13-C898-1B28-C9A1CD1E5508}"/>
              </a:ext>
            </a:extLst>
          </p:cNvPr>
          <p:cNvCxnSpPr>
            <a:cxnSpLocks/>
            <a:stCxn id="69" idx="1"/>
            <a:endCxn id="66" idx="5"/>
          </p:cNvCxnSpPr>
          <p:nvPr/>
        </p:nvCxnSpPr>
        <p:spPr>
          <a:xfrm flipH="1" flipV="1">
            <a:off x="2321558" y="3431367"/>
            <a:ext cx="172133" cy="207550"/>
          </a:xfrm>
          <a:prstGeom prst="straightConnector1">
            <a:avLst/>
          </a:prstGeom>
          <a:noFill/>
          <a:ln w="6350" cap="flat" cmpd="sng" algn="ctr">
            <a:solidFill>
              <a:srgbClr val="4472C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74" name="Straight Arrow Connector 73">
            <a:extLst>
              <a:ext uri="{FF2B5EF4-FFF2-40B4-BE49-F238E27FC236}">
                <a16:creationId xmlns:a16="http://schemas.microsoft.com/office/drawing/2014/main" id="{9EAB4BA2-AAD3-191A-3CE6-0EDE9E75A191}"/>
              </a:ext>
            </a:extLst>
          </p:cNvPr>
          <p:cNvCxnSpPr>
            <a:cxnSpLocks/>
            <a:stCxn id="68" idx="7"/>
            <a:endCxn id="66" idx="3"/>
          </p:cNvCxnSpPr>
          <p:nvPr/>
        </p:nvCxnSpPr>
        <p:spPr>
          <a:xfrm flipV="1">
            <a:off x="1237994" y="3431367"/>
            <a:ext cx="121704" cy="207551"/>
          </a:xfrm>
          <a:prstGeom prst="straightConnector1">
            <a:avLst/>
          </a:prstGeom>
          <a:noFill/>
          <a:ln w="6350" cap="flat" cmpd="sng" algn="ctr">
            <a:solidFill>
              <a:srgbClr val="4472C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75" name="Straight Arrow Connector 74">
            <a:extLst>
              <a:ext uri="{FF2B5EF4-FFF2-40B4-BE49-F238E27FC236}">
                <a16:creationId xmlns:a16="http://schemas.microsoft.com/office/drawing/2014/main" id="{8F9F3EB4-1ACE-FB9F-4E0A-78E589E1287B}"/>
              </a:ext>
            </a:extLst>
          </p:cNvPr>
          <p:cNvCxnSpPr>
            <a:cxnSpLocks/>
            <a:stCxn id="67" idx="6"/>
            <a:endCxn id="66" idx="2"/>
          </p:cNvCxnSpPr>
          <p:nvPr/>
        </p:nvCxnSpPr>
        <p:spPr>
          <a:xfrm flipV="1">
            <a:off x="989348" y="2950437"/>
            <a:ext cx="171142" cy="57088"/>
          </a:xfrm>
          <a:prstGeom prst="straightConnector1">
            <a:avLst/>
          </a:prstGeom>
          <a:noFill/>
          <a:ln w="6350" cap="flat" cmpd="sng" algn="ctr">
            <a:solidFill>
              <a:srgbClr val="4472C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76" name="Straight Arrow Connector 75">
            <a:extLst>
              <a:ext uri="{FF2B5EF4-FFF2-40B4-BE49-F238E27FC236}">
                <a16:creationId xmlns:a16="http://schemas.microsoft.com/office/drawing/2014/main" id="{1B27DC4B-3381-DAE1-EDDA-9644E7325F7D}"/>
              </a:ext>
            </a:extLst>
          </p:cNvPr>
          <p:cNvCxnSpPr>
            <a:cxnSpLocks/>
            <a:stCxn id="66" idx="6"/>
            <a:endCxn id="70" idx="3"/>
          </p:cNvCxnSpPr>
          <p:nvPr/>
        </p:nvCxnSpPr>
        <p:spPr>
          <a:xfrm flipV="1">
            <a:off x="2520766" y="2388326"/>
            <a:ext cx="1176557" cy="562111"/>
          </a:xfrm>
          <a:prstGeom prst="straightConnector1">
            <a:avLst/>
          </a:prstGeom>
          <a:noFill/>
          <a:ln w="19050" cap="flat" cmpd="sng" algn="ctr">
            <a:solidFill>
              <a:schemeClr val="tx1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77" name="Straight Arrow Connector 76">
            <a:extLst>
              <a:ext uri="{FF2B5EF4-FFF2-40B4-BE49-F238E27FC236}">
                <a16:creationId xmlns:a16="http://schemas.microsoft.com/office/drawing/2014/main" id="{0C1E2729-B8F8-1B89-ABB4-A3754ED338CB}"/>
              </a:ext>
            </a:extLst>
          </p:cNvPr>
          <p:cNvCxnSpPr>
            <a:cxnSpLocks/>
            <a:stCxn id="71" idx="6"/>
            <a:endCxn id="70" idx="2"/>
          </p:cNvCxnSpPr>
          <p:nvPr/>
        </p:nvCxnSpPr>
        <p:spPr>
          <a:xfrm>
            <a:off x="3229955" y="1905344"/>
            <a:ext cx="268160" cy="2052"/>
          </a:xfrm>
          <a:prstGeom prst="straightConnector1">
            <a:avLst/>
          </a:prstGeom>
          <a:noFill/>
          <a:ln w="19050" cap="flat" cmpd="sng" algn="ctr">
            <a:solidFill>
              <a:schemeClr val="tx1"/>
            </a:solidFill>
            <a:prstDash val="solid"/>
            <a:miter lim="800000"/>
            <a:tailEnd type="triangle"/>
          </a:ln>
          <a:effectLst/>
        </p:spPr>
      </p:cxnSp>
      <p:sp>
        <p:nvSpPr>
          <p:cNvPr id="78" name="Oval 77">
            <a:extLst>
              <a:ext uri="{FF2B5EF4-FFF2-40B4-BE49-F238E27FC236}">
                <a16:creationId xmlns:a16="http://schemas.microsoft.com/office/drawing/2014/main" id="{FE02E3B5-CE11-99E6-AF38-C50B22FBE172}"/>
              </a:ext>
            </a:extLst>
          </p:cNvPr>
          <p:cNvSpPr/>
          <p:nvPr/>
        </p:nvSpPr>
        <p:spPr>
          <a:xfrm>
            <a:off x="3498115" y="2975798"/>
            <a:ext cx="1360276" cy="1360276"/>
          </a:xfrm>
          <a:prstGeom prst="ellipse">
            <a:avLst/>
          </a:prstGeom>
          <a:solidFill>
            <a:srgbClr val="00B050"/>
          </a:solidFill>
          <a:ln w="12700" cap="flat" cmpd="sng" algn="ctr">
            <a:solidFill>
              <a:schemeClr val="tx1"/>
            </a:solidFill>
            <a:prstDash val="solid"/>
            <a:miter lim="800000"/>
          </a:ln>
          <a:effectLst/>
        </p:spPr>
        <p:txBody>
          <a:bodyPr lIns="0" tIns="0" rIns="0" bIns="0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Throughput</a:t>
            </a:r>
            <a:endParaRPr kumimoji="0" lang="en-IN" sz="24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2A0651F0-4113-2950-FB92-121861A2DA23}"/>
              </a:ext>
            </a:extLst>
          </p:cNvPr>
          <p:cNvCxnSpPr>
            <a:cxnSpLocks/>
            <a:stCxn id="70" idx="4"/>
            <a:endCxn id="78" idx="0"/>
          </p:cNvCxnSpPr>
          <p:nvPr/>
        </p:nvCxnSpPr>
        <p:spPr>
          <a:xfrm>
            <a:off x="4178253" y="2587534"/>
            <a:ext cx="0" cy="388265"/>
          </a:xfrm>
          <a:prstGeom prst="straightConnector1">
            <a:avLst/>
          </a:prstGeom>
          <a:noFill/>
          <a:ln w="19050" cap="flat" cmpd="sng" algn="ctr">
            <a:solidFill>
              <a:schemeClr val="tx1"/>
            </a:solidFill>
            <a:prstDash val="solid"/>
            <a:miter lim="800000"/>
            <a:tailEnd type="triangle"/>
          </a:ln>
          <a:effectLst/>
        </p:spPr>
      </p:cxnSp>
      <p:sp>
        <p:nvSpPr>
          <p:cNvPr id="80" name="Rectangle: Rounded Corners 79">
            <a:extLst>
              <a:ext uri="{FF2B5EF4-FFF2-40B4-BE49-F238E27FC236}">
                <a16:creationId xmlns:a16="http://schemas.microsoft.com/office/drawing/2014/main" id="{64655DF5-C962-D225-D6E0-789E061A5E97}"/>
              </a:ext>
            </a:extLst>
          </p:cNvPr>
          <p:cNvSpPr/>
          <p:nvPr/>
        </p:nvSpPr>
        <p:spPr>
          <a:xfrm>
            <a:off x="5029533" y="1581327"/>
            <a:ext cx="7166219" cy="2537089"/>
          </a:xfrm>
          <a:prstGeom prst="roundRect">
            <a:avLst>
              <a:gd name="adj" fmla="val 7554"/>
            </a:avLst>
          </a:prstGeom>
          <a:solidFill>
            <a:schemeClr val="bg1">
              <a:lumMod val="95000"/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ED4719D7-1BF9-A81E-7C43-376FA5A48C8A}"/>
              </a:ext>
            </a:extLst>
          </p:cNvPr>
          <p:cNvSpPr/>
          <p:nvPr/>
        </p:nvSpPr>
        <p:spPr>
          <a:xfrm>
            <a:off x="5029533" y="2591017"/>
            <a:ext cx="854650" cy="576000"/>
          </a:xfrm>
          <a:prstGeom prst="rect">
            <a:avLst/>
          </a:prstGeom>
          <a:solidFill>
            <a:srgbClr val="92D050">
              <a:alpha val="79000"/>
            </a:srgbClr>
          </a:solidFill>
          <a:ln w="25400" cap="flat" cmpd="sng" algn="ctr">
            <a:noFill/>
            <a:prstDash val="solid"/>
          </a:ln>
          <a:effectLst/>
        </p:spPr>
        <p:txBody>
          <a:bodyPr rtlCol="0" anchor="ctr">
            <a:normAutofit/>
          </a:bodyPr>
          <a:lstStyle/>
          <a:p>
            <a:pPr algn="ctr">
              <a:lnSpc>
                <a:spcPct val="120000"/>
              </a:lnSpc>
              <a:spcBef>
                <a:spcPts val="600"/>
              </a:spcBef>
            </a:pPr>
            <a:r>
              <a:rPr lang="en-IN" kern="0" dirty="0">
                <a:solidFill>
                  <a:srgbClr val="000000"/>
                </a:solidFill>
                <a:latin typeface="Arial"/>
              </a:rPr>
              <a:t>EIRP</a:t>
            </a:r>
          </a:p>
        </p:txBody>
      </p:sp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DD003A5B-0D35-B7F9-2966-525E2DD3AF77}"/>
              </a:ext>
            </a:extLst>
          </p:cNvPr>
          <p:cNvCxnSpPr>
            <a:cxnSpLocks/>
            <a:stCxn id="81" idx="3"/>
            <a:endCxn id="85" idx="1"/>
          </p:cNvCxnSpPr>
          <p:nvPr/>
        </p:nvCxnSpPr>
        <p:spPr>
          <a:xfrm>
            <a:off x="5884183" y="2879017"/>
            <a:ext cx="441791" cy="0"/>
          </a:xfrm>
          <a:prstGeom prst="line">
            <a:avLst/>
          </a:prstGeom>
          <a:noFill/>
          <a:ln w="25400" cap="flat" cmpd="sng" algn="ctr">
            <a:solidFill>
              <a:srgbClr val="FF0000"/>
            </a:solidFill>
            <a:prstDash val="solid"/>
            <a:headEnd type="none" w="med" len="med"/>
            <a:tailEnd type="arrow" w="med" len="med"/>
          </a:ln>
          <a:effectLst/>
        </p:spPr>
      </p:cxnSp>
      <p:sp>
        <p:nvSpPr>
          <p:cNvPr id="83" name="Rectangle 82">
            <a:extLst>
              <a:ext uri="{FF2B5EF4-FFF2-40B4-BE49-F238E27FC236}">
                <a16:creationId xmlns:a16="http://schemas.microsoft.com/office/drawing/2014/main" id="{8F25604D-50B3-F8B4-E7EE-F19F545E36F4}"/>
              </a:ext>
            </a:extLst>
          </p:cNvPr>
          <p:cNvSpPr/>
          <p:nvPr/>
        </p:nvSpPr>
        <p:spPr>
          <a:xfrm>
            <a:off x="6304073" y="1581327"/>
            <a:ext cx="1256081" cy="576000"/>
          </a:xfrm>
          <a:prstGeom prst="rect">
            <a:avLst/>
          </a:prstGeom>
          <a:solidFill>
            <a:srgbClr val="92D050">
              <a:alpha val="79000"/>
            </a:srgbClr>
          </a:solidFill>
          <a:ln w="25400" cap="flat" cmpd="sng" algn="ctr">
            <a:noFill/>
            <a:prstDash val="solid"/>
          </a:ln>
          <a:effectLst/>
        </p:spPr>
        <p:txBody>
          <a:bodyPr rtlCol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600"/>
              </a:spcBef>
            </a:pPr>
            <a:r>
              <a:rPr lang="en-IN" sz="1600" kern="0" dirty="0">
                <a:solidFill>
                  <a:srgbClr val="000000"/>
                </a:solidFill>
                <a:latin typeface="Arial"/>
              </a:rPr>
              <a:t>Distance</a:t>
            </a:r>
            <a:br>
              <a:rPr lang="en-IN" sz="1600" kern="0" dirty="0">
                <a:solidFill>
                  <a:srgbClr val="000000"/>
                </a:solidFill>
                <a:latin typeface="Arial"/>
              </a:rPr>
            </a:br>
            <a:r>
              <a:rPr lang="en-IN" sz="1600" kern="0" dirty="0">
                <a:solidFill>
                  <a:srgbClr val="000000"/>
                </a:solidFill>
                <a:latin typeface="Arial"/>
              </a:rPr>
              <a:t>Pathloss</a:t>
            </a:r>
          </a:p>
        </p:txBody>
      </p:sp>
      <p:cxnSp>
        <p:nvCxnSpPr>
          <p:cNvPr id="84" name="Straight Connector 83">
            <a:extLst>
              <a:ext uri="{FF2B5EF4-FFF2-40B4-BE49-F238E27FC236}">
                <a16:creationId xmlns:a16="http://schemas.microsoft.com/office/drawing/2014/main" id="{51FE812A-C9DD-A8B9-368B-5DE16C937281}"/>
              </a:ext>
            </a:extLst>
          </p:cNvPr>
          <p:cNvCxnSpPr>
            <a:cxnSpLocks/>
            <a:stCxn id="83" idx="2"/>
            <a:endCxn id="85" idx="0"/>
          </p:cNvCxnSpPr>
          <p:nvPr/>
        </p:nvCxnSpPr>
        <p:spPr>
          <a:xfrm>
            <a:off x="6932114" y="2157327"/>
            <a:ext cx="0" cy="433690"/>
          </a:xfrm>
          <a:prstGeom prst="line">
            <a:avLst/>
          </a:prstGeom>
          <a:noFill/>
          <a:ln w="25400" cap="flat" cmpd="sng" algn="ctr">
            <a:solidFill>
              <a:srgbClr val="FF0000"/>
            </a:solidFill>
            <a:prstDash val="solid"/>
            <a:headEnd type="none" w="med" len="med"/>
            <a:tailEnd type="arrow" w="med" len="med"/>
          </a:ln>
          <a:effectLst/>
        </p:spPr>
      </p:cxnSp>
      <p:sp>
        <p:nvSpPr>
          <p:cNvPr id="85" name="Rectangle 84">
            <a:extLst>
              <a:ext uri="{FF2B5EF4-FFF2-40B4-BE49-F238E27FC236}">
                <a16:creationId xmlns:a16="http://schemas.microsoft.com/office/drawing/2014/main" id="{FA133782-6B15-B3C2-E2D6-674942F17CC9}"/>
              </a:ext>
            </a:extLst>
          </p:cNvPr>
          <p:cNvSpPr/>
          <p:nvPr/>
        </p:nvSpPr>
        <p:spPr>
          <a:xfrm>
            <a:off x="6325974" y="2591017"/>
            <a:ext cx="1212280" cy="576000"/>
          </a:xfrm>
          <a:prstGeom prst="rect">
            <a:avLst/>
          </a:prstGeom>
          <a:blipFill>
            <a:blip r:embed="rId2"/>
            <a:stretch>
              <a:fillRect/>
            </a:stretch>
          </a:blipFill>
          <a:ln w="25400" cap="flat" cmpd="sng" algn="ctr">
            <a:noFill/>
            <a:prstDash val="solid"/>
          </a:ln>
          <a:effectLst/>
        </p:spPr>
        <p:txBody>
          <a:bodyPr lIns="72000" tIns="72000" rIns="72000" bIns="72000" rtlCol="0" anchor="ctr" anchorCtr="0">
            <a:normAutofit/>
          </a:bodyPr>
          <a:lstStyle/>
          <a:p>
            <a:pPr algn="ctr">
              <a:spcBef>
                <a:spcPts val="600"/>
              </a:spcBef>
            </a:pPr>
            <a:r>
              <a:rPr lang="en-US" kern="0" dirty="0">
                <a:solidFill>
                  <a:srgbClr val="000000"/>
                </a:solidFill>
                <a:latin typeface="Arial"/>
              </a:rPr>
              <a:t>SNR</a:t>
            </a:r>
            <a:endParaRPr lang="en-IN" kern="0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7B92BC19-578B-105A-3077-B194FFC98DEA}"/>
              </a:ext>
            </a:extLst>
          </p:cNvPr>
          <p:cNvSpPr/>
          <p:nvPr/>
        </p:nvSpPr>
        <p:spPr>
          <a:xfrm>
            <a:off x="6248332" y="3542416"/>
            <a:ext cx="1367561" cy="576000"/>
          </a:xfrm>
          <a:prstGeom prst="rect">
            <a:avLst/>
          </a:prstGeom>
          <a:solidFill>
            <a:srgbClr val="92D050">
              <a:alpha val="79000"/>
            </a:srgbClr>
          </a:solidFill>
          <a:ln w="25400" cap="flat" cmpd="sng" algn="ctr">
            <a:noFill/>
            <a:prstDash val="solid"/>
          </a:ln>
          <a:effectLst/>
        </p:spPr>
        <p:txBody>
          <a:bodyPr rtlCol="0" anchor="ctr">
            <a:normAutofit/>
          </a:bodyPr>
          <a:lstStyle/>
          <a:p>
            <a:pPr algn="ctr">
              <a:lnSpc>
                <a:spcPct val="120000"/>
              </a:lnSpc>
              <a:spcBef>
                <a:spcPts val="600"/>
              </a:spcBef>
            </a:pPr>
            <a:r>
              <a:rPr lang="en-US" sz="1600" kern="0" dirty="0">
                <a:solidFill>
                  <a:srgbClr val="000000"/>
                </a:solidFill>
                <a:latin typeface="Arial"/>
              </a:rPr>
              <a:t>Noise Floor</a:t>
            </a:r>
            <a:endParaRPr lang="en-IN" sz="1600" kern="0" dirty="0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D91F8266-5B83-1D2A-F178-A05B314FBBE8}"/>
              </a:ext>
            </a:extLst>
          </p:cNvPr>
          <p:cNvCxnSpPr>
            <a:cxnSpLocks/>
            <a:stCxn id="86" idx="0"/>
            <a:endCxn id="85" idx="2"/>
          </p:cNvCxnSpPr>
          <p:nvPr/>
        </p:nvCxnSpPr>
        <p:spPr>
          <a:xfrm flipV="1">
            <a:off x="6932113" y="3167017"/>
            <a:ext cx="1" cy="375399"/>
          </a:xfrm>
          <a:prstGeom prst="line">
            <a:avLst/>
          </a:prstGeom>
          <a:noFill/>
          <a:ln w="25400" cap="flat" cmpd="sng" algn="ctr">
            <a:solidFill>
              <a:srgbClr val="FF0000"/>
            </a:solidFill>
            <a:prstDash val="solid"/>
            <a:headEnd type="none" w="med" len="med"/>
            <a:tailEnd type="arrow" w="med" len="med"/>
          </a:ln>
          <a:effectLst/>
        </p:spPr>
      </p:cxnSp>
      <p:cxnSp>
        <p:nvCxnSpPr>
          <p:cNvPr id="88" name="Straight Connector 87">
            <a:extLst>
              <a:ext uri="{FF2B5EF4-FFF2-40B4-BE49-F238E27FC236}">
                <a16:creationId xmlns:a16="http://schemas.microsoft.com/office/drawing/2014/main" id="{3DE2CA44-617C-F6AF-2668-327469C8004A}"/>
              </a:ext>
            </a:extLst>
          </p:cNvPr>
          <p:cNvCxnSpPr>
            <a:cxnSpLocks/>
            <a:stCxn id="85" idx="3"/>
            <a:endCxn id="89" idx="1"/>
          </p:cNvCxnSpPr>
          <p:nvPr/>
        </p:nvCxnSpPr>
        <p:spPr>
          <a:xfrm>
            <a:off x="7538254" y="2879017"/>
            <a:ext cx="579692" cy="0"/>
          </a:xfrm>
          <a:prstGeom prst="line">
            <a:avLst/>
          </a:prstGeom>
          <a:noFill/>
          <a:ln w="25400" cap="flat" cmpd="sng" algn="ctr">
            <a:solidFill>
              <a:srgbClr val="FF0000"/>
            </a:solidFill>
            <a:prstDash val="solid"/>
            <a:headEnd type="none" w="med" len="med"/>
            <a:tailEnd type="arrow" w="med" len="med"/>
          </a:ln>
          <a:effectLst/>
        </p:spPr>
      </p:cxnSp>
      <p:sp>
        <p:nvSpPr>
          <p:cNvPr id="89" name="Rectangle 88">
            <a:extLst>
              <a:ext uri="{FF2B5EF4-FFF2-40B4-BE49-F238E27FC236}">
                <a16:creationId xmlns:a16="http://schemas.microsoft.com/office/drawing/2014/main" id="{70C7BE47-87AE-7198-B7D2-44B0BB23C927}"/>
              </a:ext>
            </a:extLst>
          </p:cNvPr>
          <p:cNvSpPr/>
          <p:nvPr/>
        </p:nvSpPr>
        <p:spPr>
          <a:xfrm>
            <a:off x="8117946" y="2591017"/>
            <a:ext cx="990600" cy="576000"/>
          </a:xfrm>
          <a:prstGeom prst="rect">
            <a:avLst/>
          </a:prstGeom>
          <a:blipFill>
            <a:blip r:embed="rId2"/>
            <a:stretch>
              <a:fillRect/>
            </a:stretch>
          </a:blipFill>
          <a:ln w="25400" cap="flat" cmpd="sng" algn="ctr">
            <a:noFill/>
            <a:prstDash val="solid"/>
          </a:ln>
          <a:effectLst/>
        </p:spPr>
        <p:txBody>
          <a:bodyPr lIns="72000" tIns="72000" rIns="72000" bIns="72000" rtlCol="0" anchor="ctr" anchorCtr="0">
            <a:normAutofit/>
          </a:bodyPr>
          <a:lstStyle/>
          <a:p>
            <a:pPr algn="ctr">
              <a:spcBef>
                <a:spcPts val="600"/>
              </a:spcBef>
            </a:pPr>
            <a:r>
              <a:rPr lang="en-IN" kern="0" dirty="0">
                <a:solidFill>
                  <a:srgbClr val="000000"/>
                </a:solidFill>
                <a:latin typeface="Arial"/>
              </a:rPr>
              <a:t>PER</a:t>
            </a:r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73716F34-71E9-A1AF-3C28-9387C79B4706}"/>
              </a:ext>
            </a:extLst>
          </p:cNvPr>
          <p:cNvSpPr/>
          <p:nvPr/>
        </p:nvSpPr>
        <p:spPr>
          <a:xfrm>
            <a:off x="8879946" y="1581327"/>
            <a:ext cx="1044420" cy="576000"/>
          </a:xfrm>
          <a:prstGeom prst="rect">
            <a:avLst/>
          </a:prstGeom>
          <a:solidFill>
            <a:srgbClr val="92D050">
              <a:alpha val="79000"/>
            </a:srgbClr>
          </a:solidFill>
          <a:ln w="25400" cap="flat" cmpd="sng" algn="ctr">
            <a:noFill/>
            <a:prstDash val="solid"/>
          </a:ln>
          <a:effectLst/>
        </p:spPr>
        <p:txBody>
          <a:bodyPr rtlCol="0" anchor="ctr">
            <a:norm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IN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MCS</a:t>
            </a:r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4618EE40-2C57-3B1A-287D-E64EBBB9795F}"/>
              </a:ext>
            </a:extLst>
          </p:cNvPr>
          <p:cNvSpPr/>
          <p:nvPr/>
        </p:nvSpPr>
        <p:spPr>
          <a:xfrm>
            <a:off x="10524570" y="2591017"/>
            <a:ext cx="1671182" cy="576000"/>
          </a:xfrm>
          <a:prstGeom prst="rect">
            <a:avLst/>
          </a:prstGeom>
          <a:solidFill>
            <a:srgbClr val="F3A671"/>
          </a:solidFill>
          <a:ln w="25400" cap="flat" cmpd="sng" algn="ctr">
            <a:noFill/>
            <a:prstDash val="solid"/>
          </a:ln>
          <a:effectLst/>
        </p:spPr>
        <p:txBody>
          <a:bodyPr rtlCol="0" anchor="ctr">
            <a:normAutofit fontScale="92500"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IN" sz="240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Throughput</a:t>
            </a:r>
          </a:p>
        </p:txBody>
      </p:sp>
      <p:cxnSp>
        <p:nvCxnSpPr>
          <p:cNvPr id="92" name="Straight Connector 91">
            <a:extLst>
              <a:ext uri="{FF2B5EF4-FFF2-40B4-BE49-F238E27FC236}">
                <a16:creationId xmlns:a16="http://schemas.microsoft.com/office/drawing/2014/main" id="{C7D5A110-55A3-5E0F-A116-B29EE9EAD8BE}"/>
              </a:ext>
            </a:extLst>
          </p:cNvPr>
          <p:cNvCxnSpPr>
            <a:cxnSpLocks/>
            <a:stCxn id="89" idx="3"/>
            <a:endCxn id="91" idx="1"/>
          </p:cNvCxnSpPr>
          <p:nvPr/>
        </p:nvCxnSpPr>
        <p:spPr>
          <a:xfrm>
            <a:off x="9108546" y="2879017"/>
            <a:ext cx="1416024" cy="0"/>
          </a:xfrm>
          <a:prstGeom prst="line">
            <a:avLst/>
          </a:prstGeom>
          <a:noFill/>
          <a:ln w="25400" cap="flat" cmpd="sng" algn="ctr">
            <a:solidFill>
              <a:srgbClr val="FF0000"/>
            </a:solidFill>
            <a:prstDash val="solid"/>
            <a:headEnd type="none" w="med" len="med"/>
            <a:tailEnd type="arrow" w="med" len="med"/>
          </a:ln>
          <a:effectLst/>
        </p:spPr>
      </p:cxnSp>
      <p:cxnSp>
        <p:nvCxnSpPr>
          <p:cNvPr id="93" name="Connector: Elbow 92">
            <a:extLst>
              <a:ext uri="{FF2B5EF4-FFF2-40B4-BE49-F238E27FC236}">
                <a16:creationId xmlns:a16="http://schemas.microsoft.com/office/drawing/2014/main" id="{DF7A48A8-468E-75EC-5D09-64B138C2FA7C}"/>
              </a:ext>
            </a:extLst>
          </p:cNvPr>
          <p:cNvCxnSpPr>
            <a:cxnSpLocks/>
            <a:stCxn id="90" idx="2"/>
          </p:cNvCxnSpPr>
          <p:nvPr/>
        </p:nvCxnSpPr>
        <p:spPr>
          <a:xfrm rot="16200000" flipH="1">
            <a:off x="9341413" y="2218069"/>
            <a:ext cx="721690" cy="600205"/>
          </a:xfrm>
          <a:prstGeom prst="bentConnector3">
            <a:avLst>
              <a:gd name="adj1" fmla="val 30125"/>
            </a:avLst>
          </a:prstGeom>
          <a:noFill/>
          <a:ln w="25400" cap="flat" cmpd="sng" algn="ctr">
            <a:solidFill>
              <a:srgbClr val="FF0000"/>
            </a:solidFill>
            <a:prstDash val="solid"/>
            <a:headEnd type="none" w="med" len="med"/>
            <a:tailEnd type="arrow" w="med" len="med"/>
          </a:ln>
          <a:effectLst/>
        </p:spPr>
      </p:cxnSp>
      <p:sp>
        <p:nvSpPr>
          <p:cNvPr id="94" name="TextBox 93">
            <a:extLst>
              <a:ext uri="{FF2B5EF4-FFF2-40B4-BE49-F238E27FC236}">
                <a16:creationId xmlns:a16="http://schemas.microsoft.com/office/drawing/2014/main" id="{B615A92A-C528-359A-F428-80FA73D9B490}"/>
              </a:ext>
            </a:extLst>
          </p:cNvPr>
          <p:cNvSpPr txBox="1"/>
          <p:nvPr/>
        </p:nvSpPr>
        <p:spPr>
          <a:xfrm>
            <a:off x="9925048" y="2396463"/>
            <a:ext cx="643207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1600" kern="0" dirty="0">
                <a:solidFill>
                  <a:srgbClr val="000000"/>
                </a:solidFill>
                <a:latin typeface="Arial"/>
              </a:rPr>
              <a:t>Rate</a:t>
            </a:r>
            <a:endParaRPr lang="en-IN" sz="1600" dirty="0"/>
          </a:p>
        </p:txBody>
      </p:sp>
      <p:cxnSp>
        <p:nvCxnSpPr>
          <p:cNvPr id="95" name="Connector: Elbow 94">
            <a:extLst>
              <a:ext uri="{FF2B5EF4-FFF2-40B4-BE49-F238E27FC236}">
                <a16:creationId xmlns:a16="http://schemas.microsoft.com/office/drawing/2014/main" id="{3A82D023-92A9-E695-B3CD-6C987AE14001}"/>
              </a:ext>
            </a:extLst>
          </p:cNvPr>
          <p:cNvCxnSpPr>
            <a:cxnSpLocks/>
            <a:stCxn id="90" idx="2"/>
            <a:endCxn id="89" idx="1"/>
          </p:cNvCxnSpPr>
          <p:nvPr/>
        </p:nvCxnSpPr>
        <p:spPr>
          <a:xfrm rot="5400000">
            <a:off x="8399206" y="1876067"/>
            <a:ext cx="721690" cy="1284210"/>
          </a:xfrm>
          <a:prstGeom prst="bentConnector4">
            <a:avLst>
              <a:gd name="adj1" fmla="val 30047"/>
              <a:gd name="adj2" fmla="val 117801"/>
            </a:avLst>
          </a:prstGeom>
          <a:noFill/>
          <a:ln w="25400" cap="flat" cmpd="sng" algn="ctr">
            <a:solidFill>
              <a:srgbClr val="FF0000"/>
            </a:solidFill>
            <a:prstDash val="solid"/>
            <a:headEnd type="none" w="med" len="med"/>
            <a:tailEnd type="arrow" w="med" len="med"/>
          </a:ln>
          <a:effectLst/>
        </p:spPr>
      </p:cxnSp>
    </p:spTree>
    <p:extLst>
      <p:ext uri="{BB962C8B-B14F-4D97-AF65-F5344CB8AC3E}">
        <p14:creationId xmlns:p14="http://schemas.microsoft.com/office/powerpoint/2010/main" val="256989050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 2013 - 2022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 2013 - 2022</Template>
  <TotalTime>19</TotalTime>
  <Words>21</Words>
  <Application>Microsoft Office PowerPoint</Application>
  <PresentationFormat>Custom</PresentationFormat>
  <Paragraphs>16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Nithish K Gnani</dc:creator>
  <cp:lastModifiedBy>Nithish K Gnani</cp:lastModifiedBy>
  <cp:revision>6</cp:revision>
  <dcterms:created xsi:type="dcterms:W3CDTF">2023-08-11T13:09:16Z</dcterms:created>
  <dcterms:modified xsi:type="dcterms:W3CDTF">2023-08-11T13:31:30Z</dcterms:modified>
</cp:coreProperties>
</file>