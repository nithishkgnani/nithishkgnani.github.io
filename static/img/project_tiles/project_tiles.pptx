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57" r:id="rId4"/>
    <p:sldId id="256" r:id="rId5"/>
    <p:sldId id="260" r:id="rId6"/>
  </p:sldIdLst>
  <p:sldSz cx="12192000" cy="609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97916"/>
            <a:ext cx="9144000" cy="2122864"/>
          </a:xfrm>
        </p:spPr>
        <p:txBody>
          <a:bodyPr anchor="b"/>
          <a:lstStyle>
            <a:lvl1pPr algn="ctr">
              <a:defRPr sz="53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02646"/>
            <a:ext cx="9144000" cy="1472172"/>
          </a:xfrm>
        </p:spPr>
        <p:txBody>
          <a:bodyPr/>
          <a:lstStyle>
            <a:lvl1pPr marL="0" indent="0" algn="ctr">
              <a:buNone/>
              <a:defRPr sz="2134"/>
            </a:lvl1pPr>
            <a:lvl2pPr marL="406497" indent="0" algn="ctr">
              <a:buNone/>
              <a:defRPr sz="1778"/>
            </a:lvl2pPr>
            <a:lvl3pPr marL="812993" indent="0" algn="ctr">
              <a:buNone/>
              <a:defRPr sz="1600"/>
            </a:lvl3pPr>
            <a:lvl4pPr marL="1219490" indent="0" algn="ctr">
              <a:buNone/>
              <a:defRPr sz="1423"/>
            </a:lvl4pPr>
            <a:lvl5pPr marL="1625986" indent="0" algn="ctr">
              <a:buNone/>
              <a:defRPr sz="1423"/>
            </a:lvl5pPr>
            <a:lvl6pPr marL="2032483" indent="0" algn="ctr">
              <a:buNone/>
              <a:defRPr sz="1423"/>
            </a:lvl6pPr>
            <a:lvl7pPr marL="2438979" indent="0" algn="ctr">
              <a:buNone/>
              <a:defRPr sz="1423"/>
            </a:lvl7pPr>
            <a:lvl8pPr marL="2845476" indent="0" algn="ctr">
              <a:buNone/>
              <a:defRPr sz="1423"/>
            </a:lvl8pPr>
            <a:lvl9pPr marL="3251972" indent="0" algn="ctr">
              <a:buNone/>
              <a:defRPr sz="14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4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20163"/>
            <a:ext cx="10515600" cy="2536427"/>
          </a:xfrm>
        </p:spPr>
        <p:txBody>
          <a:bodyPr anchor="b"/>
          <a:lstStyle>
            <a:lvl1pPr>
              <a:defRPr sz="53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080586"/>
            <a:ext cx="10515600" cy="1333847"/>
          </a:xfrm>
        </p:spPr>
        <p:txBody>
          <a:bodyPr/>
          <a:lstStyle>
            <a:lvl1pPr marL="0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1pPr>
            <a:lvl2pPr marL="406497" indent="0">
              <a:buNone/>
              <a:defRPr sz="1778">
                <a:solidFill>
                  <a:schemeClr val="tx1">
                    <a:tint val="75000"/>
                  </a:schemeClr>
                </a:solidFill>
              </a:defRPr>
            </a:lvl2pPr>
            <a:lvl3pPr marL="8129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219490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4pPr>
            <a:lvl5pPr marL="1625986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5pPr>
            <a:lvl6pPr marL="2032483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6pPr>
            <a:lvl7pPr marL="2438979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7pPr>
            <a:lvl8pPr marL="2845476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8pPr>
            <a:lvl9pPr marL="3251972" indent="0">
              <a:buNone/>
              <a:defRPr sz="14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2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23200"/>
            <a:ext cx="5181600" cy="386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23200"/>
            <a:ext cx="5181600" cy="386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22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24641"/>
            <a:ext cx="10515600" cy="11785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94756"/>
            <a:ext cx="5157787" cy="732557"/>
          </a:xfrm>
        </p:spPr>
        <p:txBody>
          <a:bodyPr anchor="b"/>
          <a:lstStyle>
            <a:lvl1pPr marL="0" indent="0">
              <a:buNone/>
              <a:defRPr sz="2134" b="1"/>
            </a:lvl1pPr>
            <a:lvl2pPr marL="406497" indent="0">
              <a:buNone/>
              <a:defRPr sz="1778" b="1"/>
            </a:lvl2pPr>
            <a:lvl3pPr marL="812993" indent="0">
              <a:buNone/>
              <a:defRPr sz="1600" b="1"/>
            </a:lvl3pPr>
            <a:lvl4pPr marL="1219490" indent="0">
              <a:buNone/>
              <a:defRPr sz="1423" b="1"/>
            </a:lvl4pPr>
            <a:lvl5pPr marL="1625986" indent="0">
              <a:buNone/>
              <a:defRPr sz="1423" b="1"/>
            </a:lvl5pPr>
            <a:lvl6pPr marL="2032483" indent="0">
              <a:buNone/>
              <a:defRPr sz="1423" b="1"/>
            </a:lvl6pPr>
            <a:lvl7pPr marL="2438979" indent="0">
              <a:buNone/>
              <a:defRPr sz="1423" b="1"/>
            </a:lvl7pPr>
            <a:lvl8pPr marL="2845476" indent="0">
              <a:buNone/>
              <a:defRPr sz="1423" b="1"/>
            </a:lvl8pPr>
            <a:lvl9pPr marL="3251972" indent="0">
              <a:buNone/>
              <a:defRPr sz="14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227313"/>
            <a:ext cx="5157787" cy="32760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94756"/>
            <a:ext cx="5183188" cy="732557"/>
          </a:xfrm>
        </p:spPr>
        <p:txBody>
          <a:bodyPr anchor="b"/>
          <a:lstStyle>
            <a:lvl1pPr marL="0" indent="0">
              <a:buNone/>
              <a:defRPr sz="2134" b="1"/>
            </a:lvl1pPr>
            <a:lvl2pPr marL="406497" indent="0">
              <a:buNone/>
              <a:defRPr sz="1778" b="1"/>
            </a:lvl2pPr>
            <a:lvl3pPr marL="812993" indent="0">
              <a:buNone/>
              <a:defRPr sz="1600" b="1"/>
            </a:lvl3pPr>
            <a:lvl4pPr marL="1219490" indent="0">
              <a:buNone/>
              <a:defRPr sz="1423" b="1"/>
            </a:lvl4pPr>
            <a:lvl5pPr marL="1625986" indent="0">
              <a:buNone/>
              <a:defRPr sz="1423" b="1"/>
            </a:lvl5pPr>
            <a:lvl6pPr marL="2032483" indent="0">
              <a:buNone/>
              <a:defRPr sz="1423" b="1"/>
            </a:lvl6pPr>
            <a:lvl7pPr marL="2438979" indent="0">
              <a:buNone/>
              <a:defRPr sz="1423" b="1"/>
            </a:lvl7pPr>
            <a:lvl8pPr marL="2845476" indent="0">
              <a:buNone/>
              <a:defRPr sz="1423" b="1"/>
            </a:lvl8pPr>
            <a:lvl9pPr marL="3251972" indent="0">
              <a:buNone/>
              <a:defRPr sz="14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27313"/>
            <a:ext cx="5183188" cy="32760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7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6506"/>
            <a:ext cx="3932237" cy="1422771"/>
          </a:xfrm>
        </p:spPr>
        <p:txBody>
          <a:bodyPr anchor="b"/>
          <a:lstStyle>
            <a:lvl1pPr>
              <a:defRPr sz="28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77940"/>
            <a:ext cx="6172200" cy="4333240"/>
          </a:xfrm>
        </p:spPr>
        <p:txBody>
          <a:bodyPr/>
          <a:lstStyle>
            <a:lvl1pPr>
              <a:defRPr sz="2845"/>
            </a:lvl1pPr>
            <a:lvl2pPr>
              <a:defRPr sz="2489"/>
            </a:lvl2pPr>
            <a:lvl3pPr>
              <a:defRPr sz="2134"/>
            </a:lvl3pPr>
            <a:lvl4pPr>
              <a:defRPr sz="1778"/>
            </a:lvl4pPr>
            <a:lvl5pPr>
              <a:defRPr sz="1778"/>
            </a:lvl5pPr>
            <a:lvl6pPr>
              <a:defRPr sz="1778"/>
            </a:lvl6pPr>
            <a:lvl7pPr>
              <a:defRPr sz="1778"/>
            </a:lvl7pPr>
            <a:lvl8pPr>
              <a:defRPr sz="1778"/>
            </a:lvl8pPr>
            <a:lvl9pPr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29276"/>
            <a:ext cx="3932237" cy="3388961"/>
          </a:xfrm>
        </p:spPr>
        <p:txBody>
          <a:bodyPr/>
          <a:lstStyle>
            <a:lvl1pPr marL="0" indent="0">
              <a:buNone/>
              <a:defRPr sz="1423"/>
            </a:lvl1pPr>
            <a:lvl2pPr marL="406497" indent="0">
              <a:buNone/>
              <a:defRPr sz="1245"/>
            </a:lvl2pPr>
            <a:lvl3pPr marL="812993" indent="0">
              <a:buNone/>
              <a:defRPr sz="1067"/>
            </a:lvl3pPr>
            <a:lvl4pPr marL="1219490" indent="0">
              <a:buNone/>
              <a:defRPr sz="889"/>
            </a:lvl4pPr>
            <a:lvl5pPr marL="1625986" indent="0">
              <a:buNone/>
              <a:defRPr sz="889"/>
            </a:lvl5pPr>
            <a:lvl6pPr marL="2032483" indent="0">
              <a:buNone/>
              <a:defRPr sz="889"/>
            </a:lvl6pPr>
            <a:lvl7pPr marL="2438979" indent="0">
              <a:buNone/>
              <a:defRPr sz="889"/>
            </a:lvl7pPr>
            <a:lvl8pPr marL="2845476" indent="0">
              <a:buNone/>
              <a:defRPr sz="889"/>
            </a:lvl8pPr>
            <a:lvl9pPr marL="3251972" indent="0">
              <a:buNone/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0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6506"/>
            <a:ext cx="3932237" cy="1422771"/>
          </a:xfrm>
        </p:spPr>
        <p:txBody>
          <a:bodyPr anchor="b"/>
          <a:lstStyle>
            <a:lvl1pPr>
              <a:defRPr sz="28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77940"/>
            <a:ext cx="6172200" cy="4333240"/>
          </a:xfrm>
        </p:spPr>
        <p:txBody>
          <a:bodyPr anchor="t"/>
          <a:lstStyle>
            <a:lvl1pPr marL="0" indent="0">
              <a:buNone/>
              <a:defRPr sz="2845"/>
            </a:lvl1pPr>
            <a:lvl2pPr marL="406497" indent="0">
              <a:buNone/>
              <a:defRPr sz="2489"/>
            </a:lvl2pPr>
            <a:lvl3pPr marL="812993" indent="0">
              <a:buNone/>
              <a:defRPr sz="2134"/>
            </a:lvl3pPr>
            <a:lvl4pPr marL="1219490" indent="0">
              <a:buNone/>
              <a:defRPr sz="1778"/>
            </a:lvl4pPr>
            <a:lvl5pPr marL="1625986" indent="0">
              <a:buNone/>
              <a:defRPr sz="1778"/>
            </a:lvl5pPr>
            <a:lvl6pPr marL="2032483" indent="0">
              <a:buNone/>
              <a:defRPr sz="1778"/>
            </a:lvl6pPr>
            <a:lvl7pPr marL="2438979" indent="0">
              <a:buNone/>
              <a:defRPr sz="1778"/>
            </a:lvl7pPr>
            <a:lvl8pPr marL="2845476" indent="0">
              <a:buNone/>
              <a:defRPr sz="1778"/>
            </a:lvl8pPr>
            <a:lvl9pPr marL="3251972" indent="0">
              <a:buNone/>
              <a:defRPr sz="177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29276"/>
            <a:ext cx="3932237" cy="3388961"/>
          </a:xfrm>
        </p:spPr>
        <p:txBody>
          <a:bodyPr/>
          <a:lstStyle>
            <a:lvl1pPr marL="0" indent="0">
              <a:buNone/>
              <a:defRPr sz="1423"/>
            </a:lvl1pPr>
            <a:lvl2pPr marL="406497" indent="0">
              <a:buNone/>
              <a:defRPr sz="1245"/>
            </a:lvl2pPr>
            <a:lvl3pPr marL="812993" indent="0">
              <a:buNone/>
              <a:defRPr sz="1067"/>
            </a:lvl3pPr>
            <a:lvl4pPr marL="1219490" indent="0">
              <a:buNone/>
              <a:defRPr sz="889"/>
            </a:lvl4pPr>
            <a:lvl5pPr marL="1625986" indent="0">
              <a:buNone/>
              <a:defRPr sz="889"/>
            </a:lvl5pPr>
            <a:lvl6pPr marL="2032483" indent="0">
              <a:buNone/>
              <a:defRPr sz="889"/>
            </a:lvl6pPr>
            <a:lvl7pPr marL="2438979" indent="0">
              <a:buNone/>
              <a:defRPr sz="889"/>
            </a:lvl7pPr>
            <a:lvl8pPr marL="2845476" indent="0">
              <a:buNone/>
              <a:defRPr sz="889"/>
            </a:lvl8pPr>
            <a:lvl9pPr marL="3251972" indent="0">
              <a:buNone/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8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24640"/>
            <a:ext cx="2628900" cy="51674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24640"/>
            <a:ext cx="7734300" cy="51674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5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24641"/>
            <a:ext cx="10515600" cy="1178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23200"/>
            <a:ext cx="10515600" cy="3868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651561"/>
            <a:ext cx="2743200" cy="324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2E4F8-C044-415E-8912-C024A323E978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651561"/>
            <a:ext cx="4114800" cy="324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651561"/>
            <a:ext cx="2743200" cy="3246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5152B-15D9-4F74-8810-AD57FBEB7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06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993" rtl="0" eaLnBrk="1" latinLnBrk="0" hangingPunct="1">
        <a:lnSpc>
          <a:spcPct val="90000"/>
        </a:lnSpc>
        <a:spcBef>
          <a:spcPct val="0"/>
        </a:spcBef>
        <a:buNone/>
        <a:defRPr sz="39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248" indent="-203248" algn="l" defTabSz="81299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2489" kern="1200">
          <a:solidFill>
            <a:schemeClr val="tx1"/>
          </a:solidFill>
          <a:latin typeface="+mn-lt"/>
          <a:ea typeface="+mn-ea"/>
          <a:cs typeface="+mn-cs"/>
        </a:defRPr>
      </a:lvl1pPr>
      <a:lvl2pPr marL="609745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34" kern="1200">
          <a:solidFill>
            <a:schemeClr val="tx1"/>
          </a:solidFill>
          <a:latin typeface="+mn-lt"/>
          <a:ea typeface="+mn-ea"/>
          <a:cs typeface="+mn-cs"/>
        </a:defRPr>
      </a:lvl2pPr>
      <a:lvl3pPr marL="1016241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422738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234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5731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2227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8724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5220" indent="-203248" algn="l" defTabSz="812993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497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993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490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986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2483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8979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5476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1972" algn="l" defTabSz="81299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4B936B-3008-C346-3B68-E263B71CBC6D}"/>
              </a:ext>
            </a:extLst>
          </p:cNvPr>
          <p:cNvSpPr/>
          <p:nvPr/>
        </p:nvSpPr>
        <p:spPr>
          <a:xfrm>
            <a:off x="0" y="0"/>
            <a:ext cx="12192000" cy="6097587"/>
          </a:xfrm>
          <a:prstGeom prst="roundRect">
            <a:avLst>
              <a:gd name="adj" fmla="val 3581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4A41EC-DD9C-773D-6702-2F4E8C66F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19844"/>
            <a:ext cx="1087755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599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5E4AA1-81F3-6B79-4AFA-F37A278162A8}"/>
              </a:ext>
            </a:extLst>
          </p:cNvPr>
          <p:cNvSpPr/>
          <p:nvPr/>
        </p:nvSpPr>
        <p:spPr>
          <a:xfrm>
            <a:off x="1" y="548481"/>
            <a:ext cx="12192000" cy="4791371"/>
          </a:xfrm>
          <a:prstGeom prst="roundRect">
            <a:avLst>
              <a:gd name="adj" fmla="val 7554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8FE1E5-F061-38D9-9D4A-A529505F0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7" y="548481"/>
            <a:ext cx="8989525" cy="479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2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">
            <a:extLst>
              <a:ext uri="{FF2B5EF4-FFF2-40B4-BE49-F238E27FC236}">
                <a16:creationId xmlns:a16="http://schemas.microsoft.com/office/drawing/2014/main" id="{AF7E7F5E-3F8E-3FDA-7A42-4981B87003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" t="659" r="797" b="12461"/>
          <a:stretch/>
        </p:blipFill>
        <p:spPr bwMode="auto">
          <a:xfrm>
            <a:off x="19049" y="1905063"/>
            <a:ext cx="3971925" cy="216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17612EF-B9BF-C7EC-CE6C-EDC80B43A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974" y="1876424"/>
            <a:ext cx="8182821" cy="221939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5CE6AE5-DC08-F1F7-E70D-12B0FD005A1F}"/>
              </a:ext>
            </a:extLst>
          </p:cNvPr>
          <p:cNvSpPr/>
          <p:nvPr/>
        </p:nvSpPr>
        <p:spPr>
          <a:xfrm>
            <a:off x="18205" y="1876423"/>
            <a:ext cx="12154746" cy="22193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09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0159ABC9-B814-EE4C-F1BC-C519BA51D723}"/>
              </a:ext>
            </a:extLst>
          </p:cNvPr>
          <p:cNvSpPr/>
          <p:nvPr/>
        </p:nvSpPr>
        <p:spPr>
          <a:xfrm>
            <a:off x="0" y="1170355"/>
            <a:ext cx="4858391" cy="3280425"/>
          </a:xfrm>
          <a:prstGeom prst="roundRect">
            <a:avLst>
              <a:gd name="adj" fmla="val 7554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6CEF78A-6721-4E28-9509-B192BB96EB6C}"/>
              </a:ext>
            </a:extLst>
          </p:cNvPr>
          <p:cNvSpPr/>
          <p:nvPr/>
        </p:nvSpPr>
        <p:spPr>
          <a:xfrm>
            <a:off x="393533" y="1515610"/>
            <a:ext cx="989348" cy="953897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EIRP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832DD6A-B72D-6DE3-9491-9BB06C5AAAC1}"/>
              </a:ext>
            </a:extLst>
          </p:cNvPr>
          <p:cNvSpPr/>
          <p:nvPr/>
        </p:nvSpPr>
        <p:spPr>
          <a:xfrm>
            <a:off x="1160490" y="2270299"/>
            <a:ext cx="1360276" cy="136027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SNR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885FCF6-50C2-2C1B-B3EA-22BD4E9D658A}"/>
              </a:ext>
            </a:extLst>
          </p:cNvPr>
          <p:cNvSpPr/>
          <p:nvPr/>
        </p:nvSpPr>
        <p:spPr>
          <a:xfrm>
            <a:off x="0" y="2524540"/>
            <a:ext cx="989348" cy="965971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Noise Floor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FD386AE-AAC6-D0F2-8A4A-62CDD240A728}"/>
              </a:ext>
            </a:extLst>
          </p:cNvPr>
          <p:cNvSpPr/>
          <p:nvPr/>
        </p:nvSpPr>
        <p:spPr>
          <a:xfrm>
            <a:off x="393533" y="3501512"/>
            <a:ext cx="989348" cy="938267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Channel Model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CB9176B-6153-1876-BDA3-F94A00D86D91}"/>
              </a:ext>
            </a:extLst>
          </p:cNvPr>
          <p:cNvSpPr/>
          <p:nvPr/>
        </p:nvSpPr>
        <p:spPr>
          <a:xfrm>
            <a:off x="2348803" y="3501512"/>
            <a:ext cx="989348" cy="938266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Distance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0B3023F-1EA2-EF81-4850-4874CC37DB4B}"/>
              </a:ext>
            </a:extLst>
          </p:cNvPr>
          <p:cNvSpPr/>
          <p:nvPr/>
        </p:nvSpPr>
        <p:spPr>
          <a:xfrm>
            <a:off x="3498115" y="1227257"/>
            <a:ext cx="1360276" cy="1360276"/>
          </a:xfrm>
          <a:prstGeom prst="ellipse">
            <a:avLst/>
          </a:prstGeom>
          <a:solidFill>
            <a:srgbClr val="F0904E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2400" kern="0" dirty="0">
                <a:solidFill>
                  <a:prstClr val="white"/>
                </a:solidFill>
                <a:latin typeface="Calibri" panose="020F0502020204030204"/>
              </a:rPr>
              <a:t>PER</a:t>
            </a:r>
            <a:endParaRPr lang="en-IN" sz="24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38B89A6-D834-098F-35F4-75B62CA9AD81}"/>
              </a:ext>
            </a:extLst>
          </p:cNvPr>
          <p:cNvSpPr/>
          <p:nvPr/>
        </p:nvSpPr>
        <p:spPr>
          <a:xfrm>
            <a:off x="2206735" y="1422361"/>
            <a:ext cx="1023219" cy="965965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MCS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E0BA049-DACF-AFEB-A88C-AF42D3CAF4F3}"/>
              </a:ext>
            </a:extLst>
          </p:cNvPr>
          <p:cNvCxnSpPr>
            <a:cxnSpLocks/>
            <a:stCxn id="65" idx="5"/>
            <a:endCxn id="66" idx="1"/>
          </p:cNvCxnSpPr>
          <p:nvPr/>
        </p:nvCxnSpPr>
        <p:spPr>
          <a:xfrm>
            <a:off x="1237994" y="2329811"/>
            <a:ext cx="121704" cy="139695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9445148-3A13-C898-1B28-C9A1CD1E5508}"/>
              </a:ext>
            </a:extLst>
          </p:cNvPr>
          <p:cNvCxnSpPr>
            <a:cxnSpLocks/>
            <a:stCxn id="69" idx="1"/>
            <a:endCxn id="66" idx="5"/>
          </p:cNvCxnSpPr>
          <p:nvPr/>
        </p:nvCxnSpPr>
        <p:spPr>
          <a:xfrm flipH="1" flipV="1">
            <a:off x="2321558" y="3431367"/>
            <a:ext cx="172133" cy="20755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EAB4BA2-AAD3-191A-3CE6-0EDE9E75A191}"/>
              </a:ext>
            </a:extLst>
          </p:cNvPr>
          <p:cNvCxnSpPr>
            <a:cxnSpLocks/>
            <a:stCxn id="68" idx="7"/>
            <a:endCxn id="66" idx="3"/>
          </p:cNvCxnSpPr>
          <p:nvPr/>
        </p:nvCxnSpPr>
        <p:spPr>
          <a:xfrm flipV="1">
            <a:off x="1237994" y="3431367"/>
            <a:ext cx="121704" cy="207551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F9F3EB4-1ACE-FB9F-4E0A-78E589E1287B}"/>
              </a:ext>
            </a:extLst>
          </p:cNvPr>
          <p:cNvCxnSpPr>
            <a:cxnSpLocks/>
            <a:stCxn id="67" idx="6"/>
            <a:endCxn id="66" idx="2"/>
          </p:cNvCxnSpPr>
          <p:nvPr/>
        </p:nvCxnSpPr>
        <p:spPr>
          <a:xfrm flipV="1">
            <a:off x="989348" y="2950437"/>
            <a:ext cx="171142" cy="57088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B27DC4B-3381-DAE1-EDDA-9644E7325F7D}"/>
              </a:ext>
            </a:extLst>
          </p:cNvPr>
          <p:cNvCxnSpPr>
            <a:cxnSpLocks/>
            <a:stCxn id="66" idx="6"/>
            <a:endCxn id="70" idx="3"/>
          </p:cNvCxnSpPr>
          <p:nvPr/>
        </p:nvCxnSpPr>
        <p:spPr>
          <a:xfrm flipV="1">
            <a:off x="2520766" y="2388326"/>
            <a:ext cx="1176557" cy="56211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C1E2729-B8F8-1B89-ABB4-A3754ED338CB}"/>
              </a:ext>
            </a:extLst>
          </p:cNvPr>
          <p:cNvCxnSpPr>
            <a:cxnSpLocks/>
            <a:stCxn id="71" idx="6"/>
            <a:endCxn id="70" idx="2"/>
          </p:cNvCxnSpPr>
          <p:nvPr/>
        </p:nvCxnSpPr>
        <p:spPr>
          <a:xfrm>
            <a:off x="3229955" y="1905344"/>
            <a:ext cx="268160" cy="2052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FE02E3B5-CE11-99E6-AF38-C50B22FBE172}"/>
              </a:ext>
            </a:extLst>
          </p:cNvPr>
          <p:cNvSpPr/>
          <p:nvPr/>
        </p:nvSpPr>
        <p:spPr>
          <a:xfrm>
            <a:off x="3498115" y="2975798"/>
            <a:ext cx="1360276" cy="1360276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Throughput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A0651F0-4113-2950-FB92-121861A2DA23}"/>
              </a:ext>
            </a:extLst>
          </p:cNvPr>
          <p:cNvCxnSpPr>
            <a:cxnSpLocks/>
            <a:stCxn id="70" idx="4"/>
            <a:endCxn id="78" idx="0"/>
          </p:cNvCxnSpPr>
          <p:nvPr/>
        </p:nvCxnSpPr>
        <p:spPr>
          <a:xfrm>
            <a:off x="4178253" y="2587534"/>
            <a:ext cx="0" cy="38826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64655DF5-C962-D225-D6E0-789E061A5E97}"/>
              </a:ext>
            </a:extLst>
          </p:cNvPr>
          <p:cNvSpPr/>
          <p:nvPr/>
        </p:nvSpPr>
        <p:spPr>
          <a:xfrm>
            <a:off x="5029533" y="1581327"/>
            <a:ext cx="7166219" cy="2537089"/>
          </a:xfrm>
          <a:prstGeom prst="roundRect">
            <a:avLst>
              <a:gd name="adj" fmla="val 7554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D4719D7-1BF9-A81E-7C43-376FA5A48C8A}"/>
              </a:ext>
            </a:extLst>
          </p:cNvPr>
          <p:cNvSpPr/>
          <p:nvPr/>
        </p:nvSpPr>
        <p:spPr>
          <a:xfrm>
            <a:off x="5029533" y="2591017"/>
            <a:ext cx="854650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IN" kern="0" dirty="0">
                <a:solidFill>
                  <a:srgbClr val="000000"/>
                </a:solidFill>
                <a:latin typeface="Arial"/>
              </a:rPr>
              <a:t>EIRP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D003A5B-0D35-B7F9-2966-525E2DD3AF77}"/>
              </a:ext>
            </a:extLst>
          </p:cNvPr>
          <p:cNvCxnSpPr>
            <a:cxnSpLocks/>
            <a:stCxn id="81" idx="3"/>
            <a:endCxn id="85" idx="1"/>
          </p:cNvCxnSpPr>
          <p:nvPr/>
        </p:nvCxnSpPr>
        <p:spPr>
          <a:xfrm>
            <a:off x="5884183" y="2879017"/>
            <a:ext cx="441791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8F25604D-50B3-F8B4-E7EE-F19F545E36F4}"/>
              </a:ext>
            </a:extLst>
          </p:cNvPr>
          <p:cNvSpPr/>
          <p:nvPr/>
        </p:nvSpPr>
        <p:spPr>
          <a:xfrm>
            <a:off x="6304073" y="1581327"/>
            <a:ext cx="1256081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IN" sz="1600" kern="0" dirty="0">
                <a:solidFill>
                  <a:srgbClr val="000000"/>
                </a:solidFill>
                <a:latin typeface="Arial"/>
              </a:rPr>
              <a:t>Distance</a:t>
            </a:r>
            <a:br>
              <a:rPr lang="en-IN" sz="1600" kern="0" dirty="0">
                <a:solidFill>
                  <a:srgbClr val="000000"/>
                </a:solidFill>
                <a:latin typeface="Arial"/>
              </a:rPr>
            </a:br>
            <a:r>
              <a:rPr lang="en-IN" sz="1600" kern="0" dirty="0">
                <a:solidFill>
                  <a:srgbClr val="000000"/>
                </a:solidFill>
                <a:latin typeface="Arial"/>
              </a:rPr>
              <a:t>Pathloss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1FE812A-C9DD-A8B9-368B-5DE16C937281}"/>
              </a:ext>
            </a:extLst>
          </p:cNvPr>
          <p:cNvCxnSpPr>
            <a:cxnSpLocks/>
            <a:stCxn id="83" idx="2"/>
            <a:endCxn id="85" idx="0"/>
          </p:cNvCxnSpPr>
          <p:nvPr/>
        </p:nvCxnSpPr>
        <p:spPr>
          <a:xfrm>
            <a:off x="6932114" y="2157327"/>
            <a:ext cx="0" cy="43369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FA133782-6B15-B3C2-E2D6-674942F17CC9}"/>
              </a:ext>
            </a:extLst>
          </p:cNvPr>
          <p:cNvSpPr/>
          <p:nvPr/>
        </p:nvSpPr>
        <p:spPr>
          <a:xfrm>
            <a:off x="6325974" y="2591017"/>
            <a:ext cx="1212280" cy="576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25400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US" kern="0" dirty="0">
                <a:solidFill>
                  <a:srgbClr val="000000"/>
                </a:solidFill>
                <a:latin typeface="Arial"/>
              </a:rPr>
              <a:t>SNR</a:t>
            </a:r>
            <a:endParaRPr lang="en-IN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B92BC19-578B-105A-3077-B194FFC98DEA}"/>
              </a:ext>
            </a:extLst>
          </p:cNvPr>
          <p:cNvSpPr/>
          <p:nvPr/>
        </p:nvSpPr>
        <p:spPr>
          <a:xfrm>
            <a:off x="6248332" y="3542416"/>
            <a:ext cx="1367561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600" kern="0" dirty="0">
                <a:solidFill>
                  <a:srgbClr val="000000"/>
                </a:solidFill>
                <a:latin typeface="Arial"/>
              </a:rPr>
              <a:t>Noise Floor</a:t>
            </a:r>
            <a:endParaRPr lang="en-IN" sz="1600" kern="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91F8266-5B83-1D2A-F178-A05B314FBBE8}"/>
              </a:ext>
            </a:extLst>
          </p:cNvPr>
          <p:cNvCxnSpPr>
            <a:cxnSpLocks/>
            <a:stCxn id="86" idx="0"/>
            <a:endCxn id="85" idx="2"/>
          </p:cNvCxnSpPr>
          <p:nvPr/>
        </p:nvCxnSpPr>
        <p:spPr>
          <a:xfrm flipV="1">
            <a:off x="6932113" y="3167017"/>
            <a:ext cx="1" cy="37539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DE2CA44-617C-F6AF-2668-327469C8004A}"/>
              </a:ext>
            </a:extLst>
          </p:cNvPr>
          <p:cNvCxnSpPr>
            <a:cxnSpLocks/>
            <a:stCxn id="85" idx="3"/>
            <a:endCxn id="89" idx="1"/>
          </p:cNvCxnSpPr>
          <p:nvPr/>
        </p:nvCxnSpPr>
        <p:spPr>
          <a:xfrm>
            <a:off x="7538254" y="2879017"/>
            <a:ext cx="579692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70C7BE47-87AE-7198-B7D2-44B0BB23C927}"/>
              </a:ext>
            </a:extLst>
          </p:cNvPr>
          <p:cNvSpPr/>
          <p:nvPr/>
        </p:nvSpPr>
        <p:spPr>
          <a:xfrm>
            <a:off x="8117946" y="2591017"/>
            <a:ext cx="990600" cy="576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25400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IN" kern="0" dirty="0">
                <a:solidFill>
                  <a:srgbClr val="000000"/>
                </a:solidFill>
                <a:latin typeface="Arial"/>
              </a:rPr>
              <a:t>PER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716F34-71E9-A1AF-3C28-9387C79B4706}"/>
              </a:ext>
            </a:extLst>
          </p:cNvPr>
          <p:cNvSpPr/>
          <p:nvPr/>
        </p:nvSpPr>
        <p:spPr>
          <a:xfrm>
            <a:off x="8879946" y="1581327"/>
            <a:ext cx="1044420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MCS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618EE40-2C57-3B1A-287D-E64EBBB9795F}"/>
              </a:ext>
            </a:extLst>
          </p:cNvPr>
          <p:cNvSpPr/>
          <p:nvPr/>
        </p:nvSpPr>
        <p:spPr>
          <a:xfrm>
            <a:off x="10524570" y="2591017"/>
            <a:ext cx="1671182" cy="576000"/>
          </a:xfrm>
          <a:prstGeom prst="rect">
            <a:avLst/>
          </a:prstGeom>
          <a:solidFill>
            <a:srgbClr val="F3A67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 fontScale="925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Throughput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7D5A110-55A3-5E0F-A116-B29EE9EAD8BE}"/>
              </a:ext>
            </a:extLst>
          </p:cNvPr>
          <p:cNvCxnSpPr>
            <a:cxnSpLocks/>
            <a:stCxn id="89" idx="3"/>
            <a:endCxn id="91" idx="1"/>
          </p:cNvCxnSpPr>
          <p:nvPr/>
        </p:nvCxnSpPr>
        <p:spPr>
          <a:xfrm>
            <a:off x="9108546" y="2879017"/>
            <a:ext cx="1416024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DF7A48A8-468E-75EC-5D09-64B138C2FA7C}"/>
              </a:ext>
            </a:extLst>
          </p:cNvPr>
          <p:cNvCxnSpPr>
            <a:cxnSpLocks/>
            <a:stCxn id="90" idx="2"/>
          </p:cNvCxnSpPr>
          <p:nvPr/>
        </p:nvCxnSpPr>
        <p:spPr>
          <a:xfrm rot="16200000" flipH="1">
            <a:off x="9341413" y="2218069"/>
            <a:ext cx="721690" cy="600205"/>
          </a:xfrm>
          <a:prstGeom prst="bentConnector3">
            <a:avLst>
              <a:gd name="adj1" fmla="val 30125"/>
            </a:avLst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615A92A-C528-359A-F428-80FA73D9B490}"/>
              </a:ext>
            </a:extLst>
          </p:cNvPr>
          <p:cNvSpPr txBox="1"/>
          <p:nvPr/>
        </p:nvSpPr>
        <p:spPr>
          <a:xfrm>
            <a:off x="9925048" y="2396463"/>
            <a:ext cx="64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kern="0" dirty="0">
                <a:solidFill>
                  <a:srgbClr val="000000"/>
                </a:solidFill>
                <a:latin typeface="Arial"/>
              </a:rPr>
              <a:t>Rate</a:t>
            </a:r>
            <a:endParaRPr lang="en-IN" sz="1600" dirty="0"/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3A82D023-92A9-E695-B3CD-6C987AE14001}"/>
              </a:ext>
            </a:extLst>
          </p:cNvPr>
          <p:cNvCxnSpPr>
            <a:cxnSpLocks/>
            <a:stCxn id="90" idx="2"/>
            <a:endCxn id="89" idx="1"/>
          </p:cNvCxnSpPr>
          <p:nvPr/>
        </p:nvCxnSpPr>
        <p:spPr>
          <a:xfrm rot="5400000">
            <a:off x="8399206" y="1876067"/>
            <a:ext cx="721690" cy="1284210"/>
          </a:xfrm>
          <a:prstGeom prst="bentConnector4">
            <a:avLst>
              <a:gd name="adj1" fmla="val 30047"/>
              <a:gd name="adj2" fmla="val 117801"/>
            </a:avLst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6989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0159ABC9-B814-EE4C-F1BC-C519BA51D723}"/>
              </a:ext>
            </a:extLst>
          </p:cNvPr>
          <p:cNvSpPr/>
          <p:nvPr/>
        </p:nvSpPr>
        <p:spPr>
          <a:xfrm>
            <a:off x="633045" y="555685"/>
            <a:ext cx="9714523" cy="4986215"/>
          </a:xfrm>
          <a:prstGeom prst="roundRect">
            <a:avLst>
              <a:gd name="adj" fmla="val 7554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DB89D-35DD-5D8D-6217-6D8FEBE2B9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2" b="1564"/>
          <a:stretch/>
        </p:blipFill>
        <p:spPr>
          <a:xfrm>
            <a:off x="5722320" y="555686"/>
            <a:ext cx="3810993" cy="4986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1AC6E6-F56C-E94F-68B2-892FDCE0A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45848" y="555684"/>
            <a:ext cx="3736968" cy="498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47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24</TotalTime>
  <Words>21</Words>
  <Application>Microsoft Office PowerPoint</Application>
  <PresentationFormat>Custom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Nithish K Gnani</dc:creator>
  <cp:lastModifiedBy>Nithish K Gnani</cp:lastModifiedBy>
  <cp:revision>7</cp:revision>
  <dcterms:created xsi:type="dcterms:W3CDTF">2023-08-11T13:09:16Z</dcterms:created>
  <dcterms:modified xsi:type="dcterms:W3CDTF">2023-11-25T14:28:42Z</dcterms:modified>
</cp:coreProperties>
</file>