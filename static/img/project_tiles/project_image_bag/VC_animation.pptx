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73152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76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60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97187"/>
            <a:ext cx="6217920" cy="2546773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842174"/>
            <a:ext cx="5486400" cy="1766146"/>
          </a:xfrm>
        </p:spPr>
        <p:txBody>
          <a:bodyPr/>
          <a:lstStyle>
            <a:lvl1pPr marL="0" indent="0" algn="ctr">
              <a:buNone/>
              <a:defRPr sz="1920"/>
            </a:lvl1pPr>
            <a:lvl2pPr marL="365760" indent="0" algn="ctr">
              <a:buNone/>
              <a:defRPr sz="1600"/>
            </a:lvl2pPr>
            <a:lvl3pPr marL="731520" indent="0" algn="ctr">
              <a:buNone/>
              <a:defRPr sz="1440"/>
            </a:lvl3pPr>
            <a:lvl4pPr marL="1097280" indent="0" algn="ctr">
              <a:buNone/>
              <a:defRPr sz="1280"/>
            </a:lvl4pPr>
            <a:lvl5pPr marL="1463040" indent="0" algn="ctr">
              <a:buNone/>
              <a:defRPr sz="1280"/>
            </a:lvl5pPr>
            <a:lvl6pPr marL="1828800" indent="0" algn="ctr">
              <a:buNone/>
              <a:defRPr sz="1280"/>
            </a:lvl6pPr>
            <a:lvl7pPr marL="2194560" indent="0" algn="ctr">
              <a:buNone/>
              <a:defRPr sz="1280"/>
            </a:lvl7pPr>
            <a:lvl8pPr marL="2560320" indent="0" algn="ctr">
              <a:buNone/>
              <a:defRPr sz="1280"/>
            </a:lvl8pPr>
            <a:lvl9pPr marL="292608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8861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5847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9110" y="1823722"/>
            <a:ext cx="6309360" cy="3042919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9110" y="4895429"/>
            <a:ext cx="6309360" cy="1600199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/>
                </a:solidFill>
              </a:defRPr>
            </a:lvl1pPr>
            <a:lvl2pPr marL="3657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73152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09728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46304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19456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256032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292608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5795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2920" y="1947333"/>
            <a:ext cx="3108960" cy="46414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03320" y="1947333"/>
            <a:ext cx="3108960" cy="46414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0997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389468"/>
            <a:ext cx="6309360" cy="14139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3874" y="1793241"/>
            <a:ext cx="3094672" cy="878839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365760" indent="0">
              <a:buNone/>
              <a:defRPr sz="1600" b="1"/>
            </a:lvl2pPr>
            <a:lvl3pPr marL="731520" indent="0">
              <a:buNone/>
              <a:defRPr sz="1440" b="1"/>
            </a:lvl3pPr>
            <a:lvl4pPr marL="1097280" indent="0">
              <a:buNone/>
              <a:defRPr sz="1280" b="1"/>
            </a:lvl4pPr>
            <a:lvl5pPr marL="1463040" indent="0">
              <a:buNone/>
              <a:defRPr sz="1280" b="1"/>
            </a:lvl5pPr>
            <a:lvl6pPr marL="1828800" indent="0">
              <a:buNone/>
              <a:defRPr sz="1280" b="1"/>
            </a:lvl6pPr>
            <a:lvl7pPr marL="2194560" indent="0">
              <a:buNone/>
              <a:defRPr sz="1280" b="1"/>
            </a:lvl7pPr>
            <a:lvl8pPr marL="2560320" indent="0">
              <a:buNone/>
              <a:defRPr sz="1280" b="1"/>
            </a:lvl8pPr>
            <a:lvl9pPr marL="292608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874" y="2672080"/>
            <a:ext cx="3094672" cy="3930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703320" y="1793241"/>
            <a:ext cx="3109913" cy="878839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365760" indent="0">
              <a:buNone/>
              <a:defRPr sz="1600" b="1"/>
            </a:lvl2pPr>
            <a:lvl3pPr marL="731520" indent="0">
              <a:buNone/>
              <a:defRPr sz="1440" b="1"/>
            </a:lvl3pPr>
            <a:lvl4pPr marL="1097280" indent="0">
              <a:buNone/>
              <a:defRPr sz="1280" b="1"/>
            </a:lvl4pPr>
            <a:lvl5pPr marL="1463040" indent="0">
              <a:buNone/>
              <a:defRPr sz="1280" b="1"/>
            </a:lvl5pPr>
            <a:lvl6pPr marL="1828800" indent="0">
              <a:buNone/>
              <a:defRPr sz="1280" b="1"/>
            </a:lvl6pPr>
            <a:lvl7pPr marL="2194560" indent="0">
              <a:buNone/>
              <a:defRPr sz="1280" b="1"/>
            </a:lvl7pPr>
            <a:lvl8pPr marL="2560320" indent="0">
              <a:buNone/>
              <a:defRPr sz="1280" b="1"/>
            </a:lvl8pPr>
            <a:lvl9pPr marL="2926080" indent="0">
              <a:buNone/>
              <a:defRPr sz="1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703320" y="2672080"/>
            <a:ext cx="3109913" cy="3930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3579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9134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1683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487680"/>
            <a:ext cx="2359342" cy="170688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09913" y="1053255"/>
            <a:ext cx="3703320" cy="5198533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873" y="2194560"/>
            <a:ext cx="2359342" cy="4065694"/>
          </a:xfrm>
        </p:spPr>
        <p:txBody>
          <a:bodyPr/>
          <a:lstStyle>
            <a:lvl1pPr marL="0" indent="0">
              <a:buNone/>
              <a:defRPr sz="1280"/>
            </a:lvl1pPr>
            <a:lvl2pPr marL="365760" indent="0">
              <a:buNone/>
              <a:defRPr sz="1120"/>
            </a:lvl2pPr>
            <a:lvl3pPr marL="731520" indent="0">
              <a:buNone/>
              <a:defRPr sz="960"/>
            </a:lvl3pPr>
            <a:lvl4pPr marL="1097280" indent="0">
              <a:buNone/>
              <a:defRPr sz="800"/>
            </a:lvl4pPr>
            <a:lvl5pPr marL="1463040" indent="0">
              <a:buNone/>
              <a:defRPr sz="800"/>
            </a:lvl5pPr>
            <a:lvl6pPr marL="1828800" indent="0">
              <a:buNone/>
              <a:defRPr sz="800"/>
            </a:lvl6pPr>
            <a:lvl7pPr marL="2194560" indent="0">
              <a:buNone/>
              <a:defRPr sz="800"/>
            </a:lvl7pPr>
            <a:lvl8pPr marL="2560320" indent="0">
              <a:buNone/>
              <a:defRPr sz="800"/>
            </a:lvl8pPr>
            <a:lvl9pPr marL="2926080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1433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73" y="487680"/>
            <a:ext cx="2359342" cy="170688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109913" y="1053255"/>
            <a:ext cx="3703320" cy="5198533"/>
          </a:xfrm>
        </p:spPr>
        <p:txBody>
          <a:bodyPr anchor="t"/>
          <a:lstStyle>
            <a:lvl1pPr marL="0" indent="0">
              <a:buNone/>
              <a:defRPr sz="2560"/>
            </a:lvl1pPr>
            <a:lvl2pPr marL="365760" indent="0">
              <a:buNone/>
              <a:defRPr sz="2240"/>
            </a:lvl2pPr>
            <a:lvl3pPr marL="731520" indent="0">
              <a:buNone/>
              <a:defRPr sz="1920"/>
            </a:lvl3pPr>
            <a:lvl4pPr marL="1097280" indent="0">
              <a:buNone/>
              <a:defRPr sz="1600"/>
            </a:lvl4pPr>
            <a:lvl5pPr marL="1463040" indent="0">
              <a:buNone/>
              <a:defRPr sz="1600"/>
            </a:lvl5pPr>
            <a:lvl6pPr marL="1828800" indent="0">
              <a:buNone/>
              <a:defRPr sz="1600"/>
            </a:lvl6pPr>
            <a:lvl7pPr marL="2194560" indent="0">
              <a:buNone/>
              <a:defRPr sz="1600"/>
            </a:lvl7pPr>
            <a:lvl8pPr marL="2560320" indent="0">
              <a:buNone/>
              <a:defRPr sz="1600"/>
            </a:lvl8pPr>
            <a:lvl9pPr marL="292608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873" y="2194560"/>
            <a:ext cx="2359342" cy="4065694"/>
          </a:xfrm>
        </p:spPr>
        <p:txBody>
          <a:bodyPr/>
          <a:lstStyle>
            <a:lvl1pPr marL="0" indent="0">
              <a:buNone/>
              <a:defRPr sz="1280"/>
            </a:lvl1pPr>
            <a:lvl2pPr marL="365760" indent="0">
              <a:buNone/>
              <a:defRPr sz="1120"/>
            </a:lvl2pPr>
            <a:lvl3pPr marL="731520" indent="0">
              <a:buNone/>
              <a:defRPr sz="960"/>
            </a:lvl3pPr>
            <a:lvl4pPr marL="1097280" indent="0">
              <a:buNone/>
              <a:defRPr sz="800"/>
            </a:lvl4pPr>
            <a:lvl5pPr marL="1463040" indent="0">
              <a:buNone/>
              <a:defRPr sz="800"/>
            </a:lvl5pPr>
            <a:lvl6pPr marL="1828800" indent="0">
              <a:buNone/>
              <a:defRPr sz="800"/>
            </a:lvl6pPr>
            <a:lvl7pPr marL="2194560" indent="0">
              <a:buNone/>
              <a:defRPr sz="800"/>
            </a:lvl7pPr>
            <a:lvl8pPr marL="2560320" indent="0">
              <a:buNone/>
              <a:defRPr sz="800"/>
            </a:lvl8pPr>
            <a:lvl9pPr marL="2926080" indent="0">
              <a:buNone/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1480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5963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234940" y="389467"/>
            <a:ext cx="1577340" cy="619929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2920" y="389467"/>
            <a:ext cx="4640580" cy="619929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5480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2920" y="389468"/>
            <a:ext cx="6309360" cy="14139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2920" y="1947333"/>
            <a:ext cx="6309360" cy="4641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2920" y="6780108"/>
            <a:ext cx="164592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8D9AFB-DC08-40E0-9969-ECD54231B75C}" type="datetimeFigureOut">
              <a:rPr lang="en-IN" smtClean="0"/>
              <a:t>08-08-2023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23160" y="6780108"/>
            <a:ext cx="246888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166360" y="6780108"/>
            <a:ext cx="164592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8977DA-4E0A-4D9A-A916-BDCB825432E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37723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3152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73152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201168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37744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indent="-182880" algn="l" defTabSz="73152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80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56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32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6080" algn="l" defTabSz="73152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99392E-B95D-9F1C-B225-3874ACE4F561}"/>
              </a:ext>
            </a:extLst>
          </p:cNvPr>
          <p:cNvSpPr/>
          <p:nvPr/>
        </p:nvSpPr>
        <p:spPr>
          <a:xfrm>
            <a:off x="8680" y="-1"/>
            <a:ext cx="7306519" cy="7395885"/>
          </a:xfrm>
          <a:prstGeom prst="rect">
            <a:avLst/>
          </a:prstGeom>
          <a:solidFill>
            <a:srgbClr val="647687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Simulation_Clip2">
            <a:hlinkClick r:id="" action="ppaction://media"/>
            <a:extLst>
              <a:ext uri="{FF2B5EF4-FFF2-40B4-BE49-F238E27FC236}">
                <a16:creationId xmlns:a16="http://schemas.microsoft.com/office/drawing/2014/main" id="{B6D2EF43-B37D-2F98-7229-53D8C9D075E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825" y="3254192"/>
            <a:ext cx="7288947" cy="41416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7CE6E7-5C3F-2EBE-D8EF-6379CD362E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877" y="1981200"/>
            <a:ext cx="4971446" cy="113022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7A47AF4-7C34-A0AC-CBA3-68055AB7202B}"/>
              </a:ext>
            </a:extLst>
          </p:cNvPr>
          <p:cNvSpPr/>
          <p:nvPr/>
        </p:nvSpPr>
        <p:spPr>
          <a:xfrm>
            <a:off x="3464983" y="2244397"/>
            <a:ext cx="699246" cy="64223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08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A973B9-1983-1CC2-2B90-E306649541F0}"/>
              </a:ext>
            </a:extLst>
          </p:cNvPr>
          <p:cNvSpPr txBox="1"/>
          <p:nvPr/>
        </p:nvSpPr>
        <p:spPr>
          <a:xfrm>
            <a:off x="6539703" y="3282711"/>
            <a:ext cx="760069" cy="2590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40" dirty="0"/>
              <a:t>100 seats</a:t>
            </a:r>
            <a:endParaRPr lang="en-IN" sz="108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E86FD0-4118-5026-E9A1-C14FE98F0E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819" y="114169"/>
            <a:ext cx="5715798" cy="17242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12340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2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9</TotalTime>
  <Words>2</Words>
  <Application>Microsoft Office PowerPoint</Application>
  <PresentationFormat>Custom</PresentationFormat>
  <Paragraphs>1</Paragraphs>
  <Slides>1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Nithish K Gnani</dc:creator>
  <cp:lastModifiedBy>Nithish K Gnani</cp:lastModifiedBy>
  <cp:revision>4</cp:revision>
  <dcterms:created xsi:type="dcterms:W3CDTF">2023-08-08T17:01:35Z</dcterms:created>
  <dcterms:modified xsi:type="dcterms:W3CDTF">2023-08-08T17:40:29Z</dcterms:modified>
</cp:coreProperties>
</file>