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315200" cy="7315200"/>
  <p:notesSz cx="6858000" cy="9144000"/>
  <p:defaultTextStyle>
    <a:defPPr>
      <a:defRPr lang="en-US"/>
    </a:defPPr>
    <a:lvl1pPr marL="0" algn="l" defTabSz="457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92" algn="l" defTabSz="457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84" algn="l" defTabSz="457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76" algn="l" defTabSz="457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68" algn="l" defTabSz="457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60" algn="l" defTabSz="457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52" algn="l" defTabSz="457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44" algn="l" defTabSz="457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36" algn="l" defTabSz="45719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75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1" y="1197188"/>
            <a:ext cx="6217920" cy="254677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3842174"/>
            <a:ext cx="5486400" cy="1766146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94" indent="0" algn="ctr">
              <a:buNone/>
              <a:defRPr sz="1600"/>
            </a:lvl2pPr>
            <a:lvl3pPr marL="731588" indent="0" algn="ctr">
              <a:buNone/>
              <a:defRPr sz="1440"/>
            </a:lvl3pPr>
            <a:lvl4pPr marL="1097381" indent="0" algn="ctr">
              <a:buNone/>
              <a:defRPr sz="1280"/>
            </a:lvl4pPr>
            <a:lvl5pPr marL="1463175" indent="0" algn="ctr">
              <a:buNone/>
              <a:defRPr sz="1280"/>
            </a:lvl5pPr>
            <a:lvl6pPr marL="1828969" indent="0" algn="ctr">
              <a:buNone/>
              <a:defRPr sz="1280"/>
            </a:lvl6pPr>
            <a:lvl7pPr marL="2194763" indent="0" algn="ctr">
              <a:buNone/>
              <a:defRPr sz="1280"/>
            </a:lvl7pPr>
            <a:lvl8pPr marL="2560556" indent="0" algn="ctr">
              <a:buNone/>
              <a:defRPr sz="1280"/>
            </a:lvl8pPr>
            <a:lvl9pPr marL="292635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84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823723"/>
            <a:ext cx="6309360" cy="304291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4895430"/>
            <a:ext cx="6309360" cy="1600199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/>
                </a:solidFill>
              </a:defRPr>
            </a:lvl1pPr>
            <a:lvl2pPr marL="3657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8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381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175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969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763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556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35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79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947334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947334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997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4" y="389468"/>
            <a:ext cx="630936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793241"/>
            <a:ext cx="3094672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94" indent="0">
              <a:buNone/>
              <a:defRPr sz="1600" b="1"/>
            </a:lvl2pPr>
            <a:lvl3pPr marL="731588" indent="0">
              <a:buNone/>
              <a:defRPr sz="1440" b="1"/>
            </a:lvl3pPr>
            <a:lvl4pPr marL="1097381" indent="0">
              <a:buNone/>
              <a:defRPr sz="1280" b="1"/>
            </a:lvl4pPr>
            <a:lvl5pPr marL="1463175" indent="0">
              <a:buNone/>
              <a:defRPr sz="1280" b="1"/>
            </a:lvl5pPr>
            <a:lvl6pPr marL="1828969" indent="0">
              <a:buNone/>
              <a:defRPr sz="1280" b="1"/>
            </a:lvl6pPr>
            <a:lvl7pPr marL="2194763" indent="0">
              <a:buNone/>
              <a:defRPr sz="1280" b="1"/>
            </a:lvl7pPr>
            <a:lvl8pPr marL="2560556" indent="0">
              <a:buNone/>
              <a:defRPr sz="1280" b="1"/>
            </a:lvl8pPr>
            <a:lvl9pPr marL="292635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672081"/>
            <a:ext cx="3094672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1" y="1793241"/>
            <a:ext cx="3109913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94" indent="0">
              <a:buNone/>
              <a:defRPr sz="1600" b="1"/>
            </a:lvl2pPr>
            <a:lvl3pPr marL="731588" indent="0">
              <a:buNone/>
              <a:defRPr sz="1440" b="1"/>
            </a:lvl3pPr>
            <a:lvl4pPr marL="1097381" indent="0">
              <a:buNone/>
              <a:defRPr sz="1280" b="1"/>
            </a:lvl4pPr>
            <a:lvl5pPr marL="1463175" indent="0">
              <a:buNone/>
              <a:defRPr sz="1280" b="1"/>
            </a:lvl5pPr>
            <a:lvl6pPr marL="1828969" indent="0">
              <a:buNone/>
              <a:defRPr sz="1280" b="1"/>
            </a:lvl6pPr>
            <a:lvl7pPr marL="2194763" indent="0">
              <a:buNone/>
              <a:defRPr sz="1280" b="1"/>
            </a:lvl7pPr>
            <a:lvl8pPr marL="2560556" indent="0">
              <a:buNone/>
              <a:defRPr sz="1280" b="1"/>
            </a:lvl8pPr>
            <a:lvl9pPr marL="292635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1" y="2672081"/>
            <a:ext cx="3109913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579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3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683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4" y="487681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053255"/>
            <a:ext cx="3703320" cy="519853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4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94" indent="0">
              <a:buNone/>
              <a:defRPr sz="1120"/>
            </a:lvl2pPr>
            <a:lvl3pPr marL="731588" indent="0">
              <a:buNone/>
              <a:defRPr sz="960"/>
            </a:lvl3pPr>
            <a:lvl4pPr marL="1097381" indent="0">
              <a:buNone/>
              <a:defRPr sz="800"/>
            </a:lvl4pPr>
            <a:lvl5pPr marL="1463175" indent="0">
              <a:buNone/>
              <a:defRPr sz="800"/>
            </a:lvl5pPr>
            <a:lvl6pPr marL="1828969" indent="0">
              <a:buNone/>
              <a:defRPr sz="800"/>
            </a:lvl6pPr>
            <a:lvl7pPr marL="2194763" indent="0">
              <a:buNone/>
              <a:defRPr sz="800"/>
            </a:lvl7pPr>
            <a:lvl8pPr marL="2560556" indent="0">
              <a:buNone/>
              <a:defRPr sz="800"/>
            </a:lvl8pPr>
            <a:lvl9pPr marL="292635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43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4" y="487681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053255"/>
            <a:ext cx="3703320" cy="519853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94" indent="0">
              <a:buNone/>
              <a:defRPr sz="2240"/>
            </a:lvl2pPr>
            <a:lvl3pPr marL="731588" indent="0">
              <a:buNone/>
              <a:defRPr sz="1920"/>
            </a:lvl3pPr>
            <a:lvl4pPr marL="1097381" indent="0">
              <a:buNone/>
              <a:defRPr sz="1600"/>
            </a:lvl4pPr>
            <a:lvl5pPr marL="1463175" indent="0">
              <a:buNone/>
              <a:defRPr sz="1600"/>
            </a:lvl5pPr>
            <a:lvl6pPr marL="1828969" indent="0">
              <a:buNone/>
              <a:defRPr sz="1600"/>
            </a:lvl6pPr>
            <a:lvl7pPr marL="2194763" indent="0">
              <a:buNone/>
              <a:defRPr sz="1600"/>
            </a:lvl7pPr>
            <a:lvl8pPr marL="2560556" indent="0">
              <a:buNone/>
              <a:defRPr sz="1600"/>
            </a:lvl8pPr>
            <a:lvl9pPr marL="292635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4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94" indent="0">
              <a:buNone/>
              <a:defRPr sz="1120"/>
            </a:lvl2pPr>
            <a:lvl3pPr marL="731588" indent="0">
              <a:buNone/>
              <a:defRPr sz="960"/>
            </a:lvl3pPr>
            <a:lvl4pPr marL="1097381" indent="0">
              <a:buNone/>
              <a:defRPr sz="800"/>
            </a:lvl4pPr>
            <a:lvl5pPr marL="1463175" indent="0">
              <a:buNone/>
              <a:defRPr sz="800"/>
            </a:lvl5pPr>
            <a:lvl6pPr marL="1828969" indent="0">
              <a:buNone/>
              <a:defRPr sz="800"/>
            </a:lvl6pPr>
            <a:lvl7pPr marL="2194763" indent="0">
              <a:buNone/>
              <a:defRPr sz="800"/>
            </a:lvl7pPr>
            <a:lvl8pPr marL="2560556" indent="0">
              <a:buNone/>
              <a:defRPr sz="800"/>
            </a:lvl8pPr>
            <a:lvl9pPr marL="292635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48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6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89468"/>
            <a:ext cx="157734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89468"/>
            <a:ext cx="464058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8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1" y="389468"/>
            <a:ext cx="630936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1" y="1947334"/>
            <a:ext cx="630936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1" y="6780109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D9AFB-DC08-40E0-9969-ECD54231B75C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1" y="6780109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6780109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977DA-4E0A-4D9A-A916-BDCB8254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77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88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96" indent="-182896" algn="l" defTabSz="731588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91" indent="-182896" algn="l" defTabSz="731588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85" indent="-182896" algn="l" defTabSz="731588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279" indent="-182896" algn="l" defTabSz="731588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6073" indent="-182896" algn="l" defTabSz="731588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866" indent="-182896" algn="l" defTabSz="731588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660" indent="-182896" algn="l" defTabSz="731588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454" indent="-182896" algn="l" defTabSz="731588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9248" indent="-182896" algn="l" defTabSz="731588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88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94" algn="l" defTabSz="731588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88" algn="l" defTabSz="731588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381" algn="l" defTabSz="731588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175" algn="l" defTabSz="731588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969" algn="l" defTabSz="731588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763" algn="l" defTabSz="731588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556" algn="l" defTabSz="731588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350" algn="l" defTabSz="731588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mulation_Clip2">
            <a:hlinkClick r:id="" action="ppaction://media"/>
            <a:extLst>
              <a:ext uri="{FF2B5EF4-FFF2-40B4-BE49-F238E27FC236}">
                <a16:creationId xmlns:a16="http://schemas.microsoft.com/office/drawing/2014/main" id="{B6D2EF43-B37D-2F98-7229-53D8C9D075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25" y="3254192"/>
            <a:ext cx="7288948" cy="4141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7CE6E7-5C3F-2EBE-D8EF-6379CD362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879" y="2043955"/>
            <a:ext cx="4971446" cy="11302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A47AF4-7C34-A0AC-CBA3-68055AB7202B}"/>
              </a:ext>
            </a:extLst>
          </p:cNvPr>
          <p:cNvSpPr/>
          <p:nvPr/>
        </p:nvSpPr>
        <p:spPr>
          <a:xfrm>
            <a:off x="3464984" y="2307152"/>
            <a:ext cx="699247" cy="64223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8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973B9-1983-1CC2-2B90-E306649541F0}"/>
              </a:ext>
            </a:extLst>
          </p:cNvPr>
          <p:cNvSpPr txBox="1"/>
          <p:nvPr/>
        </p:nvSpPr>
        <p:spPr>
          <a:xfrm>
            <a:off x="6539704" y="3282711"/>
            <a:ext cx="760069" cy="22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40" dirty="0"/>
              <a:t>100 seats</a:t>
            </a:r>
            <a:endParaRPr lang="en-IN" sz="108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E86FD0-4118-5026-E9A1-C14FE98F0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501" y="185552"/>
            <a:ext cx="5715798" cy="17242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234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</TotalTime>
  <Words>2</Words>
  <Application>Microsoft Office PowerPoint</Application>
  <PresentationFormat>Custom</PresentationFormat>
  <Paragraphs>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Nithish K Gnani</dc:creator>
  <cp:lastModifiedBy>Nithish K Gnani</cp:lastModifiedBy>
  <cp:revision>7</cp:revision>
  <dcterms:created xsi:type="dcterms:W3CDTF">2023-08-08T17:01:35Z</dcterms:created>
  <dcterms:modified xsi:type="dcterms:W3CDTF">2023-08-10T12:07:09Z</dcterms:modified>
</cp:coreProperties>
</file>