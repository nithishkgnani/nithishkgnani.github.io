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orient="horz" pos="1152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  <p15:guide id="5" orient="horz" pos="3072" userDrawn="1">
          <p15:clr>
            <a:srgbClr val="A4A3A4"/>
          </p15:clr>
        </p15:guide>
        <p15:guide id="6" orient="horz" pos="432" userDrawn="1">
          <p15:clr>
            <a:srgbClr val="A4A3A4"/>
          </p15:clr>
        </p15:guide>
        <p15:guide id="7" orient="horz" pos="3648" userDrawn="1">
          <p15:clr>
            <a:srgbClr val="A4A3A4"/>
          </p15:clr>
        </p15:guide>
        <p15:guide id="8" pos="3839" userDrawn="1">
          <p15:clr>
            <a:srgbClr val="A4A3A4"/>
          </p15:clr>
        </p15:guide>
        <p15:guide id="9" pos="766" userDrawn="1">
          <p15:clr>
            <a:srgbClr val="A4A3A4"/>
          </p15:clr>
        </p15:guide>
        <p15:guide id="10" pos="6912" userDrawn="1">
          <p15:clr>
            <a:srgbClr val="A4A3A4"/>
          </p15:clr>
        </p15:guide>
        <p15:guide id="11" pos="5711" userDrawn="1">
          <p15:clr>
            <a:srgbClr val="A4A3A4"/>
          </p15:clr>
        </p15:guide>
        <p15:guide id="12" pos="7247" userDrawn="1">
          <p15:clr>
            <a:srgbClr val="A4A3A4"/>
          </p15:clr>
        </p15:guide>
        <p15:guide id="13" pos="3695" userDrawn="1">
          <p15:clr>
            <a:srgbClr val="A4A3A4"/>
          </p15:clr>
        </p15:guide>
        <p15:guide id="14" pos="431" userDrawn="1">
          <p15:clr>
            <a:srgbClr val="A4A3A4"/>
          </p15:clr>
        </p15:guide>
        <p15:guide id="15" pos="28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  <a:srgbClr val="C4FF0E"/>
    <a:srgbClr val="99FF99"/>
    <a:srgbClr val="81C0EE"/>
    <a:srgbClr val="F0904E"/>
    <a:srgbClr val="660033"/>
    <a:srgbClr val="F3A671"/>
    <a:srgbClr val="D7E686"/>
    <a:srgbClr val="ED7D31"/>
    <a:srgbClr val="C0E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971" autoAdjust="0"/>
  </p:normalViewPr>
  <p:slideViewPr>
    <p:cSldViewPr>
      <p:cViewPr varScale="1">
        <p:scale>
          <a:sx n="84" d="100"/>
          <a:sy n="84" d="100"/>
        </p:scale>
        <p:origin x="114" y="636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6"/>
        <p:guide pos="6912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8324"/>
    </p:cViewPr>
  </p:sorterViewPr>
  <p:notesViewPr>
    <p:cSldViewPr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ish K" userId="43bfcf3e-fe49-4cb5-aa63-8e643e80348d" providerId="ADAL" clId="{45911B4C-89ED-4211-ACE3-6ADA281FF390}"/>
    <pc:docChg chg="modSld">
      <pc:chgData name="Nithish K" userId="43bfcf3e-fe49-4cb5-aa63-8e643e80348d" providerId="ADAL" clId="{45911B4C-89ED-4211-ACE3-6ADA281FF390}" dt="2021-02-03T12:45:24.811" v="48" actId="6549"/>
      <pc:docMkLst>
        <pc:docMk/>
      </pc:docMkLst>
      <pc:sldChg chg="modSp mod">
        <pc:chgData name="Nithish K" userId="43bfcf3e-fe49-4cb5-aa63-8e643e80348d" providerId="ADAL" clId="{45911B4C-89ED-4211-ACE3-6ADA281FF390}" dt="2021-02-03T12:44:38.882" v="3" actId="20577"/>
        <pc:sldMkLst>
          <pc:docMk/>
          <pc:sldMk cId="1930989867" sldId="369"/>
        </pc:sldMkLst>
        <pc:spChg chg="mod">
          <ac:chgData name="Nithish K" userId="43bfcf3e-fe49-4cb5-aa63-8e643e80348d" providerId="ADAL" clId="{45911B4C-89ED-4211-ACE3-6ADA281FF390}" dt="2021-02-03T12:44:38.882" v="3" actId="20577"/>
          <ac:spMkLst>
            <pc:docMk/>
            <pc:sldMk cId="1930989867" sldId="369"/>
            <ac:spMk id="4" creationId="{E3535B93-3C1F-465E-AE3B-5EDD4A73A4E8}"/>
          </ac:spMkLst>
        </pc:spChg>
      </pc:sldChg>
      <pc:sldChg chg="modSp mod">
        <pc:chgData name="Nithish K" userId="43bfcf3e-fe49-4cb5-aa63-8e643e80348d" providerId="ADAL" clId="{45911B4C-89ED-4211-ACE3-6ADA281FF390}" dt="2021-02-03T12:45:24.811" v="48" actId="6549"/>
        <pc:sldMkLst>
          <pc:docMk/>
          <pc:sldMk cId="2965568436" sldId="370"/>
        </pc:sldMkLst>
        <pc:spChg chg="mod">
          <ac:chgData name="Nithish K" userId="43bfcf3e-fe49-4cb5-aa63-8e643e80348d" providerId="ADAL" clId="{45911B4C-89ED-4211-ACE3-6ADA281FF390}" dt="2021-02-03T12:45:24.811" v="48" actId="6549"/>
          <ac:spMkLst>
            <pc:docMk/>
            <pc:sldMk cId="2965568436" sldId="370"/>
            <ac:spMk id="4" creationId="{614B12C2-7205-43EA-906E-E46700E5EF85}"/>
          </ac:spMkLst>
        </pc:spChg>
      </pc:sldChg>
    </pc:docChg>
  </pc:docChgLst>
  <pc:docChgLst>
    <pc:chgData name="Nithish K" userId="43bfcf3e-fe49-4cb5-aa63-8e643e80348d" providerId="ADAL" clId="{91BD4E44-7F16-45B4-9E6F-B62267A80741}"/>
    <pc:docChg chg="undo custSel delSld modSld sldOrd">
      <pc:chgData name="Nithish K" userId="43bfcf3e-fe49-4cb5-aa63-8e643e80348d" providerId="ADAL" clId="{91BD4E44-7F16-45B4-9E6F-B62267A80741}" dt="2021-02-03T15:33:25.805" v="65" actId="20577"/>
      <pc:docMkLst>
        <pc:docMk/>
      </pc:docMkLst>
      <pc:sldChg chg="delSp modSp mod">
        <pc:chgData name="Nithish K" userId="43bfcf3e-fe49-4cb5-aa63-8e643e80348d" providerId="ADAL" clId="{91BD4E44-7F16-45B4-9E6F-B62267A80741}" dt="2021-02-03T14:39:23.677" v="35" actId="1076"/>
        <pc:sldMkLst>
          <pc:docMk/>
          <pc:sldMk cId="1303733256" sldId="260"/>
        </pc:sldMkLst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4" creationId="{82402854-4878-4D9A-B49C-2C210096DF6C}"/>
          </ac:spMkLst>
        </pc:spChg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18" creationId="{24BFE8C6-860F-40C8-821E-8F295D6B30E9}"/>
          </ac:spMkLst>
        </pc:spChg>
        <pc:spChg chg="del">
          <ac:chgData name="Nithish K" userId="43bfcf3e-fe49-4cb5-aa63-8e643e80348d" providerId="ADAL" clId="{91BD4E44-7F16-45B4-9E6F-B62267A80741}" dt="2021-02-03T14:39:15.102" v="34" actId="478"/>
          <ac:spMkLst>
            <pc:docMk/>
            <pc:sldMk cId="1303733256" sldId="260"/>
            <ac:spMk id="19" creationId="{7174756A-5D0E-411F-9B39-219559467415}"/>
          </ac:spMkLst>
        </pc:spChg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22" creationId="{3EBB33A7-7E4F-4653-BD80-0E146AE65A6D}"/>
          </ac:spMkLst>
        </pc:spChg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30" creationId="{6A3B9E23-A392-4FC9-820C-8A7BA0CA65F7}"/>
          </ac:spMkLst>
        </pc:spChg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31" creationId="{D94FA4D4-940F-4734-A498-8F696C53A8E1}"/>
          </ac:spMkLst>
        </pc:spChg>
        <pc:grpChg chg="mod">
          <ac:chgData name="Nithish K" userId="43bfcf3e-fe49-4cb5-aa63-8e643e80348d" providerId="ADAL" clId="{91BD4E44-7F16-45B4-9E6F-B62267A80741}" dt="2021-02-03T14:39:23.677" v="35" actId="1076"/>
          <ac:grpSpMkLst>
            <pc:docMk/>
            <pc:sldMk cId="1303733256" sldId="260"/>
            <ac:grpSpMk id="32" creationId="{51426072-853A-463D-88AE-7B25E45E294B}"/>
          </ac:grpSpMkLst>
        </pc:grpChg>
        <pc:picChg chg="mod">
          <ac:chgData name="Nithish K" userId="43bfcf3e-fe49-4cb5-aa63-8e643e80348d" providerId="ADAL" clId="{91BD4E44-7F16-45B4-9E6F-B62267A80741}" dt="2021-02-03T14:39:23.677" v="35" actId="1076"/>
          <ac:picMkLst>
            <pc:docMk/>
            <pc:sldMk cId="1303733256" sldId="260"/>
            <ac:picMk id="20" creationId="{2987CA1F-B48A-4366-8B47-AE18B5B3230F}"/>
          </ac:picMkLst>
        </pc:picChg>
        <pc:picChg chg="mod">
          <ac:chgData name="Nithish K" userId="43bfcf3e-fe49-4cb5-aa63-8e643e80348d" providerId="ADAL" clId="{91BD4E44-7F16-45B4-9E6F-B62267A80741}" dt="2021-02-03T14:39:23.677" v="35" actId="1076"/>
          <ac:picMkLst>
            <pc:docMk/>
            <pc:sldMk cId="1303733256" sldId="260"/>
            <ac:picMk id="21" creationId="{DBCA2D32-A15D-40E1-98BD-11DD2B5D345A}"/>
          </ac:picMkLst>
        </pc:picChg>
      </pc:sldChg>
      <pc:sldChg chg="modSp mod">
        <pc:chgData name="Nithish K" userId="43bfcf3e-fe49-4cb5-aa63-8e643e80348d" providerId="ADAL" clId="{91BD4E44-7F16-45B4-9E6F-B62267A80741}" dt="2021-02-03T14:50:55.293" v="45" actId="6549"/>
        <pc:sldMkLst>
          <pc:docMk/>
          <pc:sldMk cId="436460687" sldId="324"/>
        </pc:sldMkLst>
        <pc:spChg chg="mod">
          <ac:chgData name="Nithish K" userId="43bfcf3e-fe49-4cb5-aa63-8e643e80348d" providerId="ADAL" clId="{91BD4E44-7F16-45B4-9E6F-B62267A80741}" dt="2021-02-03T14:50:55.293" v="45" actId="6549"/>
          <ac:spMkLst>
            <pc:docMk/>
            <pc:sldMk cId="436460687" sldId="324"/>
            <ac:spMk id="4" creationId="{3DF01A33-9BF9-4DFC-A186-D73497A81E75}"/>
          </ac:spMkLst>
        </pc:spChg>
      </pc:sldChg>
      <pc:sldChg chg="ord">
        <pc:chgData name="Nithish K" userId="43bfcf3e-fe49-4cb5-aa63-8e643e80348d" providerId="ADAL" clId="{91BD4E44-7F16-45B4-9E6F-B62267A80741}" dt="2021-02-03T14:52:35.870" v="47"/>
        <pc:sldMkLst>
          <pc:docMk/>
          <pc:sldMk cId="3555994928" sldId="331"/>
        </pc:sldMkLst>
      </pc:sldChg>
      <pc:sldChg chg="modSp mod">
        <pc:chgData name="Nithish K" userId="43bfcf3e-fe49-4cb5-aa63-8e643e80348d" providerId="ADAL" clId="{91BD4E44-7F16-45B4-9E6F-B62267A80741}" dt="2021-02-03T14:41:00.520" v="38" actId="20577"/>
        <pc:sldMkLst>
          <pc:docMk/>
          <pc:sldMk cId="1620280231" sldId="342"/>
        </pc:sldMkLst>
        <pc:graphicFrameChg chg="modGraphic">
          <ac:chgData name="Nithish K" userId="43bfcf3e-fe49-4cb5-aa63-8e643e80348d" providerId="ADAL" clId="{91BD4E44-7F16-45B4-9E6F-B62267A80741}" dt="2021-02-03T14:41:00.520" v="38" actId="20577"/>
          <ac:graphicFrameMkLst>
            <pc:docMk/>
            <pc:sldMk cId="1620280231" sldId="342"/>
            <ac:graphicFrameMk id="8" creationId="{A91B1191-CB49-4FC2-B36F-5C0A6272A64C}"/>
          </ac:graphicFrameMkLst>
        </pc:graphicFrameChg>
      </pc:sldChg>
      <pc:sldChg chg="modSp mod">
        <pc:chgData name="Nithish K" userId="43bfcf3e-fe49-4cb5-aa63-8e643e80348d" providerId="ADAL" clId="{91BD4E44-7F16-45B4-9E6F-B62267A80741}" dt="2021-02-03T14:49:53.526" v="42" actId="20577"/>
        <pc:sldMkLst>
          <pc:docMk/>
          <pc:sldMk cId="4061288009" sldId="343"/>
        </pc:sldMkLst>
        <pc:spChg chg="mod">
          <ac:chgData name="Nithish K" userId="43bfcf3e-fe49-4cb5-aa63-8e643e80348d" providerId="ADAL" clId="{91BD4E44-7F16-45B4-9E6F-B62267A80741}" dt="2021-02-03T14:49:53.526" v="42" actId="20577"/>
          <ac:spMkLst>
            <pc:docMk/>
            <pc:sldMk cId="4061288009" sldId="343"/>
            <ac:spMk id="4" creationId="{A5BBE22A-688A-43FC-91D5-BA4E0F1DBAAE}"/>
          </ac:spMkLst>
        </pc:spChg>
      </pc:sldChg>
      <pc:sldChg chg="modSp mod">
        <pc:chgData name="Nithish K" userId="43bfcf3e-fe49-4cb5-aa63-8e643e80348d" providerId="ADAL" clId="{91BD4E44-7F16-45B4-9E6F-B62267A80741}" dt="2021-02-03T15:33:25.805" v="65" actId="20577"/>
        <pc:sldMkLst>
          <pc:docMk/>
          <pc:sldMk cId="2965568436" sldId="370"/>
        </pc:sldMkLst>
        <pc:spChg chg="mod">
          <ac:chgData name="Nithish K" userId="43bfcf3e-fe49-4cb5-aa63-8e643e80348d" providerId="ADAL" clId="{91BD4E44-7F16-45B4-9E6F-B62267A80741}" dt="2021-02-03T14:24:52.045" v="33" actId="20577"/>
          <ac:spMkLst>
            <pc:docMk/>
            <pc:sldMk cId="2965568436" sldId="370"/>
            <ac:spMk id="4" creationId="{614B12C2-7205-43EA-906E-E46700E5EF85}"/>
          </ac:spMkLst>
        </pc:spChg>
        <pc:spChg chg="mod">
          <ac:chgData name="Nithish K" userId="43bfcf3e-fe49-4cb5-aa63-8e643e80348d" providerId="ADAL" clId="{91BD4E44-7F16-45B4-9E6F-B62267A80741}" dt="2021-02-03T15:33:25.805" v="65" actId="20577"/>
          <ac:spMkLst>
            <pc:docMk/>
            <pc:sldMk cId="2965568436" sldId="370"/>
            <ac:spMk id="21" creationId="{4DFF88D6-224F-4C4C-B0CC-614EE3F98CC4}"/>
          </ac:spMkLst>
        </pc:spChg>
        <pc:spChg chg="mod">
          <ac:chgData name="Nithish K" userId="43bfcf3e-fe49-4cb5-aa63-8e643e80348d" providerId="ADAL" clId="{91BD4E44-7F16-45B4-9E6F-B62267A80741}" dt="2021-02-03T15:33:23.490" v="62" actId="14100"/>
          <ac:spMkLst>
            <pc:docMk/>
            <pc:sldMk cId="2965568436" sldId="370"/>
            <ac:spMk id="22" creationId="{563A4391-09A3-4D30-ACED-5D7F6AAC07AD}"/>
          </ac:spMkLst>
        </pc:spChg>
        <pc:spChg chg="mod">
          <ac:chgData name="Nithish K" userId="43bfcf3e-fe49-4cb5-aa63-8e643e80348d" providerId="ADAL" clId="{91BD4E44-7F16-45B4-9E6F-B62267A80741}" dt="2021-02-03T15:33:16.801" v="51" actId="20577"/>
          <ac:spMkLst>
            <pc:docMk/>
            <pc:sldMk cId="2965568436" sldId="370"/>
            <ac:spMk id="23" creationId="{FD82B8DF-6D55-4948-A27F-569B80940323}"/>
          </ac:spMkLst>
        </pc:spChg>
      </pc:sldChg>
      <pc:sldChg chg="del">
        <pc:chgData name="Nithish K" userId="43bfcf3e-fe49-4cb5-aa63-8e643e80348d" providerId="ADAL" clId="{91BD4E44-7F16-45B4-9E6F-B62267A80741}" dt="2021-02-03T12:49:10.446" v="1" actId="47"/>
        <pc:sldMkLst>
          <pc:docMk/>
          <pc:sldMk cId="4257554527" sldId="374"/>
        </pc:sldMkLst>
      </pc:sldChg>
      <pc:sldChg chg="del">
        <pc:chgData name="Nithish K" userId="43bfcf3e-fe49-4cb5-aa63-8e643e80348d" providerId="ADAL" clId="{91BD4E44-7F16-45B4-9E6F-B62267A80741}" dt="2021-02-03T12:48:56.734" v="0" actId="47"/>
        <pc:sldMkLst>
          <pc:docMk/>
          <pc:sldMk cId="3075738870" sldId="375"/>
        </pc:sldMkLst>
      </pc:sldChg>
    </pc:docChg>
  </pc:docChgLst>
  <pc:docChgLst>
    <pc:chgData name="Nithish K" userId="43bfcf3e-fe49-4cb5-aa63-8e643e80348d" providerId="ADAL" clId="{CF7DC7A1-F71B-4E5F-AFB4-61729B66410F}"/>
    <pc:docChg chg="undo redo custSel addSld delSld modSld sldOrd">
      <pc:chgData name="Nithish K" userId="43bfcf3e-fe49-4cb5-aa63-8e643e80348d" providerId="ADAL" clId="{CF7DC7A1-F71B-4E5F-AFB4-61729B66410F}" dt="2021-02-03T08:25:55.135" v="1961"/>
      <pc:docMkLst>
        <pc:docMk/>
      </pc:docMkLst>
      <pc:sldChg chg="del">
        <pc:chgData name="Nithish K" userId="43bfcf3e-fe49-4cb5-aa63-8e643e80348d" providerId="ADAL" clId="{CF7DC7A1-F71B-4E5F-AFB4-61729B66410F}" dt="2021-02-03T07:48:06.429" v="1262" actId="47"/>
        <pc:sldMkLst>
          <pc:docMk/>
          <pc:sldMk cId="2315113887" sldId="267"/>
        </pc:sldMkLst>
      </pc:sldChg>
      <pc:sldChg chg="del">
        <pc:chgData name="Nithish K" userId="43bfcf3e-fe49-4cb5-aa63-8e643e80348d" providerId="ADAL" clId="{CF7DC7A1-F71B-4E5F-AFB4-61729B66410F}" dt="2021-02-03T07:48:03.867" v="1261" actId="47"/>
        <pc:sldMkLst>
          <pc:docMk/>
          <pc:sldMk cId="739036010" sldId="268"/>
        </pc:sldMkLst>
      </pc:sldChg>
      <pc:sldChg chg="addSp delSp modSp mod">
        <pc:chgData name="Nithish K" userId="43bfcf3e-fe49-4cb5-aa63-8e643e80348d" providerId="ADAL" clId="{CF7DC7A1-F71B-4E5F-AFB4-61729B66410F}" dt="2021-02-03T08:15:40.804" v="1926" actId="1076"/>
        <pc:sldMkLst>
          <pc:docMk/>
          <pc:sldMk cId="3639314574" sldId="293"/>
        </pc:sldMkLst>
        <pc:spChg chg="mod">
          <ac:chgData name="Nithish K" userId="43bfcf3e-fe49-4cb5-aa63-8e643e80348d" providerId="ADAL" clId="{CF7DC7A1-F71B-4E5F-AFB4-61729B66410F}" dt="2021-02-03T04:34:25.700" v="62" actId="1035"/>
          <ac:spMkLst>
            <pc:docMk/>
            <pc:sldMk cId="3639314574" sldId="293"/>
            <ac:spMk id="15" creationId="{D7F0890B-3BDC-4423-9E05-AAB18470D7E3}"/>
          </ac:spMkLst>
        </pc:spChg>
        <pc:picChg chg="add del mod modCrop">
          <ac:chgData name="Nithish K" userId="43bfcf3e-fe49-4cb5-aa63-8e643e80348d" providerId="ADAL" clId="{CF7DC7A1-F71B-4E5F-AFB4-61729B66410F}" dt="2021-02-03T04:25:40.792" v="6" actId="478"/>
          <ac:picMkLst>
            <pc:docMk/>
            <pc:sldMk cId="3639314574" sldId="293"/>
            <ac:picMk id="6" creationId="{DBB6A1E7-B8AA-49C1-9F53-8113076CAFA7}"/>
          </ac:picMkLst>
        </pc:picChg>
        <pc:picChg chg="add del mod">
          <ac:chgData name="Nithish K" userId="43bfcf3e-fe49-4cb5-aa63-8e643e80348d" providerId="ADAL" clId="{CF7DC7A1-F71B-4E5F-AFB4-61729B66410F}" dt="2021-02-03T04:26:35.647" v="11" actId="478"/>
          <ac:picMkLst>
            <pc:docMk/>
            <pc:sldMk cId="3639314574" sldId="293"/>
            <ac:picMk id="8" creationId="{6BA4FA43-02CF-4F2B-A7E9-D1F2EAB65121}"/>
          </ac:picMkLst>
        </pc:picChg>
        <pc:picChg chg="add del mod">
          <ac:chgData name="Nithish K" userId="43bfcf3e-fe49-4cb5-aa63-8e643e80348d" providerId="ADAL" clId="{CF7DC7A1-F71B-4E5F-AFB4-61729B66410F}" dt="2021-02-03T04:28:18.323" v="14" actId="478"/>
          <ac:picMkLst>
            <pc:docMk/>
            <pc:sldMk cId="3639314574" sldId="293"/>
            <ac:picMk id="10" creationId="{A626CC12-2477-4E69-B669-02FF56FB3F0E}"/>
          </ac:picMkLst>
        </pc:picChg>
        <pc:picChg chg="del">
          <ac:chgData name="Nithish K" userId="43bfcf3e-fe49-4cb5-aa63-8e643e80348d" providerId="ADAL" clId="{CF7DC7A1-F71B-4E5F-AFB4-61729B66410F}" dt="2021-02-03T04:26:21.679" v="9" actId="478"/>
          <ac:picMkLst>
            <pc:docMk/>
            <pc:sldMk cId="3639314574" sldId="293"/>
            <ac:picMk id="12" creationId="{CC106EDF-E8B8-4008-9783-C9D46D0805B1}"/>
          </ac:picMkLst>
        </pc:picChg>
        <pc:picChg chg="add del mod">
          <ac:chgData name="Nithish K" userId="43bfcf3e-fe49-4cb5-aa63-8e643e80348d" providerId="ADAL" clId="{CF7DC7A1-F71B-4E5F-AFB4-61729B66410F}" dt="2021-02-03T04:30:13.239" v="17" actId="478"/>
          <ac:picMkLst>
            <pc:docMk/>
            <pc:sldMk cId="3639314574" sldId="293"/>
            <ac:picMk id="13" creationId="{91F5B8EF-EF2C-4F27-994E-C0DAD7A1AEFC}"/>
          </ac:picMkLst>
        </pc:picChg>
        <pc:picChg chg="add del mod">
          <ac:chgData name="Nithish K" userId="43bfcf3e-fe49-4cb5-aa63-8e643e80348d" providerId="ADAL" clId="{CF7DC7A1-F71B-4E5F-AFB4-61729B66410F}" dt="2021-02-03T04:30:46.668" v="22" actId="478"/>
          <ac:picMkLst>
            <pc:docMk/>
            <pc:sldMk cId="3639314574" sldId="293"/>
            <ac:picMk id="16" creationId="{97A7D218-4C92-44EE-B890-EB640DBC3D89}"/>
          </ac:picMkLst>
        </pc:picChg>
        <pc:picChg chg="add del mod">
          <ac:chgData name="Nithish K" userId="43bfcf3e-fe49-4cb5-aa63-8e643e80348d" providerId="ADAL" clId="{CF7DC7A1-F71B-4E5F-AFB4-61729B66410F}" dt="2021-02-03T04:32:52.421" v="25" actId="478"/>
          <ac:picMkLst>
            <pc:docMk/>
            <pc:sldMk cId="3639314574" sldId="293"/>
            <ac:picMk id="18" creationId="{2E85D8A1-7683-4D20-A633-803F0F3C9A16}"/>
          </ac:picMkLst>
        </pc:picChg>
        <pc:picChg chg="add del mod">
          <ac:chgData name="Nithish K" userId="43bfcf3e-fe49-4cb5-aa63-8e643e80348d" providerId="ADAL" clId="{CF7DC7A1-F71B-4E5F-AFB4-61729B66410F}" dt="2021-02-03T04:33:05.960" v="28" actId="478"/>
          <ac:picMkLst>
            <pc:docMk/>
            <pc:sldMk cId="3639314574" sldId="293"/>
            <ac:picMk id="20" creationId="{865AA973-0F05-4008-B6AE-3D385C282EF6}"/>
          </ac:picMkLst>
        </pc:picChg>
        <pc:picChg chg="add del mod">
          <ac:chgData name="Nithish K" userId="43bfcf3e-fe49-4cb5-aa63-8e643e80348d" providerId="ADAL" clId="{CF7DC7A1-F71B-4E5F-AFB4-61729B66410F}" dt="2021-02-03T04:33:22.190" v="31" actId="478"/>
          <ac:picMkLst>
            <pc:docMk/>
            <pc:sldMk cId="3639314574" sldId="293"/>
            <ac:picMk id="22" creationId="{1B786517-7059-40D7-93F4-4185F35B9B80}"/>
          </ac:picMkLst>
        </pc:picChg>
        <pc:picChg chg="add del mod modCrop">
          <ac:chgData name="Nithish K" userId="43bfcf3e-fe49-4cb5-aa63-8e643e80348d" providerId="ADAL" clId="{CF7DC7A1-F71B-4E5F-AFB4-61729B66410F}" dt="2021-02-03T04:39:29.256" v="79" actId="478"/>
          <ac:picMkLst>
            <pc:docMk/>
            <pc:sldMk cId="3639314574" sldId="293"/>
            <ac:picMk id="24" creationId="{F48FBD0B-3979-46C8-BB4E-55FE4145CF8D}"/>
          </ac:picMkLst>
        </pc:picChg>
        <pc:picChg chg="add del">
          <ac:chgData name="Nithish K" userId="43bfcf3e-fe49-4cb5-aa63-8e643e80348d" providerId="ADAL" clId="{CF7DC7A1-F71B-4E5F-AFB4-61729B66410F}" dt="2021-02-03T04:35:00.988" v="64" actId="478"/>
          <ac:picMkLst>
            <pc:docMk/>
            <pc:sldMk cId="3639314574" sldId="293"/>
            <ac:picMk id="26" creationId="{F4389D91-2FBC-4F9D-8CBF-9D6785D886DE}"/>
          </ac:picMkLst>
        </pc:picChg>
        <pc:picChg chg="add del">
          <ac:chgData name="Nithish K" userId="43bfcf3e-fe49-4cb5-aa63-8e643e80348d" providerId="ADAL" clId="{CF7DC7A1-F71B-4E5F-AFB4-61729B66410F}" dt="2021-02-03T04:35:25.407" v="66" actId="478"/>
          <ac:picMkLst>
            <pc:docMk/>
            <pc:sldMk cId="3639314574" sldId="293"/>
            <ac:picMk id="28" creationId="{D965D1F8-3204-41D0-9338-A0ABA8723DAF}"/>
          </ac:picMkLst>
        </pc:picChg>
        <pc:picChg chg="add del mod modCrop">
          <ac:chgData name="Nithish K" userId="43bfcf3e-fe49-4cb5-aa63-8e643e80348d" providerId="ADAL" clId="{CF7DC7A1-F71B-4E5F-AFB4-61729B66410F}" dt="2021-02-03T04:40:21.422" v="89" actId="478"/>
          <ac:picMkLst>
            <pc:docMk/>
            <pc:sldMk cId="3639314574" sldId="293"/>
            <ac:picMk id="30" creationId="{BECE39DB-B724-4CB6-B5FB-3B7AED9C4C97}"/>
          </ac:picMkLst>
        </pc:picChg>
        <pc:picChg chg="add del mod modCrop">
          <ac:chgData name="Nithish K" userId="43bfcf3e-fe49-4cb5-aa63-8e643e80348d" providerId="ADAL" clId="{CF7DC7A1-F71B-4E5F-AFB4-61729B66410F}" dt="2021-02-03T04:47:48.705" v="107" actId="478"/>
          <ac:picMkLst>
            <pc:docMk/>
            <pc:sldMk cId="3639314574" sldId="293"/>
            <ac:picMk id="32" creationId="{7524773C-EF41-487E-A5C4-2F507D411FC1}"/>
          </ac:picMkLst>
        </pc:picChg>
        <pc:picChg chg="add del mod modCrop">
          <ac:chgData name="Nithish K" userId="43bfcf3e-fe49-4cb5-aa63-8e643e80348d" providerId="ADAL" clId="{CF7DC7A1-F71B-4E5F-AFB4-61729B66410F}" dt="2021-02-03T04:50:01.742" v="119" actId="478"/>
          <ac:picMkLst>
            <pc:docMk/>
            <pc:sldMk cId="3639314574" sldId="293"/>
            <ac:picMk id="34" creationId="{B647BC7E-A6B2-4AF5-AF09-DD159EC608A5}"/>
          </ac:picMkLst>
        </pc:picChg>
        <pc:picChg chg="add del mod">
          <ac:chgData name="Nithish K" userId="43bfcf3e-fe49-4cb5-aa63-8e643e80348d" providerId="ADAL" clId="{CF7DC7A1-F71B-4E5F-AFB4-61729B66410F}" dt="2021-02-03T04:47:56.771" v="110" actId="478"/>
          <ac:picMkLst>
            <pc:docMk/>
            <pc:sldMk cId="3639314574" sldId="293"/>
            <ac:picMk id="36" creationId="{24AF614A-4437-4AD1-BE95-B2FAA351E36C}"/>
          </ac:picMkLst>
        </pc:picChg>
        <pc:picChg chg="add mod ord modCrop">
          <ac:chgData name="Nithish K" userId="43bfcf3e-fe49-4cb5-aa63-8e643e80348d" providerId="ADAL" clId="{CF7DC7A1-F71B-4E5F-AFB4-61729B66410F}" dt="2021-02-03T08:15:40.804" v="1926" actId="1076"/>
          <ac:picMkLst>
            <pc:docMk/>
            <pc:sldMk cId="3639314574" sldId="293"/>
            <ac:picMk id="38" creationId="{50E99B91-409A-43C8-8C09-A516CF78326B}"/>
          </ac:picMkLst>
        </pc:picChg>
        <pc:picChg chg="add del mod">
          <ac:chgData name="Nithish K" userId="43bfcf3e-fe49-4cb5-aa63-8e643e80348d" providerId="ADAL" clId="{CF7DC7A1-F71B-4E5F-AFB4-61729B66410F}" dt="2021-02-03T04:50:32.794" v="123" actId="478"/>
          <ac:picMkLst>
            <pc:docMk/>
            <pc:sldMk cId="3639314574" sldId="293"/>
            <ac:picMk id="40" creationId="{06527269-E3A1-4165-B47A-7FE9CB3B2DFD}"/>
          </ac:picMkLst>
        </pc:picChg>
        <pc:picChg chg="add mod modCrop">
          <ac:chgData name="Nithish K" userId="43bfcf3e-fe49-4cb5-aa63-8e643e80348d" providerId="ADAL" clId="{CF7DC7A1-F71B-4E5F-AFB4-61729B66410F}" dt="2021-02-03T04:50:55.690" v="127" actId="1076"/>
          <ac:picMkLst>
            <pc:docMk/>
            <pc:sldMk cId="3639314574" sldId="293"/>
            <ac:picMk id="42" creationId="{6F0BB303-E5B0-4BEF-AB8F-8FA59893CF35}"/>
          </ac:picMkLst>
        </pc:picChg>
      </pc:sldChg>
      <pc:sldChg chg="modSp mod">
        <pc:chgData name="Nithish K" userId="43bfcf3e-fe49-4cb5-aa63-8e643e80348d" providerId="ADAL" clId="{CF7DC7A1-F71B-4E5F-AFB4-61729B66410F}" dt="2021-02-03T08:20:08.208" v="1938" actId="403"/>
        <pc:sldMkLst>
          <pc:docMk/>
          <pc:sldMk cId="2057338365" sldId="319"/>
        </pc:sldMkLst>
        <pc:graphicFrameChg chg="modGraphic">
          <ac:chgData name="Nithish K" userId="43bfcf3e-fe49-4cb5-aa63-8e643e80348d" providerId="ADAL" clId="{CF7DC7A1-F71B-4E5F-AFB4-61729B66410F}" dt="2021-02-03T08:20:08.208" v="1938" actId="403"/>
          <ac:graphicFrameMkLst>
            <pc:docMk/>
            <pc:sldMk cId="2057338365" sldId="319"/>
            <ac:graphicFrameMk id="5" creationId="{9509FB6F-AB53-4759-8BD1-40AF68C55B27}"/>
          </ac:graphicFrameMkLst>
        </pc:graphicFrameChg>
      </pc:sldChg>
      <pc:sldChg chg="addSp delSp modSp mod">
        <pc:chgData name="Nithish K" userId="43bfcf3e-fe49-4cb5-aa63-8e643e80348d" providerId="ADAL" clId="{CF7DC7A1-F71B-4E5F-AFB4-61729B66410F}" dt="2021-02-03T08:14:54.309" v="1922" actId="1036"/>
        <pc:sldMkLst>
          <pc:docMk/>
          <pc:sldMk cId="653460105" sldId="322"/>
        </pc:sldMkLst>
        <pc:spChg chg="mod">
          <ac:chgData name="Nithish K" userId="43bfcf3e-fe49-4cb5-aa63-8e643e80348d" providerId="ADAL" clId="{CF7DC7A1-F71B-4E5F-AFB4-61729B66410F}" dt="2021-02-03T04:46:07.778" v="106" actId="1076"/>
          <ac:spMkLst>
            <pc:docMk/>
            <pc:sldMk cId="653460105" sldId="322"/>
            <ac:spMk id="7" creationId="{C3536008-B7DA-4BD7-A413-BE8696E81493}"/>
          </ac:spMkLst>
        </pc:spChg>
        <pc:picChg chg="add del mod">
          <ac:chgData name="Nithish K" userId="43bfcf3e-fe49-4cb5-aa63-8e643e80348d" providerId="ADAL" clId="{CF7DC7A1-F71B-4E5F-AFB4-61729B66410F}" dt="2021-02-03T04:45:26.738" v="99" actId="478"/>
          <ac:picMkLst>
            <pc:docMk/>
            <pc:sldMk cId="653460105" sldId="322"/>
            <ac:picMk id="8" creationId="{12653DD6-4833-4911-8652-BE8A28AFA058}"/>
          </ac:picMkLst>
        </pc:picChg>
        <pc:picChg chg="del">
          <ac:chgData name="Nithish K" userId="43bfcf3e-fe49-4cb5-aa63-8e643e80348d" providerId="ADAL" clId="{CF7DC7A1-F71B-4E5F-AFB4-61729B66410F}" dt="2021-02-03T04:45:07.861" v="96" actId="478"/>
          <ac:picMkLst>
            <pc:docMk/>
            <pc:sldMk cId="653460105" sldId="322"/>
            <ac:picMk id="10" creationId="{A310B955-5B0A-43C9-968F-F8BF1A0B4880}"/>
          </ac:picMkLst>
        </pc:picChg>
        <pc:picChg chg="add del mod">
          <ac:chgData name="Nithish K" userId="43bfcf3e-fe49-4cb5-aa63-8e643e80348d" providerId="ADAL" clId="{CF7DC7A1-F71B-4E5F-AFB4-61729B66410F}" dt="2021-02-03T04:45:37.499" v="102" actId="478"/>
          <ac:picMkLst>
            <pc:docMk/>
            <pc:sldMk cId="653460105" sldId="322"/>
            <ac:picMk id="11" creationId="{BCFADCA2-AAC6-4B48-9123-1512DBB85C05}"/>
          </ac:picMkLst>
        </pc:picChg>
        <pc:picChg chg="add del mod modCrop">
          <ac:chgData name="Nithish K" userId="43bfcf3e-fe49-4cb5-aa63-8e643e80348d" providerId="ADAL" clId="{CF7DC7A1-F71B-4E5F-AFB4-61729B66410F}" dt="2021-02-03T04:48:09.909" v="111" actId="478"/>
          <ac:picMkLst>
            <pc:docMk/>
            <pc:sldMk cId="653460105" sldId="322"/>
            <ac:picMk id="13" creationId="{046B94B9-62E5-4A99-A3CA-2D1C284104B2}"/>
          </ac:picMkLst>
        </pc:picChg>
        <pc:picChg chg="add mod modCrop">
          <ac:chgData name="Nithish K" userId="43bfcf3e-fe49-4cb5-aa63-8e643e80348d" providerId="ADAL" clId="{CF7DC7A1-F71B-4E5F-AFB4-61729B66410F}" dt="2021-02-03T04:48:23.809" v="114" actId="732"/>
          <ac:picMkLst>
            <pc:docMk/>
            <pc:sldMk cId="653460105" sldId="322"/>
            <ac:picMk id="15" creationId="{9C344F59-609A-4598-B506-13AF560B0ABE}"/>
          </ac:picMkLst>
        </pc:picChg>
        <pc:picChg chg="add mod">
          <ac:chgData name="Nithish K" userId="43bfcf3e-fe49-4cb5-aa63-8e643e80348d" providerId="ADAL" clId="{CF7DC7A1-F71B-4E5F-AFB4-61729B66410F}" dt="2021-02-03T08:14:54.309" v="1922" actId="1036"/>
          <ac:picMkLst>
            <pc:docMk/>
            <pc:sldMk cId="653460105" sldId="322"/>
            <ac:picMk id="16" creationId="{C1292228-AA9E-4B98-8EE6-6BC3BE8976DB}"/>
          </ac:picMkLst>
        </pc:picChg>
      </pc:sldChg>
      <pc:sldChg chg="ord">
        <pc:chgData name="Nithish K" userId="43bfcf3e-fe49-4cb5-aa63-8e643e80348d" providerId="ADAL" clId="{CF7DC7A1-F71B-4E5F-AFB4-61729B66410F}" dt="2021-02-03T07:34:17.936" v="1023"/>
        <pc:sldMkLst>
          <pc:docMk/>
          <pc:sldMk cId="436460687" sldId="324"/>
        </pc:sldMkLst>
      </pc:sldChg>
      <pc:sldChg chg="del">
        <pc:chgData name="Nithish K" userId="43bfcf3e-fe49-4cb5-aa63-8e643e80348d" providerId="ADAL" clId="{CF7DC7A1-F71B-4E5F-AFB4-61729B66410F}" dt="2021-02-03T07:53:50.926" v="1307" actId="47"/>
        <pc:sldMkLst>
          <pc:docMk/>
          <pc:sldMk cId="1416572900" sldId="334"/>
        </pc:sldMkLst>
      </pc:sldChg>
      <pc:sldChg chg="del">
        <pc:chgData name="Nithish K" userId="43bfcf3e-fe49-4cb5-aa63-8e643e80348d" providerId="ADAL" clId="{CF7DC7A1-F71B-4E5F-AFB4-61729B66410F}" dt="2021-02-03T07:48:23.655" v="1278" actId="47"/>
        <pc:sldMkLst>
          <pc:docMk/>
          <pc:sldMk cId="3808311330" sldId="336"/>
        </pc:sldMkLst>
      </pc:sldChg>
      <pc:sldChg chg="ord">
        <pc:chgData name="Nithish K" userId="43bfcf3e-fe49-4cb5-aa63-8e643e80348d" providerId="ADAL" clId="{CF7DC7A1-F71B-4E5F-AFB4-61729B66410F}" dt="2021-02-03T08:19:40.780" v="1936"/>
        <pc:sldMkLst>
          <pc:docMk/>
          <pc:sldMk cId="2854711915" sldId="339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2378156662" sldId="344"/>
        </pc:sldMkLst>
      </pc:sldChg>
      <pc:sldChg chg="addSp modSp mod">
        <pc:chgData name="Nithish K" userId="43bfcf3e-fe49-4cb5-aa63-8e643e80348d" providerId="ADAL" clId="{CF7DC7A1-F71B-4E5F-AFB4-61729B66410F}" dt="2021-02-03T05:57:21.548" v="185" actId="1076"/>
        <pc:sldMkLst>
          <pc:docMk/>
          <pc:sldMk cId="22532558" sldId="347"/>
        </pc:sldMkLst>
        <pc:spChg chg="mod">
          <ac:chgData name="Nithish K" userId="43bfcf3e-fe49-4cb5-aa63-8e643e80348d" providerId="ADAL" clId="{CF7DC7A1-F71B-4E5F-AFB4-61729B66410F}" dt="2021-02-03T05:46:50.313" v="148" actId="20577"/>
          <ac:spMkLst>
            <pc:docMk/>
            <pc:sldMk cId="22532558" sldId="347"/>
            <ac:spMk id="2" creationId="{F57FD4A3-0F64-4C8B-9F62-57DB90CD43A8}"/>
          </ac:spMkLst>
        </pc:spChg>
        <pc:graphicFrameChg chg="add mod modGraphic">
          <ac:chgData name="Nithish K" userId="43bfcf3e-fe49-4cb5-aa63-8e643e80348d" providerId="ADAL" clId="{CF7DC7A1-F71B-4E5F-AFB4-61729B66410F}" dt="2021-02-03T05:57:21.548" v="185" actId="1076"/>
          <ac:graphicFrameMkLst>
            <pc:docMk/>
            <pc:sldMk cId="22532558" sldId="347"/>
            <ac:graphicFrameMk id="7" creationId="{DFAA0D08-3AD4-4819-B9D4-55CB1F4B9B01}"/>
          </ac:graphicFrameMkLst>
        </pc:graphicFrameChg>
      </pc:sldChg>
      <pc:sldChg chg="modSp mod">
        <pc:chgData name="Nithish K" userId="43bfcf3e-fe49-4cb5-aa63-8e643e80348d" providerId="ADAL" clId="{CF7DC7A1-F71B-4E5F-AFB4-61729B66410F}" dt="2021-02-03T08:11:48.710" v="1904" actId="20577"/>
        <pc:sldMkLst>
          <pc:docMk/>
          <pc:sldMk cId="2797860888" sldId="349"/>
        </pc:sldMkLst>
        <pc:spChg chg="mod">
          <ac:chgData name="Nithish K" userId="43bfcf3e-fe49-4cb5-aa63-8e643e80348d" providerId="ADAL" clId="{CF7DC7A1-F71B-4E5F-AFB4-61729B66410F}" dt="2021-02-03T08:11:48.710" v="1904" actId="20577"/>
          <ac:spMkLst>
            <pc:docMk/>
            <pc:sldMk cId="2797860888" sldId="349"/>
            <ac:spMk id="4" creationId="{3CAA8109-B1AE-44BA-92D1-E7BE67351377}"/>
          </ac:spMkLst>
        </pc:spChg>
      </pc:sldChg>
      <pc:sldChg chg="del">
        <pc:chgData name="Nithish K" userId="43bfcf3e-fe49-4cb5-aa63-8e643e80348d" providerId="ADAL" clId="{CF7DC7A1-F71B-4E5F-AFB4-61729B66410F}" dt="2021-02-03T07:53:58.879" v="1308" actId="47"/>
        <pc:sldMkLst>
          <pc:docMk/>
          <pc:sldMk cId="1724728044" sldId="352"/>
        </pc:sldMkLst>
      </pc:sldChg>
      <pc:sldChg chg="del">
        <pc:chgData name="Nithish K" userId="43bfcf3e-fe49-4cb5-aa63-8e643e80348d" providerId="ADAL" clId="{CF7DC7A1-F71B-4E5F-AFB4-61729B66410F}" dt="2021-02-03T07:54:00.099" v="1309" actId="47"/>
        <pc:sldMkLst>
          <pc:docMk/>
          <pc:sldMk cId="814353578" sldId="353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3043714256" sldId="357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3077021292" sldId="358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1417356855" sldId="360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4176300225" sldId="361"/>
        </pc:sldMkLst>
      </pc:sldChg>
      <pc:sldChg chg="addSp modSp mod ord">
        <pc:chgData name="Nithish K" userId="43bfcf3e-fe49-4cb5-aa63-8e643e80348d" providerId="ADAL" clId="{CF7DC7A1-F71B-4E5F-AFB4-61729B66410F}" dt="2021-02-03T08:18:53.767" v="1928"/>
        <pc:sldMkLst>
          <pc:docMk/>
          <pc:sldMk cId="3482503453" sldId="362"/>
        </pc:sldMkLst>
        <pc:graphicFrameChg chg="add mod modGraphic">
          <ac:chgData name="Nithish K" userId="43bfcf3e-fe49-4cb5-aa63-8e643e80348d" providerId="ADAL" clId="{CF7DC7A1-F71B-4E5F-AFB4-61729B66410F}" dt="2021-02-03T05:57:53.810" v="191" actId="20577"/>
          <ac:graphicFrameMkLst>
            <pc:docMk/>
            <pc:sldMk cId="3482503453" sldId="362"/>
            <ac:graphicFrameMk id="7" creationId="{E812820B-E2C0-4E5A-9AC0-8F2B20CB3385}"/>
          </ac:graphicFrameMkLst>
        </pc:graphicFrameChg>
      </pc:sldChg>
      <pc:sldChg chg="addSp modSp mod ord">
        <pc:chgData name="Nithish K" userId="43bfcf3e-fe49-4cb5-aa63-8e643e80348d" providerId="ADAL" clId="{CF7DC7A1-F71B-4E5F-AFB4-61729B66410F}" dt="2021-02-03T08:18:53.767" v="1928"/>
        <pc:sldMkLst>
          <pc:docMk/>
          <pc:sldMk cId="2777312071" sldId="363"/>
        </pc:sldMkLst>
        <pc:spChg chg="mod">
          <ac:chgData name="Nithish K" userId="43bfcf3e-fe49-4cb5-aa63-8e643e80348d" providerId="ADAL" clId="{CF7DC7A1-F71B-4E5F-AFB4-61729B66410F}" dt="2021-02-03T05:47:01.022" v="150" actId="20577"/>
          <ac:spMkLst>
            <pc:docMk/>
            <pc:sldMk cId="2777312071" sldId="363"/>
            <ac:spMk id="2" creationId="{F57FD4A3-0F64-4C8B-9F62-57DB90CD43A8}"/>
          </ac:spMkLst>
        </pc:spChg>
        <pc:graphicFrameChg chg="add mod modGraphic">
          <ac:chgData name="Nithish K" userId="43bfcf3e-fe49-4cb5-aa63-8e643e80348d" providerId="ADAL" clId="{CF7DC7A1-F71B-4E5F-AFB4-61729B66410F}" dt="2021-02-03T05:57:41.646" v="189" actId="20577"/>
          <ac:graphicFrameMkLst>
            <pc:docMk/>
            <pc:sldMk cId="2777312071" sldId="363"/>
            <ac:graphicFrameMk id="7" creationId="{0D18B5C4-B196-46F5-A9E1-0FDF8ED60412}"/>
          </ac:graphicFrameMkLst>
        </pc:graphicFrameChg>
      </pc:sldChg>
      <pc:sldChg chg="addSp delSp modSp add mod">
        <pc:chgData name="Nithish K" userId="43bfcf3e-fe49-4cb5-aa63-8e643e80348d" providerId="ADAL" clId="{CF7DC7A1-F71B-4E5F-AFB4-61729B66410F}" dt="2021-02-03T05:57:29.321" v="186" actId="1076"/>
        <pc:sldMkLst>
          <pc:docMk/>
          <pc:sldMk cId="1213310556" sldId="365"/>
        </pc:sldMkLst>
        <pc:spChg chg="mod">
          <ac:chgData name="Nithish K" userId="43bfcf3e-fe49-4cb5-aa63-8e643e80348d" providerId="ADAL" clId="{CF7DC7A1-F71B-4E5F-AFB4-61729B66410F}" dt="2021-02-03T05:54:36.687" v="153" actId="20577"/>
          <ac:spMkLst>
            <pc:docMk/>
            <pc:sldMk cId="1213310556" sldId="365"/>
            <ac:spMk id="2" creationId="{F57FD4A3-0F64-4C8B-9F62-57DB90CD43A8}"/>
          </ac:spMkLst>
        </pc:spChg>
        <pc:graphicFrameChg chg="modGraphic">
          <ac:chgData name="Nithish K" userId="43bfcf3e-fe49-4cb5-aa63-8e643e80348d" providerId="ADAL" clId="{CF7DC7A1-F71B-4E5F-AFB4-61729B66410F}" dt="2021-02-03T05:54:38.903" v="154" actId="20577"/>
          <ac:graphicFrameMkLst>
            <pc:docMk/>
            <pc:sldMk cId="1213310556" sldId="365"/>
            <ac:graphicFrameMk id="12" creationId="{2409C0A3-2018-4B1D-9226-477B2E65D5ED}"/>
          </ac:graphicFrameMkLst>
        </pc:graphicFrameChg>
        <pc:graphicFrameChg chg="add mod modGraphic">
          <ac:chgData name="Nithish K" userId="43bfcf3e-fe49-4cb5-aa63-8e643e80348d" providerId="ADAL" clId="{CF7DC7A1-F71B-4E5F-AFB4-61729B66410F}" dt="2021-02-03T05:57:29.321" v="186" actId="1076"/>
          <ac:graphicFrameMkLst>
            <pc:docMk/>
            <pc:sldMk cId="1213310556" sldId="365"/>
            <ac:graphicFrameMk id="14" creationId="{38051B11-C41F-414E-937E-E39B8E22A149}"/>
          </ac:graphicFrameMkLst>
        </pc:graphicFrameChg>
        <pc:picChg chg="add del mod">
          <ac:chgData name="Nithish K" userId="43bfcf3e-fe49-4cb5-aa63-8e643e80348d" providerId="ADAL" clId="{CF7DC7A1-F71B-4E5F-AFB4-61729B66410F}" dt="2021-02-03T05:55:04.245" v="158" actId="478"/>
          <ac:picMkLst>
            <pc:docMk/>
            <pc:sldMk cId="1213310556" sldId="365"/>
            <ac:picMk id="5" creationId="{3C737006-6680-4AB2-9342-DC31C290D3E1}"/>
          </ac:picMkLst>
        </pc:picChg>
        <pc:picChg chg="add del mod">
          <ac:chgData name="Nithish K" userId="43bfcf3e-fe49-4cb5-aa63-8e643e80348d" providerId="ADAL" clId="{CF7DC7A1-F71B-4E5F-AFB4-61729B66410F}" dt="2021-02-03T05:55:14.969" v="162" actId="478"/>
          <ac:picMkLst>
            <pc:docMk/>
            <pc:sldMk cId="1213310556" sldId="365"/>
            <ac:picMk id="7" creationId="{C58ADF25-7911-4368-8E48-CF97CEC8E506}"/>
          </ac:picMkLst>
        </pc:picChg>
        <pc:picChg chg="del">
          <ac:chgData name="Nithish K" userId="43bfcf3e-fe49-4cb5-aa63-8e643e80348d" providerId="ADAL" clId="{CF7DC7A1-F71B-4E5F-AFB4-61729B66410F}" dt="2021-02-03T05:55:44.748" v="167" actId="478"/>
          <ac:picMkLst>
            <pc:docMk/>
            <pc:sldMk cId="1213310556" sldId="365"/>
            <ac:picMk id="8" creationId="{6406BEB2-98B3-4818-BF4E-C38477ADD413}"/>
          </ac:picMkLst>
        </pc:picChg>
        <pc:picChg chg="add del mod">
          <ac:chgData name="Nithish K" userId="43bfcf3e-fe49-4cb5-aa63-8e643e80348d" providerId="ADAL" clId="{CF7DC7A1-F71B-4E5F-AFB4-61729B66410F}" dt="2021-02-03T05:55:43.400" v="166" actId="21"/>
          <ac:picMkLst>
            <pc:docMk/>
            <pc:sldMk cId="1213310556" sldId="365"/>
            <ac:picMk id="11" creationId="{BBF160BA-3BA8-4451-925C-5FE1FD2139F8}"/>
          </ac:picMkLst>
        </pc:picChg>
        <pc:picChg chg="add mod">
          <ac:chgData name="Nithish K" userId="43bfcf3e-fe49-4cb5-aa63-8e643e80348d" providerId="ADAL" clId="{CF7DC7A1-F71B-4E5F-AFB4-61729B66410F}" dt="2021-02-03T05:55:45.013" v="168"/>
          <ac:picMkLst>
            <pc:docMk/>
            <pc:sldMk cId="1213310556" sldId="365"/>
            <ac:picMk id="13" creationId="{DE7C7DA6-1547-4D99-ABD5-24F3C759C698}"/>
          </ac:picMkLst>
        </pc:picChg>
      </pc:sldChg>
      <pc:sldChg chg="new del">
        <pc:chgData name="Nithish K" userId="43bfcf3e-fe49-4cb5-aa63-8e643e80348d" providerId="ADAL" clId="{CF7DC7A1-F71B-4E5F-AFB4-61729B66410F}" dt="2021-02-03T07:34:36.401" v="1033" actId="47"/>
        <pc:sldMkLst>
          <pc:docMk/>
          <pc:sldMk cId="1978708735" sldId="366"/>
        </pc:sldMkLst>
      </pc:sldChg>
      <pc:sldChg chg="modSp new mod">
        <pc:chgData name="Nithish K" userId="43bfcf3e-fe49-4cb5-aa63-8e643e80348d" providerId="ADAL" clId="{CF7DC7A1-F71B-4E5F-AFB4-61729B66410F}" dt="2021-02-03T07:35:14.713" v="1038" actId="6549"/>
        <pc:sldMkLst>
          <pc:docMk/>
          <pc:sldMk cId="2968507967" sldId="367"/>
        </pc:sldMkLst>
        <pc:spChg chg="mod">
          <ac:chgData name="Nithish K" userId="43bfcf3e-fe49-4cb5-aa63-8e643e80348d" providerId="ADAL" clId="{CF7DC7A1-F71B-4E5F-AFB4-61729B66410F}" dt="2021-02-03T07:34:48.005" v="1037" actId="6549"/>
          <ac:spMkLst>
            <pc:docMk/>
            <pc:sldMk cId="2968507967" sldId="367"/>
            <ac:spMk id="2" creationId="{40F5117C-BA20-429B-AEDB-5337298488F5}"/>
          </ac:spMkLst>
        </pc:spChg>
        <pc:spChg chg="mod">
          <ac:chgData name="Nithish K" userId="43bfcf3e-fe49-4cb5-aa63-8e643e80348d" providerId="ADAL" clId="{CF7DC7A1-F71B-4E5F-AFB4-61729B66410F}" dt="2021-02-03T07:35:14.713" v="1038" actId="6549"/>
          <ac:spMkLst>
            <pc:docMk/>
            <pc:sldMk cId="2968507967" sldId="367"/>
            <ac:spMk id="4" creationId="{673B427C-EC5B-43E8-AAA6-4302529E9156}"/>
          </ac:spMkLst>
        </pc:spChg>
      </pc:sldChg>
      <pc:sldChg chg="new del">
        <pc:chgData name="Nithish K" userId="43bfcf3e-fe49-4cb5-aa63-8e643e80348d" providerId="ADAL" clId="{CF7DC7A1-F71B-4E5F-AFB4-61729B66410F}" dt="2021-02-03T06:32:35.857" v="263" actId="47"/>
        <pc:sldMkLst>
          <pc:docMk/>
          <pc:sldMk cId="3148299360" sldId="367"/>
        </pc:sldMkLst>
      </pc:sldChg>
      <pc:sldChg chg="modSp new mod">
        <pc:chgData name="Nithish K" userId="43bfcf3e-fe49-4cb5-aa63-8e643e80348d" providerId="ADAL" clId="{CF7DC7A1-F71B-4E5F-AFB4-61729B66410F}" dt="2021-02-03T08:00:25.176" v="1441" actId="20577"/>
        <pc:sldMkLst>
          <pc:docMk/>
          <pc:sldMk cId="551830201" sldId="368"/>
        </pc:sldMkLst>
        <pc:spChg chg="mod">
          <ac:chgData name="Nithish K" userId="43bfcf3e-fe49-4cb5-aa63-8e643e80348d" providerId="ADAL" clId="{CF7DC7A1-F71B-4E5F-AFB4-61729B66410F}" dt="2021-02-03T08:00:25.176" v="1441" actId="20577"/>
          <ac:spMkLst>
            <pc:docMk/>
            <pc:sldMk cId="551830201" sldId="368"/>
            <ac:spMk id="2" creationId="{5A813E65-EFF2-4116-9474-B8EB46E294C4}"/>
          </ac:spMkLst>
        </pc:spChg>
        <pc:spChg chg="mod">
          <ac:chgData name="Nithish K" userId="43bfcf3e-fe49-4cb5-aa63-8e643e80348d" providerId="ADAL" clId="{CF7DC7A1-F71B-4E5F-AFB4-61729B66410F}" dt="2021-02-03T07:54:19.767" v="1312" actId="6549"/>
          <ac:spMkLst>
            <pc:docMk/>
            <pc:sldMk cId="551830201" sldId="368"/>
            <ac:spMk id="4" creationId="{E3535B93-3C1F-465E-AE3B-5EDD4A73A4E8}"/>
          </ac:spMkLst>
        </pc:spChg>
      </pc:sldChg>
      <pc:sldChg chg="addSp modSp add mod ord">
        <pc:chgData name="Nithish K" userId="43bfcf3e-fe49-4cb5-aa63-8e643e80348d" providerId="ADAL" clId="{CF7DC7A1-F71B-4E5F-AFB4-61729B66410F}" dt="2021-02-03T08:00:19.710" v="1439" actId="20577"/>
        <pc:sldMkLst>
          <pc:docMk/>
          <pc:sldMk cId="1930989867" sldId="369"/>
        </pc:sldMkLst>
        <pc:spChg chg="mod">
          <ac:chgData name="Nithish K" userId="43bfcf3e-fe49-4cb5-aa63-8e643e80348d" providerId="ADAL" clId="{CF7DC7A1-F71B-4E5F-AFB4-61729B66410F}" dt="2021-02-03T07:38:30.740" v="1090" actId="20577"/>
          <ac:spMkLst>
            <pc:docMk/>
            <pc:sldMk cId="1930989867" sldId="369"/>
            <ac:spMk id="2" creationId="{5A813E65-EFF2-4116-9474-B8EB46E294C4}"/>
          </ac:spMkLst>
        </pc:spChg>
        <pc:spChg chg="mod">
          <ac:chgData name="Nithish K" userId="43bfcf3e-fe49-4cb5-aa63-8e643e80348d" providerId="ADAL" clId="{CF7DC7A1-F71B-4E5F-AFB4-61729B66410F}" dt="2021-02-03T07:40:22.917" v="1144" actId="20577"/>
          <ac:spMkLst>
            <pc:docMk/>
            <pc:sldMk cId="1930989867" sldId="369"/>
            <ac:spMk id="4" creationId="{E3535B93-3C1F-465E-AE3B-5EDD4A73A4E8}"/>
          </ac:spMkLst>
        </pc:spChg>
        <pc:spChg chg="add mod">
          <ac:chgData name="Nithish K" userId="43bfcf3e-fe49-4cb5-aa63-8e643e80348d" providerId="ADAL" clId="{CF7DC7A1-F71B-4E5F-AFB4-61729B66410F}" dt="2021-02-03T08:00:19.710" v="1439" actId="20577"/>
          <ac:spMkLst>
            <pc:docMk/>
            <pc:sldMk cId="1930989867" sldId="369"/>
            <ac:spMk id="6" creationId="{7E623D35-D309-44B9-98DE-E51FF1012021}"/>
          </ac:spMkLst>
        </pc:spChg>
      </pc:sldChg>
      <pc:sldChg chg="addSp delSp modSp new mod">
        <pc:chgData name="Nithish K" userId="43bfcf3e-fe49-4cb5-aa63-8e643e80348d" providerId="ADAL" clId="{CF7DC7A1-F71B-4E5F-AFB4-61729B66410F}" dt="2021-02-03T08:25:02.990" v="1960" actId="6549"/>
        <pc:sldMkLst>
          <pc:docMk/>
          <pc:sldMk cId="2965568436" sldId="370"/>
        </pc:sldMkLst>
        <pc:spChg chg="mod">
          <ac:chgData name="Nithish K" userId="43bfcf3e-fe49-4cb5-aa63-8e643e80348d" providerId="ADAL" clId="{CF7DC7A1-F71B-4E5F-AFB4-61729B66410F}" dt="2021-02-03T07:24:50.654" v="824" actId="20577"/>
          <ac:spMkLst>
            <pc:docMk/>
            <pc:sldMk cId="2965568436" sldId="370"/>
            <ac:spMk id="2" creationId="{AF16F07A-E28B-43F5-AA90-B3BB4898169D}"/>
          </ac:spMkLst>
        </pc:spChg>
        <pc:spChg chg="mod">
          <ac:chgData name="Nithish K" userId="43bfcf3e-fe49-4cb5-aa63-8e643e80348d" providerId="ADAL" clId="{CF7DC7A1-F71B-4E5F-AFB4-61729B66410F}" dt="2021-02-03T07:55:11.068" v="1325"/>
          <ac:spMkLst>
            <pc:docMk/>
            <pc:sldMk cId="2965568436" sldId="370"/>
            <ac:spMk id="3" creationId="{14F6D9A7-2061-43C5-94FE-8D945BF5BDA2}"/>
          </ac:spMkLst>
        </pc:spChg>
        <pc:spChg chg="mod">
          <ac:chgData name="Nithish K" userId="43bfcf3e-fe49-4cb5-aa63-8e643e80348d" providerId="ADAL" clId="{CF7DC7A1-F71B-4E5F-AFB4-61729B66410F}" dt="2021-02-03T08:25:02.990" v="1960" actId="6549"/>
          <ac:spMkLst>
            <pc:docMk/>
            <pc:sldMk cId="2965568436" sldId="370"/>
            <ac:spMk id="4" creationId="{614B12C2-7205-43EA-906E-E46700E5EF85}"/>
          </ac:spMkLst>
        </pc:spChg>
        <pc:spChg chg="add mod">
          <ac:chgData name="Nithish K" userId="43bfcf3e-fe49-4cb5-aa63-8e643e80348d" providerId="ADAL" clId="{CF7DC7A1-F71B-4E5F-AFB4-61729B66410F}" dt="2021-02-03T07:56:17.085" v="1373"/>
          <ac:spMkLst>
            <pc:docMk/>
            <pc:sldMk cId="2965568436" sldId="370"/>
            <ac:spMk id="8" creationId="{4B2AB621-31E3-4E0C-8AE5-197C9F690462}"/>
          </ac:spMkLst>
        </pc:spChg>
        <pc:spChg chg="add mod">
          <ac:chgData name="Nithish K" userId="43bfcf3e-fe49-4cb5-aa63-8e643e80348d" providerId="ADAL" clId="{CF7DC7A1-F71B-4E5F-AFB4-61729B66410F}" dt="2021-02-03T08:09:20.363" v="1861" actId="207"/>
          <ac:spMkLst>
            <pc:docMk/>
            <pc:sldMk cId="2965568436" sldId="370"/>
            <ac:spMk id="9" creationId="{74511941-1FC7-4344-A22C-D48B9FC984AE}"/>
          </ac:spMkLst>
        </pc:spChg>
        <pc:spChg chg="add del">
          <ac:chgData name="Nithish K" userId="43bfcf3e-fe49-4cb5-aa63-8e643e80348d" providerId="ADAL" clId="{CF7DC7A1-F71B-4E5F-AFB4-61729B66410F}" dt="2021-02-03T08:03:03.672" v="1458" actId="22"/>
          <ac:spMkLst>
            <pc:docMk/>
            <pc:sldMk cId="2965568436" sldId="370"/>
            <ac:spMk id="17" creationId="{4BB8C431-AA4E-4F41-8378-F7296E90E7DE}"/>
          </ac:spMkLst>
        </pc:spChg>
        <pc:spChg chg="add mod">
          <ac:chgData name="Nithish K" userId="43bfcf3e-fe49-4cb5-aa63-8e643e80348d" providerId="ADAL" clId="{CF7DC7A1-F71B-4E5F-AFB4-61729B66410F}" dt="2021-02-03T08:06:43.439" v="1534" actId="1076"/>
          <ac:spMkLst>
            <pc:docMk/>
            <pc:sldMk cId="2965568436" sldId="370"/>
            <ac:spMk id="19" creationId="{27964BD8-9035-475A-BF52-72570820FFFD}"/>
          </ac:spMkLst>
        </pc:spChg>
        <pc:spChg chg="add mod">
          <ac:chgData name="Nithish K" userId="43bfcf3e-fe49-4cb5-aa63-8e643e80348d" providerId="ADAL" clId="{CF7DC7A1-F71B-4E5F-AFB4-61729B66410F}" dt="2021-02-03T08:04:31.602" v="1501" actId="1076"/>
          <ac:spMkLst>
            <pc:docMk/>
            <pc:sldMk cId="2965568436" sldId="370"/>
            <ac:spMk id="21" creationId="{4DFF88D6-224F-4C4C-B0CC-614EE3F98CC4}"/>
          </ac:spMkLst>
        </pc:spChg>
        <pc:spChg chg="add mod">
          <ac:chgData name="Nithish K" userId="43bfcf3e-fe49-4cb5-aa63-8e643e80348d" providerId="ADAL" clId="{CF7DC7A1-F71B-4E5F-AFB4-61729B66410F}" dt="2021-02-03T08:04:31.602" v="1501" actId="1076"/>
          <ac:spMkLst>
            <pc:docMk/>
            <pc:sldMk cId="2965568436" sldId="370"/>
            <ac:spMk id="22" creationId="{563A4391-09A3-4D30-ACED-5D7F6AAC07AD}"/>
          </ac:spMkLst>
        </pc:spChg>
        <pc:spChg chg="add mod">
          <ac:chgData name="Nithish K" userId="43bfcf3e-fe49-4cb5-aa63-8e643e80348d" providerId="ADAL" clId="{CF7DC7A1-F71B-4E5F-AFB4-61729B66410F}" dt="2021-02-03T08:04:31.602" v="1501" actId="1076"/>
          <ac:spMkLst>
            <pc:docMk/>
            <pc:sldMk cId="2965568436" sldId="370"/>
            <ac:spMk id="23" creationId="{FD82B8DF-6D55-4948-A27F-569B80940323}"/>
          </ac:spMkLst>
        </pc:spChg>
        <pc:spChg chg="add del mod">
          <ac:chgData name="Nithish K" userId="43bfcf3e-fe49-4cb5-aa63-8e643e80348d" providerId="ADAL" clId="{CF7DC7A1-F71B-4E5F-AFB4-61729B66410F}" dt="2021-02-03T08:06:59.273" v="1538" actId="22"/>
          <ac:spMkLst>
            <pc:docMk/>
            <pc:sldMk cId="2965568436" sldId="370"/>
            <ac:spMk id="25" creationId="{3FAE4E8A-4D2C-4F97-925E-85C1DD0BB0E0}"/>
          </ac:spMkLst>
        </pc:spChg>
        <pc:spChg chg="add del">
          <ac:chgData name="Nithish K" userId="43bfcf3e-fe49-4cb5-aa63-8e643e80348d" providerId="ADAL" clId="{CF7DC7A1-F71B-4E5F-AFB4-61729B66410F}" dt="2021-02-03T08:07:02.491" v="1542" actId="22"/>
          <ac:spMkLst>
            <pc:docMk/>
            <pc:sldMk cId="2965568436" sldId="370"/>
            <ac:spMk id="27" creationId="{37E0D308-8640-4007-9DF0-217EB05FC054}"/>
          </ac:spMkLst>
        </pc:spChg>
        <pc:spChg chg="add mod">
          <ac:chgData name="Nithish K" userId="43bfcf3e-fe49-4cb5-aa63-8e643e80348d" providerId="ADAL" clId="{CF7DC7A1-F71B-4E5F-AFB4-61729B66410F}" dt="2021-02-03T08:07:26.669" v="1563" actId="1076"/>
          <ac:spMkLst>
            <pc:docMk/>
            <pc:sldMk cId="2965568436" sldId="370"/>
            <ac:spMk id="29" creationId="{2228AC45-BA0B-4E9E-86D9-F7CB1FFA2AD1}"/>
          </ac:spMkLst>
        </pc:spChg>
        <pc:picChg chg="add del mod">
          <ac:chgData name="Nithish K" userId="43bfcf3e-fe49-4cb5-aa63-8e643e80348d" providerId="ADAL" clId="{CF7DC7A1-F71B-4E5F-AFB4-61729B66410F}" dt="2021-02-03T08:04:23.611" v="1500" actId="478"/>
          <ac:picMkLst>
            <pc:docMk/>
            <pc:sldMk cId="2965568436" sldId="370"/>
            <ac:picMk id="6" creationId="{CB588543-41E4-4A94-ABB0-2097749709E5}"/>
          </ac:picMkLst>
        </pc:picChg>
        <pc:cxnChg chg="add mod">
          <ac:chgData name="Nithish K" userId="43bfcf3e-fe49-4cb5-aa63-8e643e80348d" providerId="ADAL" clId="{CF7DC7A1-F71B-4E5F-AFB4-61729B66410F}" dt="2021-02-03T08:04:48.380" v="1503" actId="1582"/>
          <ac:cxnSpMkLst>
            <pc:docMk/>
            <pc:sldMk cId="2965568436" sldId="370"/>
            <ac:cxnSpMk id="11" creationId="{03C417EC-FE43-411E-9A49-A418E5CEC9B7}"/>
          </ac:cxnSpMkLst>
        </pc:cxnChg>
        <pc:cxnChg chg="add mod">
          <ac:chgData name="Nithish K" userId="43bfcf3e-fe49-4cb5-aa63-8e643e80348d" providerId="ADAL" clId="{CF7DC7A1-F71B-4E5F-AFB4-61729B66410F}" dt="2021-02-03T08:04:43.303" v="1502" actId="1582"/>
          <ac:cxnSpMkLst>
            <pc:docMk/>
            <pc:sldMk cId="2965568436" sldId="370"/>
            <ac:cxnSpMk id="12" creationId="{5C102282-ADF5-4287-8E1E-9DE0DB6DD2B0}"/>
          </ac:cxnSpMkLst>
        </pc:cxnChg>
      </pc:sldChg>
      <pc:sldChg chg="addSp delSp modSp add mod ord">
        <pc:chgData name="Nithish K" userId="43bfcf3e-fe49-4cb5-aa63-8e643e80348d" providerId="ADAL" clId="{CF7DC7A1-F71B-4E5F-AFB4-61729B66410F}" dt="2021-02-03T08:24:15.512" v="1942"/>
        <pc:sldMkLst>
          <pc:docMk/>
          <pc:sldMk cId="3237551976" sldId="371"/>
        </pc:sldMkLst>
        <pc:spChg chg="mod">
          <ac:chgData name="Nithish K" userId="43bfcf3e-fe49-4cb5-aa63-8e643e80348d" providerId="ADAL" clId="{CF7DC7A1-F71B-4E5F-AFB4-61729B66410F}" dt="2021-02-03T07:40:51.157" v="1156" actId="20577"/>
          <ac:spMkLst>
            <pc:docMk/>
            <pc:sldMk cId="3237551976" sldId="371"/>
            <ac:spMk id="2" creationId="{5A813E65-EFF2-4116-9474-B8EB46E294C4}"/>
          </ac:spMkLst>
        </pc:spChg>
        <pc:spChg chg="mod">
          <ac:chgData name="Nithish K" userId="43bfcf3e-fe49-4cb5-aa63-8e643e80348d" providerId="ADAL" clId="{CF7DC7A1-F71B-4E5F-AFB4-61729B66410F}" dt="2021-02-03T07:05:05.022" v="779" actId="6549"/>
          <ac:spMkLst>
            <pc:docMk/>
            <pc:sldMk cId="3237551976" sldId="371"/>
            <ac:spMk id="4" creationId="{E3535B93-3C1F-465E-AE3B-5EDD4A73A4E8}"/>
          </ac:spMkLst>
        </pc:spChg>
        <pc:spChg chg="add mod">
          <ac:chgData name="Nithish K" userId="43bfcf3e-fe49-4cb5-aa63-8e643e80348d" providerId="ADAL" clId="{CF7DC7A1-F71B-4E5F-AFB4-61729B66410F}" dt="2021-02-03T07:05:14.118" v="780" actId="14100"/>
          <ac:spMkLst>
            <pc:docMk/>
            <pc:sldMk cId="3237551976" sldId="371"/>
            <ac:spMk id="5" creationId="{FEE6E4C8-1C61-4A8A-B6A0-BE4D00E38F36}"/>
          </ac:spMkLst>
        </pc:spChg>
        <pc:spChg chg="add mod">
          <ac:chgData name="Nithish K" userId="43bfcf3e-fe49-4cb5-aa63-8e643e80348d" providerId="ADAL" clId="{CF7DC7A1-F71B-4E5F-AFB4-61729B66410F}" dt="2021-02-03T07:41:09.775" v="1157"/>
          <ac:spMkLst>
            <pc:docMk/>
            <pc:sldMk cId="3237551976" sldId="371"/>
            <ac:spMk id="6" creationId="{D2DA6044-6645-4DD8-B831-ADE60CD3C1C0}"/>
          </ac:spMkLst>
        </pc:spChg>
        <pc:spChg chg="add del mod">
          <ac:chgData name="Nithish K" userId="43bfcf3e-fe49-4cb5-aa63-8e643e80348d" providerId="ADAL" clId="{CF7DC7A1-F71B-4E5F-AFB4-61729B66410F}" dt="2021-02-03T07:05:22.322" v="782" actId="478"/>
          <ac:spMkLst>
            <pc:docMk/>
            <pc:sldMk cId="3237551976" sldId="371"/>
            <ac:spMk id="7" creationId="{A4086BC2-2AD8-4DE7-977B-C612BEC2BAB7}"/>
          </ac:spMkLst>
        </pc:spChg>
        <pc:spChg chg="add del mod">
          <ac:chgData name="Nithish K" userId="43bfcf3e-fe49-4cb5-aa63-8e643e80348d" providerId="ADAL" clId="{CF7DC7A1-F71B-4E5F-AFB4-61729B66410F}" dt="2021-02-03T08:24:15.294" v="1941" actId="478"/>
          <ac:spMkLst>
            <pc:docMk/>
            <pc:sldMk cId="3237551976" sldId="371"/>
            <ac:spMk id="8" creationId="{19A07432-6115-4FF3-98F0-F959F76A05A5}"/>
          </ac:spMkLst>
        </pc:spChg>
        <pc:spChg chg="add mod">
          <ac:chgData name="Nithish K" userId="43bfcf3e-fe49-4cb5-aa63-8e643e80348d" providerId="ADAL" clId="{CF7DC7A1-F71B-4E5F-AFB4-61729B66410F}" dt="2021-02-03T08:24:15.512" v="1942"/>
          <ac:spMkLst>
            <pc:docMk/>
            <pc:sldMk cId="3237551976" sldId="371"/>
            <ac:spMk id="9" creationId="{BF5CAA16-2A33-4D7D-8D9F-F48577BBD715}"/>
          </ac:spMkLst>
        </pc:spChg>
      </pc:sldChg>
      <pc:sldChg chg="addSp delSp modSp add mod ord">
        <pc:chgData name="Nithish K" userId="43bfcf3e-fe49-4cb5-aa63-8e643e80348d" providerId="ADAL" clId="{CF7DC7A1-F71B-4E5F-AFB4-61729B66410F}" dt="2021-02-03T08:24:19.161" v="1944"/>
        <pc:sldMkLst>
          <pc:docMk/>
          <pc:sldMk cId="2398632098" sldId="372"/>
        </pc:sldMkLst>
        <pc:spChg chg="mod">
          <ac:chgData name="Nithish K" userId="43bfcf3e-fe49-4cb5-aa63-8e643e80348d" providerId="ADAL" clId="{CF7DC7A1-F71B-4E5F-AFB4-61729B66410F}" dt="2021-02-03T07:24:33.429" v="813" actId="20577"/>
          <ac:spMkLst>
            <pc:docMk/>
            <pc:sldMk cId="2398632098" sldId="372"/>
            <ac:spMk id="2" creationId="{5A813E65-EFF2-4116-9474-B8EB46E294C4}"/>
          </ac:spMkLst>
        </pc:spChg>
        <pc:spChg chg="mod">
          <ac:chgData name="Nithish K" userId="43bfcf3e-fe49-4cb5-aa63-8e643e80348d" providerId="ADAL" clId="{CF7DC7A1-F71B-4E5F-AFB4-61729B66410F}" dt="2021-02-03T07:59:01.472" v="1426" actId="20577"/>
          <ac:spMkLst>
            <pc:docMk/>
            <pc:sldMk cId="2398632098" sldId="372"/>
            <ac:spMk id="4" creationId="{E3535B93-3C1F-465E-AE3B-5EDD4A73A4E8}"/>
          </ac:spMkLst>
        </pc:spChg>
        <pc:spChg chg="add del mod">
          <ac:chgData name="Nithish K" userId="43bfcf3e-fe49-4cb5-aa63-8e643e80348d" providerId="ADAL" clId="{CF7DC7A1-F71B-4E5F-AFB4-61729B66410F}" dt="2021-02-03T08:24:18.944" v="1943" actId="478"/>
          <ac:spMkLst>
            <pc:docMk/>
            <pc:sldMk cId="2398632098" sldId="372"/>
            <ac:spMk id="5" creationId="{436C63BE-ED79-4DE1-81DE-E3CF5F5D9994}"/>
          </ac:spMkLst>
        </pc:spChg>
        <pc:spChg chg="add mod">
          <ac:chgData name="Nithish K" userId="43bfcf3e-fe49-4cb5-aa63-8e643e80348d" providerId="ADAL" clId="{CF7DC7A1-F71B-4E5F-AFB4-61729B66410F}" dt="2021-02-03T08:24:19.161" v="1944"/>
          <ac:spMkLst>
            <pc:docMk/>
            <pc:sldMk cId="2398632098" sldId="372"/>
            <ac:spMk id="6" creationId="{4CA9D288-5AF2-4780-A873-754E652156F5}"/>
          </ac:spMkLst>
        </pc:spChg>
      </pc:sldChg>
      <pc:sldChg chg="addSp modSp new mod ord">
        <pc:chgData name="Nithish K" userId="43bfcf3e-fe49-4cb5-aa63-8e643e80348d" providerId="ADAL" clId="{CF7DC7A1-F71B-4E5F-AFB4-61729B66410F}" dt="2021-02-03T08:25:55.135" v="1961"/>
        <pc:sldMkLst>
          <pc:docMk/>
          <pc:sldMk cId="2515013299" sldId="373"/>
        </pc:sldMkLst>
        <pc:spChg chg="mod">
          <ac:chgData name="Nithish K" userId="43bfcf3e-fe49-4cb5-aa63-8e643e80348d" providerId="ADAL" clId="{CF7DC7A1-F71B-4E5F-AFB4-61729B66410F}" dt="2021-02-03T07:29:34.101" v="951" actId="20577"/>
          <ac:spMkLst>
            <pc:docMk/>
            <pc:sldMk cId="2515013299" sldId="373"/>
            <ac:spMk id="2" creationId="{A2E4C15B-0D84-4D11-B1D6-A7DC6FADC78B}"/>
          </ac:spMkLst>
        </pc:spChg>
        <pc:spChg chg="mod">
          <ac:chgData name="Nithish K" userId="43bfcf3e-fe49-4cb5-aa63-8e643e80348d" providerId="ADAL" clId="{CF7DC7A1-F71B-4E5F-AFB4-61729B66410F}" dt="2021-02-03T08:25:55.135" v="1961"/>
          <ac:spMkLst>
            <pc:docMk/>
            <pc:sldMk cId="2515013299" sldId="373"/>
            <ac:spMk id="4" creationId="{C51E0A1B-020B-413A-95CC-78F4FCA51503}"/>
          </ac:spMkLst>
        </pc:spChg>
        <pc:spChg chg="add mod">
          <ac:chgData name="Nithish K" userId="43bfcf3e-fe49-4cb5-aa63-8e643e80348d" providerId="ADAL" clId="{CF7DC7A1-F71B-4E5F-AFB4-61729B66410F}" dt="2021-02-03T07:56:06.919" v="1372" actId="20577"/>
          <ac:spMkLst>
            <pc:docMk/>
            <pc:sldMk cId="2515013299" sldId="373"/>
            <ac:spMk id="5" creationId="{1065099F-9F11-4570-AB91-AF6B21799147}"/>
          </ac:spMkLst>
        </pc:spChg>
      </pc:sldChg>
      <pc:sldChg chg="modSp add del mod">
        <pc:chgData name="Nithish K" userId="43bfcf3e-fe49-4cb5-aa63-8e643e80348d" providerId="ADAL" clId="{CF7DC7A1-F71B-4E5F-AFB4-61729B66410F}" dt="2021-02-03T07:54:07.323" v="1310" actId="47"/>
        <pc:sldMkLst>
          <pc:docMk/>
          <pc:sldMk cId="3309935375" sldId="374"/>
        </pc:sldMkLst>
        <pc:spChg chg="mod">
          <ac:chgData name="Nithish K" userId="43bfcf3e-fe49-4cb5-aa63-8e643e80348d" providerId="ADAL" clId="{CF7DC7A1-F71B-4E5F-AFB4-61729B66410F}" dt="2021-02-03T07:34:34.789" v="1032" actId="20577"/>
          <ac:spMkLst>
            <pc:docMk/>
            <pc:sldMk cId="3309935375" sldId="374"/>
            <ac:spMk id="4" creationId="{4F76285D-8583-4DCA-8E49-8A14C207C922}"/>
          </ac:spMkLst>
        </pc:spChg>
      </pc:sldChg>
      <pc:sldChg chg="modSp add del mod">
        <pc:chgData name="Nithish K" userId="43bfcf3e-fe49-4cb5-aa63-8e643e80348d" providerId="ADAL" clId="{CF7DC7A1-F71B-4E5F-AFB4-61729B66410F}" dt="2021-02-03T08:23:45.018" v="1939" actId="47"/>
        <pc:sldMkLst>
          <pc:docMk/>
          <pc:sldMk cId="2913691051" sldId="375"/>
        </pc:sldMkLst>
        <pc:spChg chg="mod">
          <ac:chgData name="Nithish K" userId="43bfcf3e-fe49-4cb5-aa63-8e643e80348d" providerId="ADAL" clId="{CF7DC7A1-F71B-4E5F-AFB4-61729B66410F}" dt="2021-02-03T07:48:17.160" v="1277" actId="20577"/>
          <ac:spMkLst>
            <pc:docMk/>
            <pc:sldMk cId="2913691051" sldId="375"/>
            <ac:spMk id="4" creationId="{4F76285D-8583-4DCA-8E49-8A14C207C922}"/>
          </ac:spMkLst>
        </pc:spChg>
      </pc:sldChg>
      <pc:sldChg chg="modSp add del mod">
        <pc:chgData name="Nithish K" userId="43bfcf3e-fe49-4cb5-aa63-8e643e80348d" providerId="ADAL" clId="{CF7DC7A1-F71B-4E5F-AFB4-61729B66410F}" dt="2021-02-03T08:23:48.367" v="1940" actId="47"/>
        <pc:sldMkLst>
          <pc:docMk/>
          <pc:sldMk cId="1612378087" sldId="376"/>
        </pc:sldMkLst>
        <pc:spChg chg="mod">
          <ac:chgData name="Nithish K" userId="43bfcf3e-fe49-4cb5-aa63-8e643e80348d" providerId="ADAL" clId="{CF7DC7A1-F71B-4E5F-AFB4-61729B66410F}" dt="2021-02-03T08:19:06.257" v="1934" actId="20577"/>
          <ac:spMkLst>
            <pc:docMk/>
            <pc:sldMk cId="1612378087" sldId="376"/>
            <ac:spMk id="4" creationId="{4F76285D-8583-4DCA-8E49-8A14C207C922}"/>
          </ac:spMkLst>
        </pc:spChg>
      </pc:sldChg>
    </pc:docChg>
  </pc:docChgLst>
  <pc:docChgLst>
    <pc:chgData name="Neeleshb Mehta" userId="984d55dd-d02a-4e20-9921-8cd3f07dd84e" providerId="ADAL" clId="{8EEB53F1-8172-437C-99E5-C1D0FB37D9F4}"/>
    <pc:docChg chg="undo custSel modSld">
      <pc:chgData name="Neeleshb Mehta" userId="984d55dd-d02a-4e20-9921-8cd3f07dd84e" providerId="ADAL" clId="{8EEB53F1-8172-437C-99E5-C1D0FB37D9F4}" dt="2021-02-03T12:33:59.637" v="478" actId="20577"/>
      <pc:docMkLst>
        <pc:docMk/>
      </pc:docMkLst>
      <pc:sldChg chg="modSp mod">
        <pc:chgData name="Neeleshb Mehta" userId="984d55dd-d02a-4e20-9921-8cd3f07dd84e" providerId="ADAL" clId="{8EEB53F1-8172-437C-99E5-C1D0FB37D9F4}" dt="2021-02-03T12:33:59.637" v="478" actId="20577"/>
        <pc:sldMkLst>
          <pc:docMk/>
          <pc:sldMk cId="351255564" sldId="270"/>
        </pc:sldMkLst>
        <pc:spChg chg="mod">
          <ac:chgData name="Neeleshb Mehta" userId="984d55dd-d02a-4e20-9921-8cd3f07dd84e" providerId="ADAL" clId="{8EEB53F1-8172-437C-99E5-C1D0FB37D9F4}" dt="2021-02-03T12:33:59.637" v="478" actId="20577"/>
          <ac:spMkLst>
            <pc:docMk/>
            <pc:sldMk cId="351255564" sldId="270"/>
            <ac:spMk id="4" creationId="{690CC974-33ED-4BED-AF4A-0BC8235F15ED}"/>
          </ac:spMkLst>
        </pc:spChg>
      </pc:sldChg>
      <pc:sldChg chg="modSp mod">
        <pc:chgData name="Neeleshb Mehta" userId="984d55dd-d02a-4e20-9921-8cd3f07dd84e" providerId="ADAL" clId="{8EEB53F1-8172-437C-99E5-C1D0FB37D9F4}" dt="2021-02-03T12:33:13.530" v="360" actId="20577"/>
        <pc:sldMkLst>
          <pc:docMk/>
          <pc:sldMk cId="436460687" sldId="324"/>
        </pc:sldMkLst>
        <pc:spChg chg="mod">
          <ac:chgData name="Neeleshb Mehta" userId="984d55dd-d02a-4e20-9921-8cd3f07dd84e" providerId="ADAL" clId="{8EEB53F1-8172-437C-99E5-C1D0FB37D9F4}" dt="2021-02-03T12:33:13.530" v="360" actId="20577"/>
          <ac:spMkLst>
            <pc:docMk/>
            <pc:sldMk cId="436460687" sldId="324"/>
            <ac:spMk id="4" creationId="{3DF01A33-9BF9-4DFC-A186-D73497A81E75}"/>
          </ac:spMkLst>
        </pc:spChg>
      </pc:sldChg>
      <pc:sldChg chg="modSp mod">
        <pc:chgData name="Neeleshb Mehta" userId="984d55dd-d02a-4e20-9921-8cd3f07dd84e" providerId="ADAL" clId="{8EEB53F1-8172-437C-99E5-C1D0FB37D9F4}" dt="2021-02-03T12:29:23.896" v="95" actId="207"/>
        <pc:sldMkLst>
          <pc:docMk/>
          <pc:sldMk cId="2968507967" sldId="367"/>
        </pc:sldMkLst>
        <pc:spChg chg="mod">
          <ac:chgData name="Neeleshb Mehta" userId="984d55dd-d02a-4e20-9921-8cd3f07dd84e" providerId="ADAL" clId="{8EEB53F1-8172-437C-99E5-C1D0FB37D9F4}" dt="2021-02-03T12:28:25.860" v="15" actId="21"/>
          <ac:spMkLst>
            <pc:docMk/>
            <pc:sldMk cId="2968507967" sldId="367"/>
            <ac:spMk id="2" creationId="{40F5117C-BA20-429B-AEDB-5337298488F5}"/>
          </ac:spMkLst>
        </pc:spChg>
        <pc:spChg chg="mod">
          <ac:chgData name="Neeleshb Mehta" userId="984d55dd-d02a-4e20-9921-8cd3f07dd84e" providerId="ADAL" clId="{8EEB53F1-8172-437C-99E5-C1D0FB37D9F4}" dt="2021-02-03T12:29:23.896" v="95" actId="207"/>
          <ac:spMkLst>
            <pc:docMk/>
            <pc:sldMk cId="2968507967" sldId="367"/>
            <ac:spMk id="4" creationId="{673B427C-EC5B-43E8-AAA6-4302529E9156}"/>
          </ac:spMkLst>
        </pc:spChg>
      </pc:sldChg>
      <pc:sldChg chg="modSp mod">
        <pc:chgData name="Neeleshb Mehta" userId="984d55dd-d02a-4e20-9921-8cd3f07dd84e" providerId="ADAL" clId="{8EEB53F1-8172-437C-99E5-C1D0FB37D9F4}" dt="2021-02-03T12:31:07.416" v="267" actId="20577"/>
        <pc:sldMkLst>
          <pc:docMk/>
          <pc:sldMk cId="551830201" sldId="368"/>
        </pc:sldMkLst>
        <pc:spChg chg="mod">
          <ac:chgData name="Neeleshb Mehta" userId="984d55dd-d02a-4e20-9921-8cd3f07dd84e" providerId="ADAL" clId="{8EEB53F1-8172-437C-99E5-C1D0FB37D9F4}" dt="2021-02-03T12:30:09.537" v="184" actId="20577"/>
          <ac:spMkLst>
            <pc:docMk/>
            <pc:sldMk cId="551830201" sldId="368"/>
            <ac:spMk id="2" creationId="{5A813E65-EFF2-4116-9474-B8EB46E294C4}"/>
          </ac:spMkLst>
        </pc:spChg>
        <pc:spChg chg="mod">
          <ac:chgData name="Neeleshb Mehta" userId="984d55dd-d02a-4e20-9921-8cd3f07dd84e" providerId="ADAL" clId="{8EEB53F1-8172-437C-99E5-C1D0FB37D9F4}" dt="2021-02-03T12:31:07.416" v="267" actId="20577"/>
          <ac:spMkLst>
            <pc:docMk/>
            <pc:sldMk cId="551830201" sldId="368"/>
            <ac:spMk id="4" creationId="{E3535B93-3C1F-465E-AE3B-5EDD4A73A4E8}"/>
          </ac:spMkLst>
        </pc:spChg>
      </pc:sldChg>
      <pc:sldChg chg="modSp mod">
        <pc:chgData name="Neeleshb Mehta" userId="984d55dd-d02a-4e20-9921-8cd3f07dd84e" providerId="ADAL" clId="{8EEB53F1-8172-437C-99E5-C1D0FB37D9F4}" dt="2021-02-03T12:31:58.332" v="306" actId="20577"/>
        <pc:sldMkLst>
          <pc:docMk/>
          <pc:sldMk cId="2965568436" sldId="370"/>
        </pc:sldMkLst>
        <pc:spChg chg="mod">
          <ac:chgData name="Neeleshb Mehta" userId="984d55dd-d02a-4e20-9921-8cd3f07dd84e" providerId="ADAL" clId="{8EEB53F1-8172-437C-99E5-C1D0FB37D9F4}" dt="2021-02-03T12:31:25.656" v="292" actId="20577"/>
          <ac:spMkLst>
            <pc:docMk/>
            <pc:sldMk cId="2965568436" sldId="370"/>
            <ac:spMk id="2" creationId="{AF16F07A-E28B-43F5-AA90-B3BB4898169D}"/>
          </ac:spMkLst>
        </pc:spChg>
        <pc:spChg chg="mod">
          <ac:chgData name="Neeleshb Mehta" userId="984d55dd-d02a-4e20-9921-8cd3f07dd84e" providerId="ADAL" clId="{8EEB53F1-8172-437C-99E5-C1D0FB37D9F4}" dt="2021-02-03T12:31:58.332" v="306" actId="20577"/>
          <ac:spMkLst>
            <pc:docMk/>
            <pc:sldMk cId="2965568436" sldId="370"/>
            <ac:spMk id="4" creationId="{614B12C2-7205-43EA-906E-E46700E5EF8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pPr/>
              <a:t>8/11/2023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pPr/>
              <a:t>8/11/2023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12" y="1163642"/>
            <a:ext cx="9140825" cy="165575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8C11303C-4E49-43C6-AE6B-F86CF56A453B}"/>
              </a:ext>
            </a:extLst>
          </p:cNvPr>
          <p:cNvSpPr/>
          <p:nvPr userDrawn="1"/>
        </p:nvSpPr>
        <p:spPr>
          <a:xfrm>
            <a:off x="3198812" y="6248400"/>
            <a:ext cx="5065774" cy="531676"/>
          </a:xfrm>
          <a:prstGeom prst="roundRect">
            <a:avLst/>
          </a:prstGeom>
          <a:solidFill>
            <a:srgbClr val="97BA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6683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n w="0"/>
                <a:solidFill>
                  <a:schemeClr val="tx1"/>
                </a:solidFill>
                <a:latin typeface="Calibri" panose="020F0502020204030204" pitchFamily="34" charset="0"/>
              </a:rPr>
              <a:t>Indian Institute of Science, Bangalore</a:t>
            </a:r>
          </a:p>
        </p:txBody>
      </p:sp>
    </p:spTree>
    <p:extLst>
      <p:ext uri="{BB962C8B-B14F-4D97-AF65-F5344CB8AC3E}">
        <p14:creationId xmlns:p14="http://schemas.microsoft.com/office/powerpoint/2010/main" val="385163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14C6-5DAA-42F6-AD43-299E9C0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EBF-37EB-424D-AD47-A2C920BF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/>
              <a:pPr/>
              <a:t>11-08-2023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FF14-AFF4-4CEB-828B-6A5CE902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ADD2-B06C-4BD8-8D4C-52D85FC5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47BAA9-B429-45AA-BEFA-E9FAC25E6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990600"/>
            <a:ext cx="10896599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82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1655758"/>
          </a:xfrm>
        </p:spPr>
        <p:txBody>
          <a:bodyPr vert="horz" lIns="360000" tIns="45720" rIns="180000" bIns="45720" rtlCol="0" anchor="b">
            <a:normAutofit/>
          </a:bodyPr>
          <a:lstStyle>
            <a:lvl1pPr>
              <a:defRPr lang="en-IN" sz="4000" dirty="0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41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B6F2-3B16-4E19-AE5F-555EF21D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03914-1CE0-4C1E-AE5E-1FFC727E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/>
              <a:pPr/>
              <a:t>11-08-2023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3A56B-4DA8-49D7-BB0E-4326B995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52AB-9730-4D89-8185-80902053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06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A5CA-A3F2-4E99-B12A-94F79ED7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4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BC294-8672-422E-BD2C-7ABBBA1A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1"/>
            <a:ext cx="11278117" cy="681036"/>
          </a:xfrm>
          <a:prstGeom prst="rect">
            <a:avLst/>
          </a:prstGeom>
        </p:spPr>
        <p:txBody>
          <a:bodyPr vert="horz" lIns="216000" tIns="45720" rIns="18000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919EA-F0F4-4756-85C2-2E918616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2" y="990600"/>
            <a:ext cx="10895013" cy="5186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B0CE-A2DD-4BC6-915F-CA99B29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A65A8D-5760-4AA7-8662-C2150FF7F1A2}" type="datetimeFigureOut">
              <a:rPr lang="en-IN" smtClean="0"/>
              <a:pPr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CDB6E-9C02-405F-933B-DB8280245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9DF0-7CED-4B0E-8C48-E2110AD6B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48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5" r:id="rId2"/>
    <p:sldLayoutId id="2147483754" r:id="rId3"/>
    <p:sldLayoutId id="2147483756" r:id="rId4"/>
    <p:sldLayoutId id="214748374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EBB33A7-7E4F-4653-BD80-0E146AE65A6D}"/>
              </a:ext>
            </a:extLst>
          </p:cNvPr>
          <p:cNvSpPr/>
          <p:nvPr/>
        </p:nvSpPr>
        <p:spPr>
          <a:xfrm>
            <a:off x="8705776" y="4906335"/>
            <a:ext cx="2758847" cy="932702"/>
          </a:xfrm>
          <a:prstGeom prst="rect">
            <a:avLst/>
          </a:prstGeom>
          <a:solidFill>
            <a:srgbClr val="FFF200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BFE8C6-860F-40C8-821E-8F295D6B30E9}"/>
              </a:ext>
            </a:extLst>
          </p:cNvPr>
          <p:cNvSpPr/>
          <p:nvPr/>
        </p:nvSpPr>
        <p:spPr>
          <a:xfrm>
            <a:off x="8705776" y="3472015"/>
            <a:ext cx="2758847" cy="932702"/>
          </a:xfrm>
          <a:prstGeom prst="rect">
            <a:avLst/>
          </a:prstGeom>
          <a:solidFill>
            <a:srgbClr val="C4FF0E">
              <a:alpha val="86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7B351-D4D9-464E-B9F7-F9B8A48905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83"/>
          <a:stretch/>
        </p:blipFill>
        <p:spPr>
          <a:xfrm>
            <a:off x="303212" y="955945"/>
            <a:ext cx="7086600" cy="567345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D1335D3-8302-4A6B-AE11-B7363402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233" y="2039513"/>
            <a:ext cx="723900" cy="6477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7D7C7C7-BF72-44DA-9C54-D711619F3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951" y="2743154"/>
            <a:ext cx="723900" cy="6477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4AD7DB3-4FFE-43DA-8BAA-99B94A8FE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048" y="3543300"/>
            <a:ext cx="714375" cy="4191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7B057D-9974-48F0-AA69-FD9BA4FB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02854-4878-4D9A-B49C-2C210096DF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9564" y="2136948"/>
            <a:ext cx="2758848" cy="9034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Wi-Fi Stations</a:t>
            </a:r>
            <a:br>
              <a:rPr lang="en-US" dirty="0"/>
            </a:br>
            <a:r>
              <a:rPr lang="en-US" dirty="0"/>
              <a:t>at Terminals/Gates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C889BF-3F1B-46D7-9ADF-9AE21DD424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211" y="2828641"/>
            <a:ext cx="425467" cy="580560"/>
          </a:xfrm>
          <a:prstGeom prst="rect">
            <a:avLst/>
          </a:prstGeom>
          <a:effectLst>
            <a:outerShdw blurRad="25400" dist="25400" dir="2700000" sx="103000" sy="103000" algn="tl" rotWithShape="0">
              <a:prstClr val="black">
                <a:alpha val="53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F1E66C-1B78-4AC6-8EC4-A9E7F605DD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11" y="1795476"/>
            <a:ext cx="425467" cy="580560"/>
          </a:xfrm>
          <a:prstGeom prst="rect">
            <a:avLst/>
          </a:prstGeom>
          <a:effectLst>
            <a:outerShdw blurRad="25400" dist="25400" dir="2700000" sx="103000" sy="103000" algn="tl" rotWithShape="0">
              <a:prstClr val="black">
                <a:alpha val="53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545798-B7AA-4534-8EF0-78C4E59B86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746" y="646476"/>
            <a:ext cx="425467" cy="580560"/>
          </a:xfrm>
          <a:prstGeom prst="rect">
            <a:avLst/>
          </a:prstGeom>
          <a:effectLst>
            <a:outerShdw blurRad="25400" dist="25400" dir="2700000" sx="103000" sy="103000" algn="tl" rotWithShape="0">
              <a:prstClr val="black">
                <a:alpha val="53000"/>
              </a:prst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41EB18-6678-4C61-B98E-DF39E0278C43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305768" y="1227036"/>
            <a:ext cx="59712" cy="2530518"/>
          </a:xfrm>
          <a:prstGeom prst="line">
            <a:avLst/>
          </a:prstGeom>
          <a:ln w="28575">
            <a:solidFill>
              <a:srgbClr val="FFFF00"/>
            </a:solidFill>
            <a:prstDash val="sysDot"/>
            <a:headEnd type="none" w="med" len="med"/>
            <a:tailEnd type="none" w="med" len="med"/>
          </a:ln>
          <a:effectLst>
            <a:outerShdw blurRad="50800" dist="25400" dir="2700000" algn="ctr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A6B213-3447-49FC-B4A5-62AA70E2CBF3}"/>
              </a:ext>
            </a:extLst>
          </p:cNvPr>
          <p:cNvCxnSpPr>
            <a:cxnSpLocks/>
          </p:cNvCxnSpPr>
          <p:nvPr/>
        </p:nvCxnSpPr>
        <p:spPr>
          <a:xfrm>
            <a:off x="2109601" y="4650010"/>
            <a:ext cx="3352800" cy="0"/>
          </a:xfrm>
          <a:prstGeom prst="line">
            <a:avLst/>
          </a:prstGeom>
          <a:ln w="38100">
            <a:solidFill>
              <a:schemeClr val="bg1"/>
            </a:solidFill>
            <a:prstDash val="dash"/>
            <a:headEnd type="triangle" w="lg" len="lg"/>
            <a:tailEnd type="triangle" w="lg" len="lg"/>
          </a:ln>
          <a:effectLst>
            <a:outerShdw blurRad="50800" dist="25400" dir="2700000" algn="ctr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C4BE2F1-DE65-45DB-9936-1AE196215FB4}"/>
              </a:ext>
            </a:extLst>
          </p:cNvPr>
          <p:cNvSpPr txBox="1"/>
          <p:nvPr/>
        </p:nvSpPr>
        <p:spPr>
          <a:xfrm>
            <a:off x="3427412" y="4782601"/>
            <a:ext cx="760280" cy="369332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2400" b="1" kern="0" dirty="0">
                <a:latin typeface="+mj-lt"/>
                <a:cs typeface="Calibri" panose="020F0502020204030204" pitchFamily="34" charset="0"/>
              </a:rPr>
              <a:t>350m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0B860C-0608-407F-83EE-D9C4D6FE2C84}"/>
              </a:ext>
            </a:extLst>
          </p:cNvPr>
          <p:cNvSpPr txBox="1"/>
          <p:nvPr/>
        </p:nvSpPr>
        <p:spPr>
          <a:xfrm>
            <a:off x="3648650" y="867398"/>
            <a:ext cx="306042" cy="430887"/>
          </a:xfrm>
          <a:prstGeom prst="rect">
            <a:avLst/>
          </a:prstGeom>
          <a:noFill/>
          <a:effectLst>
            <a:outerShdw blurRad="25400" dist="50800" dir="2700000" algn="ctr" rotWithShape="0">
              <a:schemeClr val="tx1">
                <a:alpha val="46000"/>
              </a:schemeClr>
            </a:outerShdw>
          </a:effectLst>
        </p:spPr>
        <p:txBody>
          <a:bodyPr wrap="square" lIns="0" tIns="0" rIns="0" bIns="0">
            <a:spAutoFit/>
          </a:bodyPr>
          <a:lstStyle/>
          <a:p>
            <a:r>
              <a:rPr lang="en-US" sz="2800" b="1" kern="0" dirty="0">
                <a:solidFill>
                  <a:srgbClr val="FFFF00"/>
                </a:solidFill>
                <a:latin typeface="+mj-lt"/>
                <a:cs typeface="Calibri" panose="020F0502020204030204" pitchFamily="34" charset="0"/>
              </a:rPr>
              <a:t>A</a:t>
            </a:r>
            <a:endParaRPr lang="en-IN" sz="2800" b="1" dirty="0">
              <a:solidFill>
                <a:srgbClr val="FFFF0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87CA1F-B48A-4366-8B47-AE18B5B323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307" y="2136948"/>
            <a:ext cx="425467" cy="580560"/>
          </a:xfrm>
          <a:prstGeom prst="rect">
            <a:avLst/>
          </a:prstGeom>
          <a:effectLst>
            <a:outerShdw blurRad="25400" dist="25400" dir="2700000" sx="103000" sy="103000" algn="tl" rotWithShape="0">
              <a:prstClr val="black">
                <a:alpha val="53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CA2D32-A15D-40E1-98BD-11DD2B5D345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307" y="3542525"/>
            <a:ext cx="425467" cy="580560"/>
          </a:xfrm>
          <a:prstGeom prst="rect">
            <a:avLst/>
          </a:prstGeom>
          <a:effectLst>
            <a:outerShdw blurRad="25400" dist="25400" dir="2700000" sx="103000" sy="103000" algn="tl" rotWithShape="0">
              <a:prstClr val="black">
                <a:alpha val="53000"/>
              </a:prstClr>
            </a:outerShdw>
          </a:effec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51426072-853A-463D-88AE-7B25E45E294B}"/>
              </a:ext>
            </a:extLst>
          </p:cNvPr>
          <p:cNvGrpSpPr/>
          <p:nvPr/>
        </p:nvGrpSpPr>
        <p:grpSpPr>
          <a:xfrm>
            <a:off x="7605543" y="4948101"/>
            <a:ext cx="850231" cy="995711"/>
            <a:chOff x="8609011" y="3810000"/>
            <a:chExt cx="850231" cy="99571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33FEC7F-5058-4E25-B71B-64BE759368CD}"/>
                </a:ext>
              </a:extLst>
            </p:cNvPr>
            <p:cNvCxnSpPr>
              <a:cxnSpLocks/>
              <a:stCxn id="25" idx="2"/>
              <a:endCxn id="24" idx="2"/>
            </p:cNvCxnSpPr>
            <p:nvPr/>
          </p:nvCxnSpPr>
          <p:spPr>
            <a:xfrm flipH="1" flipV="1">
              <a:off x="8821393" y="4389600"/>
              <a:ext cx="425467" cy="1"/>
            </a:xfrm>
            <a:prstGeom prst="line">
              <a:avLst/>
            </a:prstGeom>
            <a:ln w="28575">
              <a:solidFill>
                <a:srgbClr val="FFFF00"/>
              </a:solidFill>
              <a:prstDash val="sysDot"/>
              <a:headEnd type="none" w="med" len="med"/>
              <a:tailEnd type="none" w="med" len="med"/>
            </a:ln>
            <a:effectLst>
              <a:outerShdw blurRad="50800" dist="25400" dir="2700000" algn="ctr" rotWithShape="0">
                <a:schemeClr val="tx1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EE235A2-18DF-4396-99F3-9DFF2153B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9011" y="3810000"/>
              <a:ext cx="424764" cy="579600"/>
            </a:xfrm>
            <a:prstGeom prst="rect">
              <a:avLst/>
            </a:prstGeom>
            <a:effectLst>
              <a:outerShdw blurRad="25400" dist="25400" dir="2700000" sx="103000" sy="103000" algn="tl" rotWithShape="0">
                <a:prstClr val="black">
                  <a:alpha val="53000"/>
                </a:prstClr>
              </a:outerShdw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23AB2D3-21BE-48F5-99F8-19592ECC7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34478" y="3810001"/>
              <a:ext cx="424764" cy="579600"/>
            </a:xfrm>
            <a:prstGeom prst="rect">
              <a:avLst/>
            </a:prstGeom>
            <a:effectLst>
              <a:outerShdw blurRad="25400" dist="25400" dir="2700000" sx="103000" sy="103000" algn="tl" rotWithShape="0">
                <a:prstClr val="black">
                  <a:alpha val="53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F89CC7B-D4AC-491E-8FD8-3E7D4AE6E718}"/>
                </a:ext>
              </a:extLst>
            </p:cNvPr>
            <p:cNvSpPr txBox="1"/>
            <p:nvPr/>
          </p:nvSpPr>
          <p:spPr>
            <a:xfrm>
              <a:off x="8685212" y="4374824"/>
              <a:ext cx="306042" cy="430887"/>
            </a:xfrm>
            <a:prstGeom prst="rect">
              <a:avLst/>
            </a:prstGeom>
            <a:noFill/>
            <a:effectLst>
              <a:outerShdw blurRad="25400" dist="50800" dir="2700000" algn="ctr" rotWithShape="0">
                <a:schemeClr val="tx1">
                  <a:alpha val="46000"/>
                </a:scheme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r>
                <a:rPr lang="en-US" sz="2800" b="1" kern="0" dirty="0">
                  <a:solidFill>
                    <a:srgbClr val="FFFF00"/>
                  </a:solidFill>
                  <a:latin typeface="+mj-lt"/>
                  <a:cs typeface="Calibri" panose="020F0502020204030204" pitchFamily="34" charset="0"/>
                </a:rPr>
                <a:t>A</a:t>
              </a:r>
              <a:endParaRPr lang="en-IN" sz="2800" b="1" dirty="0">
                <a:solidFill>
                  <a:srgbClr val="FFFF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E7A75C-8AAB-45D3-91A7-18AA209BE177}"/>
                </a:ext>
              </a:extLst>
            </p:cNvPr>
            <p:cNvSpPr txBox="1"/>
            <p:nvPr/>
          </p:nvSpPr>
          <p:spPr>
            <a:xfrm>
              <a:off x="9144113" y="4374824"/>
              <a:ext cx="306042" cy="430887"/>
            </a:xfrm>
            <a:prstGeom prst="rect">
              <a:avLst/>
            </a:prstGeom>
            <a:noFill/>
            <a:effectLst>
              <a:outerShdw blurRad="25400" dist="50800" dir="2700000" algn="ctr" rotWithShape="0">
                <a:schemeClr val="tx1">
                  <a:alpha val="46000"/>
                </a:scheme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r>
                <a:rPr lang="en-US" sz="2800" b="1" kern="0" dirty="0">
                  <a:solidFill>
                    <a:srgbClr val="FFFF00"/>
                  </a:solidFill>
                  <a:latin typeface="+mj-lt"/>
                  <a:cs typeface="Calibri" panose="020F0502020204030204" pitchFamily="34" charset="0"/>
                </a:rPr>
                <a:t>B</a:t>
              </a:r>
              <a:endParaRPr lang="en-IN" sz="28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6A3B9E23-A392-4FC9-820C-8A7BA0CA65F7}"/>
              </a:ext>
            </a:extLst>
          </p:cNvPr>
          <p:cNvSpPr txBox="1">
            <a:spLocks/>
          </p:cNvSpPr>
          <p:nvPr/>
        </p:nvSpPr>
        <p:spPr>
          <a:xfrm>
            <a:off x="8669564" y="3515166"/>
            <a:ext cx="2758848" cy="932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kern="0" dirty="0">
                <a:cs typeface="Calibri" panose="020F0502020204030204" pitchFamily="34" charset="0"/>
              </a:rPr>
              <a:t>Scenario 1</a:t>
            </a:r>
            <a:br>
              <a:rPr lang="en-US" kern="0" dirty="0">
                <a:cs typeface="Calibri" panose="020F0502020204030204" pitchFamily="34" charset="0"/>
              </a:rPr>
            </a:br>
            <a:r>
              <a:rPr lang="en-US" kern="0" dirty="0">
                <a:cs typeface="Calibri" panose="020F0502020204030204" pitchFamily="34" charset="0"/>
              </a:rPr>
              <a:t>Stationary Aircrafts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94FA4D4-940F-4734-A498-8F696C53A8E1}"/>
              </a:ext>
            </a:extLst>
          </p:cNvPr>
          <p:cNvSpPr txBox="1">
            <a:spLocks/>
          </p:cNvSpPr>
          <p:nvPr/>
        </p:nvSpPr>
        <p:spPr>
          <a:xfrm>
            <a:off x="8669564" y="4922639"/>
            <a:ext cx="2425912" cy="1097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Scenario 2</a:t>
            </a:r>
            <a:br>
              <a:rPr lang="en-IN" dirty="0"/>
            </a:br>
            <a:r>
              <a:rPr lang="en-IN" dirty="0"/>
              <a:t>Moving aircraft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D836B8-A075-4432-86B5-09A3A3D9088D}"/>
              </a:ext>
            </a:extLst>
          </p:cNvPr>
          <p:cNvSpPr txBox="1"/>
          <p:nvPr/>
        </p:nvSpPr>
        <p:spPr>
          <a:xfrm>
            <a:off x="5168789" y="6554653"/>
            <a:ext cx="2934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Google Maps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32A6E12-B3FF-4893-AAC9-6ACF3BC5C67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043045" y="672601"/>
            <a:ext cx="679675" cy="6796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92D705-6F1F-4C0B-89AD-7BA1B656742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666" y="2504041"/>
            <a:ext cx="425467" cy="580560"/>
          </a:xfrm>
          <a:prstGeom prst="rect">
            <a:avLst/>
          </a:prstGeom>
          <a:effectLst>
            <a:outerShdw blurRad="25400" dist="25400" dir="2700000" sx="103000" sy="103000" algn="tl" rotWithShape="0">
              <a:prstClr val="black">
                <a:alpha val="53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EE6385-5A7E-421B-94A4-ACC86F40DF0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666" y="1795476"/>
            <a:ext cx="425467" cy="580560"/>
          </a:xfrm>
          <a:prstGeom prst="rect">
            <a:avLst/>
          </a:prstGeom>
          <a:effectLst>
            <a:outerShdw blurRad="25400" dist="25400" dir="2700000" sx="103000" sy="103000" algn="tl" rotWithShape="0">
              <a:prstClr val="black">
                <a:alpha val="53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354571-B7B6-4DE7-A5ED-4D4B98B79D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297" y="3176994"/>
            <a:ext cx="425467" cy="580560"/>
          </a:xfrm>
          <a:prstGeom prst="rect">
            <a:avLst/>
          </a:prstGeom>
          <a:effectLst>
            <a:outerShdw blurRad="25400" dist="25400" dir="2700000" sx="103000" sy="103000" algn="tl" rotWithShape="0">
              <a:prstClr val="black">
                <a:alpha val="53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F940AB-DA8A-4FBE-9E1E-093EA2E16B59}"/>
              </a:ext>
            </a:extLst>
          </p:cNvPr>
          <p:cNvSpPr txBox="1"/>
          <p:nvPr/>
        </p:nvSpPr>
        <p:spPr>
          <a:xfrm>
            <a:off x="2908475" y="3308738"/>
            <a:ext cx="306042" cy="430887"/>
          </a:xfrm>
          <a:prstGeom prst="rect">
            <a:avLst/>
          </a:prstGeom>
          <a:noFill/>
          <a:effectLst>
            <a:outerShdw blurRad="25400" dist="50800" dir="2700000" algn="ctr" rotWithShape="0">
              <a:schemeClr val="tx1">
                <a:alpha val="46000"/>
              </a:schemeClr>
            </a:outerShdw>
          </a:effectLst>
        </p:spPr>
        <p:txBody>
          <a:bodyPr wrap="square" lIns="0" tIns="0" rIns="0" bIns="0">
            <a:spAutoFit/>
          </a:bodyPr>
          <a:lstStyle/>
          <a:p>
            <a:r>
              <a:rPr lang="en-US" sz="2800" b="1" kern="0" dirty="0">
                <a:solidFill>
                  <a:srgbClr val="FFFF00"/>
                </a:solidFill>
                <a:latin typeface="+mj-lt"/>
                <a:cs typeface="Calibri" panose="020F0502020204030204" pitchFamily="34" charset="0"/>
              </a:rPr>
              <a:t>B</a:t>
            </a:r>
            <a:endParaRPr lang="en-IN" sz="2800" b="1" dirty="0">
              <a:solidFill>
                <a:srgbClr val="FFFF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581AB4-E777-4382-85A3-864F5A534A7A}"/>
              </a:ext>
            </a:extLst>
          </p:cNvPr>
          <p:cNvCxnSpPr>
            <a:cxnSpLocks/>
            <a:endCxn id="9" idx="2"/>
          </p:cNvCxnSpPr>
          <p:nvPr/>
        </p:nvCxnSpPr>
        <p:spPr>
          <a:xfrm flipH="1">
            <a:off x="2625031" y="3757554"/>
            <a:ext cx="678356" cy="0"/>
          </a:xfrm>
          <a:prstGeom prst="line">
            <a:avLst/>
          </a:prstGeom>
          <a:ln w="28575">
            <a:solidFill>
              <a:srgbClr val="FFFF00"/>
            </a:solidFill>
            <a:prstDash val="sysDot"/>
            <a:headEnd type="none" w="med" len="med"/>
            <a:tailEnd type="arrow" w="med" len="med"/>
          </a:ln>
          <a:effectLst>
            <a:outerShdw blurRad="50800" dist="25400" dir="2700000" algn="ctr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73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64E-6 4.81481E-6 L 0.00273 0.39768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3 0.39768 L -0.06148 0.40023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8" grpId="0" animBg="1"/>
      <p:bldP spid="18" grpId="1" animBg="1"/>
      <p:bldP spid="15" grpId="0" animBg="1"/>
      <p:bldP spid="16" grpId="0"/>
      <p:bldP spid="17" grpId="0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7062</TotalTime>
  <Words>27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WiFi_Simulation</dc:title>
  <dc:creator>Nithish K Gnani</dc:creator>
  <cp:keywords>PER;SNR;MCS</cp:keywords>
  <cp:lastModifiedBy>Nithish K Gnani</cp:lastModifiedBy>
  <cp:revision>541</cp:revision>
  <dcterms:created xsi:type="dcterms:W3CDTF">2018-03-19T06:11:25Z</dcterms:created>
  <dcterms:modified xsi:type="dcterms:W3CDTF">2023-08-11T11:32:23Z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SIP_Label_f42aa342-8706-4288-bd11-ebb85995028c_Enabled">
    <vt:lpwstr>True</vt:lpwstr>
  </property>
  <property fmtid="{D5CDD505-2E9C-101B-9397-08002B2CF9AE}" pid="13" name="MSIP_Label_f42aa342-8706-4288-bd11-ebb85995028c_SiteId">
    <vt:lpwstr>72f988bf-86f1-41af-91ab-2d7cd011db47</vt:lpwstr>
  </property>
  <property fmtid="{D5CDD505-2E9C-101B-9397-08002B2CF9AE}" pid="14" name="MSIP_Label_f42aa342-8706-4288-bd11-ebb85995028c_Owner">
    <vt:lpwstr>v-asharm@microsoft.com</vt:lpwstr>
  </property>
  <property fmtid="{D5CDD505-2E9C-101B-9397-08002B2CF9AE}" pid="15" name="MSIP_Label_f42aa342-8706-4288-bd11-ebb85995028c_SetDate">
    <vt:lpwstr>2017-11-17T04:13:46.1587428Z</vt:lpwstr>
  </property>
  <property fmtid="{D5CDD505-2E9C-101B-9397-08002B2CF9AE}" pid="16" name="MSIP_Label_f42aa342-8706-4288-bd11-ebb85995028c_Name">
    <vt:lpwstr>General</vt:lpwstr>
  </property>
  <property fmtid="{D5CDD505-2E9C-101B-9397-08002B2CF9AE}" pid="17" name="MSIP_Label_f42aa342-8706-4288-bd11-ebb85995028c_Application">
    <vt:lpwstr>Microsoft Azure Information Protection</vt:lpwstr>
  </property>
  <property fmtid="{D5CDD505-2E9C-101B-9397-08002B2CF9AE}" pid="18" name="MSIP_Label_f42aa342-8706-4288-bd11-ebb85995028c_Extended_MSFT_Method">
    <vt:lpwstr>Automatic</vt:lpwstr>
  </property>
  <property fmtid="{D5CDD505-2E9C-101B-9397-08002B2CF9AE}" pid="19" name="Sensitivity">
    <vt:lpwstr>General</vt:lpwstr>
  </property>
</Properties>
</file>