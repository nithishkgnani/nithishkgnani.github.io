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28"/>
  </p:notesMasterIdLst>
  <p:handoutMasterIdLst>
    <p:handoutMasterId r:id="rId29"/>
  </p:handoutMasterIdLst>
  <p:sldIdLst>
    <p:sldId id="258" r:id="rId2"/>
    <p:sldId id="340" r:id="rId3"/>
    <p:sldId id="270" r:id="rId4"/>
    <p:sldId id="342" r:id="rId5"/>
    <p:sldId id="325" r:id="rId6"/>
    <p:sldId id="355" r:id="rId7"/>
    <p:sldId id="364" r:id="rId8"/>
    <p:sldId id="359" r:id="rId9"/>
    <p:sldId id="326" r:id="rId10"/>
    <p:sldId id="347" r:id="rId11"/>
    <p:sldId id="365" r:id="rId12"/>
    <p:sldId id="329" r:id="rId13"/>
    <p:sldId id="343" r:id="rId14"/>
    <p:sldId id="283" r:id="rId15"/>
    <p:sldId id="354" r:id="rId16"/>
    <p:sldId id="328" r:id="rId17"/>
    <p:sldId id="327" r:id="rId18"/>
    <p:sldId id="331" r:id="rId19"/>
    <p:sldId id="293" r:id="rId20"/>
    <p:sldId id="322" r:id="rId21"/>
    <p:sldId id="341" r:id="rId22"/>
    <p:sldId id="349" r:id="rId23"/>
    <p:sldId id="367" r:id="rId24"/>
    <p:sldId id="368" r:id="rId25"/>
    <p:sldId id="370" r:id="rId26"/>
    <p:sldId id="324" r:id="rId2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1152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  <p15:guide id="5" orient="horz" pos="3072" userDrawn="1">
          <p15:clr>
            <a:srgbClr val="A4A3A4"/>
          </p15:clr>
        </p15:guide>
        <p15:guide id="6" orient="horz" pos="432" userDrawn="1">
          <p15:clr>
            <a:srgbClr val="A4A3A4"/>
          </p15:clr>
        </p15:guide>
        <p15:guide id="7" orient="horz" pos="3648" userDrawn="1">
          <p15:clr>
            <a:srgbClr val="A4A3A4"/>
          </p15:clr>
        </p15:guide>
        <p15:guide id="8" pos="3839" userDrawn="1">
          <p15:clr>
            <a:srgbClr val="A4A3A4"/>
          </p15:clr>
        </p15:guide>
        <p15:guide id="9" pos="766" userDrawn="1">
          <p15:clr>
            <a:srgbClr val="A4A3A4"/>
          </p15:clr>
        </p15:guide>
        <p15:guide id="10" pos="6912" userDrawn="1">
          <p15:clr>
            <a:srgbClr val="A4A3A4"/>
          </p15:clr>
        </p15:guide>
        <p15:guide id="11" pos="5711" userDrawn="1">
          <p15:clr>
            <a:srgbClr val="A4A3A4"/>
          </p15:clr>
        </p15:guide>
        <p15:guide id="12" pos="7247" userDrawn="1">
          <p15:clr>
            <a:srgbClr val="A4A3A4"/>
          </p15:clr>
        </p15:guide>
        <p15:guide id="13" pos="3695" userDrawn="1">
          <p15:clr>
            <a:srgbClr val="A4A3A4"/>
          </p15:clr>
        </p15:guide>
        <p15:guide id="14" pos="431" userDrawn="1">
          <p15:clr>
            <a:srgbClr val="A4A3A4"/>
          </p15:clr>
        </p15:guide>
        <p15:guide id="15" pos="28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C4FF0E"/>
    <a:srgbClr val="99FF99"/>
    <a:srgbClr val="81C0EE"/>
    <a:srgbClr val="F0904E"/>
    <a:srgbClr val="660033"/>
    <a:srgbClr val="F3A671"/>
    <a:srgbClr val="D7E686"/>
    <a:srgbClr val="ED7D31"/>
    <a:srgbClr val="C0E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971" autoAdjust="0"/>
  </p:normalViewPr>
  <p:slideViewPr>
    <p:cSldViewPr>
      <p:cViewPr varScale="1">
        <p:scale>
          <a:sx n="103" d="100"/>
          <a:sy n="103" d="100"/>
        </p:scale>
        <p:origin x="120" y="234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6"/>
        <p:guide pos="6912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324"/>
    </p:cViewPr>
  </p:sorterViewPr>
  <p:notesViewPr>
    <p:cSldViewPr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sh K" userId="43bfcf3e-fe49-4cb5-aa63-8e643e80348d" providerId="ADAL" clId="{45911B4C-89ED-4211-ACE3-6ADA281FF390}"/>
    <pc:docChg chg="modSld">
      <pc:chgData name="Nithish K" userId="43bfcf3e-fe49-4cb5-aa63-8e643e80348d" providerId="ADAL" clId="{45911B4C-89ED-4211-ACE3-6ADA281FF390}" dt="2021-02-03T12:45:24.811" v="48" actId="6549"/>
      <pc:docMkLst>
        <pc:docMk/>
      </pc:docMkLst>
      <pc:sldChg chg="modSp mod">
        <pc:chgData name="Nithish K" userId="43bfcf3e-fe49-4cb5-aa63-8e643e80348d" providerId="ADAL" clId="{45911B4C-89ED-4211-ACE3-6ADA281FF390}" dt="2021-02-03T12:44:38.882" v="3" actId="20577"/>
        <pc:sldMkLst>
          <pc:docMk/>
          <pc:sldMk cId="1930989867" sldId="369"/>
        </pc:sldMkLst>
        <pc:spChg chg="mod">
          <ac:chgData name="Nithish K" userId="43bfcf3e-fe49-4cb5-aa63-8e643e80348d" providerId="ADAL" clId="{45911B4C-89ED-4211-ACE3-6ADA281FF390}" dt="2021-02-03T12:44:38.882" v="3" actId="20577"/>
          <ac:spMkLst>
            <pc:docMk/>
            <pc:sldMk cId="1930989867" sldId="369"/>
            <ac:spMk id="4" creationId="{E3535B93-3C1F-465E-AE3B-5EDD4A73A4E8}"/>
          </ac:spMkLst>
        </pc:spChg>
      </pc:sldChg>
      <pc:sldChg chg="modSp mod">
        <pc:chgData name="Nithish K" userId="43bfcf3e-fe49-4cb5-aa63-8e643e80348d" providerId="ADAL" clId="{45911B4C-89ED-4211-ACE3-6ADA281FF390}" dt="2021-02-03T12:45:24.811" v="48" actId="6549"/>
        <pc:sldMkLst>
          <pc:docMk/>
          <pc:sldMk cId="2965568436" sldId="370"/>
        </pc:sldMkLst>
        <pc:spChg chg="mod">
          <ac:chgData name="Nithish K" userId="43bfcf3e-fe49-4cb5-aa63-8e643e80348d" providerId="ADAL" clId="{45911B4C-89ED-4211-ACE3-6ADA281FF390}" dt="2021-02-03T12:45:24.811" v="48" actId="6549"/>
          <ac:spMkLst>
            <pc:docMk/>
            <pc:sldMk cId="2965568436" sldId="370"/>
            <ac:spMk id="4" creationId="{614B12C2-7205-43EA-906E-E46700E5EF85}"/>
          </ac:spMkLst>
        </pc:spChg>
      </pc:sldChg>
    </pc:docChg>
  </pc:docChgLst>
  <pc:docChgLst>
    <pc:chgData name="Nithish K" userId="43bfcf3e-fe49-4cb5-aa63-8e643e80348d" providerId="ADAL" clId="{91BD4E44-7F16-45B4-9E6F-B62267A80741}"/>
    <pc:docChg chg="undo custSel delSld modSld sldOrd">
      <pc:chgData name="Nithish K" userId="43bfcf3e-fe49-4cb5-aa63-8e643e80348d" providerId="ADAL" clId="{91BD4E44-7F16-45B4-9E6F-B62267A80741}" dt="2021-02-03T15:33:25.805" v="65" actId="20577"/>
      <pc:docMkLst>
        <pc:docMk/>
      </pc:docMkLst>
      <pc:sldChg chg="delSp modSp mod">
        <pc:chgData name="Nithish K" userId="43bfcf3e-fe49-4cb5-aa63-8e643e80348d" providerId="ADAL" clId="{91BD4E44-7F16-45B4-9E6F-B62267A80741}" dt="2021-02-03T14:39:23.677" v="35" actId="1076"/>
        <pc:sldMkLst>
          <pc:docMk/>
          <pc:sldMk cId="1303733256" sldId="260"/>
        </pc:sldMkLst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4" creationId="{82402854-4878-4D9A-B49C-2C210096DF6C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18" creationId="{24BFE8C6-860F-40C8-821E-8F295D6B30E9}"/>
          </ac:spMkLst>
        </pc:spChg>
        <pc:spChg chg="del">
          <ac:chgData name="Nithish K" userId="43bfcf3e-fe49-4cb5-aa63-8e643e80348d" providerId="ADAL" clId="{91BD4E44-7F16-45B4-9E6F-B62267A80741}" dt="2021-02-03T14:39:15.102" v="34" actId="478"/>
          <ac:spMkLst>
            <pc:docMk/>
            <pc:sldMk cId="1303733256" sldId="260"/>
            <ac:spMk id="19" creationId="{7174756A-5D0E-411F-9B39-219559467415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22" creationId="{3EBB33A7-7E4F-4653-BD80-0E146AE65A6D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30" creationId="{6A3B9E23-A392-4FC9-820C-8A7BA0CA65F7}"/>
          </ac:spMkLst>
        </pc:spChg>
        <pc:spChg chg="mod">
          <ac:chgData name="Nithish K" userId="43bfcf3e-fe49-4cb5-aa63-8e643e80348d" providerId="ADAL" clId="{91BD4E44-7F16-45B4-9E6F-B62267A80741}" dt="2021-02-03T14:39:23.677" v="35" actId="1076"/>
          <ac:spMkLst>
            <pc:docMk/>
            <pc:sldMk cId="1303733256" sldId="260"/>
            <ac:spMk id="31" creationId="{D94FA4D4-940F-4734-A498-8F696C53A8E1}"/>
          </ac:spMkLst>
        </pc:spChg>
        <pc:grpChg chg="mod">
          <ac:chgData name="Nithish K" userId="43bfcf3e-fe49-4cb5-aa63-8e643e80348d" providerId="ADAL" clId="{91BD4E44-7F16-45B4-9E6F-B62267A80741}" dt="2021-02-03T14:39:23.677" v="35" actId="1076"/>
          <ac:grpSpMkLst>
            <pc:docMk/>
            <pc:sldMk cId="1303733256" sldId="260"/>
            <ac:grpSpMk id="32" creationId="{51426072-853A-463D-88AE-7B25E45E294B}"/>
          </ac:grpSpMkLst>
        </pc:grpChg>
        <pc:picChg chg="mod">
          <ac:chgData name="Nithish K" userId="43bfcf3e-fe49-4cb5-aa63-8e643e80348d" providerId="ADAL" clId="{91BD4E44-7F16-45B4-9E6F-B62267A80741}" dt="2021-02-03T14:39:23.677" v="35" actId="1076"/>
          <ac:picMkLst>
            <pc:docMk/>
            <pc:sldMk cId="1303733256" sldId="260"/>
            <ac:picMk id="20" creationId="{2987CA1F-B48A-4366-8B47-AE18B5B3230F}"/>
          </ac:picMkLst>
        </pc:picChg>
        <pc:picChg chg="mod">
          <ac:chgData name="Nithish K" userId="43bfcf3e-fe49-4cb5-aa63-8e643e80348d" providerId="ADAL" clId="{91BD4E44-7F16-45B4-9E6F-B62267A80741}" dt="2021-02-03T14:39:23.677" v="35" actId="1076"/>
          <ac:picMkLst>
            <pc:docMk/>
            <pc:sldMk cId="1303733256" sldId="260"/>
            <ac:picMk id="21" creationId="{DBCA2D32-A15D-40E1-98BD-11DD2B5D345A}"/>
          </ac:picMkLst>
        </pc:picChg>
      </pc:sldChg>
      <pc:sldChg chg="modSp mod">
        <pc:chgData name="Nithish K" userId="43bfcf3e-fe49-4cb5-aa63-8e643e80348d" providerId="ADAL" clId="{91BD4E44-7F16-45B4-9E6F-B62267A80741}" dt="2021-02-03T14:50:55.293" v="45" actId="6549"/>
        <pc:sldMkLst>
          <pc:docMk/>
          <pc:sldMk cId="436460687" sldId="324"/>
        </pc:sldMkLst>
        <pc:spChg chg="mod">
          <ac:chgData name="Nithish K" userId="43bfcf3e-fe49-4cb5-aa63-8e643e80348d" providerId="ADAL" clId="{91BD4E44-7F16-45B4-9E6F-B62267A80741}" dt="2021-02-03T14:50:55.293" v="45" actId="6549"/>
          <ac:spMkLst>
            <pc:docMk/>
            <pc:sldMk cId="436460687" sldId="324"/>
            <ac:spMk id="4" creationId="{3DF01A33-9BF9-4DFC-A186-D73497A81E75}"/>
          </ac:spMkLst>
        </pc:spChg>
      </pc:sldChg>
      <pc:sldChg chg="ord">
        <pc:chgData name="Nithish K" userId="43bfcf3e-fe49-4cb5-aa63-8e643e80348d" providerId="ADAL" clId="{91BD4E44-7F16-45B4-9E6F-B62267A80741}" dt="2021-02-03T14:52:35.870" v="47"/>
        <pc:sldMkLst>
          <pc:docMk/>
          <pc:sldMk cId="3555994928" sldId="331"/>
        </pc:sldMkLst>
      </pc:sldChg>
      <pc:sldChg chg="modSp mod">
        <pc:chgData name="Nithish K" userId="43bfcf3e-fe49-4cb5-aa63-8e643e80348d" providerId="ADAL" clId="{91BD4E44-7F16-45B4-9E6F-B62267A80741}" dt="2021-02-03T14:41:00.520" v="38" actId="20577"/>
        <pc:sldMkLst>
          <pc:docMk/>
          <pc:sldMk cId="1620280231" sldId="342"/>
        </pc:sldMkLst>
        <pc:graphicFrameChg chg="modGraphic">
          <ac:chgData name="Nithish K" userId="43bfcf3e-fe49-4cb5-aa63-8e643e80348d" providerId="ADAL" clId="{91BD4E44-7F16-45B4-9E6F-B62267A80741}" dt="2021-02-03T14:41:00.520" v="38" actId="20577"/>
          <ac:graphicFrameMkLst>
            <pc:docMk/>
            <pc:sldMk cId="1620280231" sldId="342"/>
            <ac:graphicFrameMk id="8" creationId="{A91B1191-CB49-4FC2-B36F-5C0A6272A64C}"/>
          </ac:graphicFrameMkLst>
        </pc:graphicFrameChg>
      </pc:sldChg>
      <pc:sldChg chg="modSp mod">
        <pc:chgData name="Nithish K" userId="43bfcf3e-fe49-4cb5-aa63-8e643e80348d" providerId="ADAL" clId="{91BD4E44-7F16-45B4-9E6F-B62267A80741}" dt="2021-02-03T14:49:53.526" v="42" actId="20577"/>
        <pc:sldMkLst>
          <pc:docMk/>
          <pc:sldMk cId="4061288009" sldId="343"/>
        </pc:sldMkLst>
        <pc:spChg chg="mod">
          <ac:chgData name="Nithish K" userId="43bfcf3e-fe49-4cb5-aa63-8e643e80348d" providerId="ADAL" clId="{91BD4E44-7F16-45B4-9E6F-B62267A80741}" dt="2021-02-03T14:49:53.526" v="42" actId="20577"/>
          <ac:spMkLst>
            <pc:docMk/>
            <pc:sldMk cId="4061288009" sldId="343"/>
            <ac:spMk id="4" creationId="{A5BBE22A-688A-43FC-91D5-BA4E0F1DBAAE}"/>
          </ac:spMkLst>
        </pc:spChg>
      </pc:sldChg>
      <pc:sldChg chg="modSp mod">
        <pc:chgData name="Nithish K" userId="43bfcf3e-fe49-4cb5-aa63-8e643e80348d" providerId="ADAL" clId="{91BD4E44-7F16-45B4-9E6F-B62267A80741}" dt="2021-02-03T15:33:25.805" v="65" actId="20577"/>
        <pc:sldMkLst>
          <pc:docMk/>
          <pc:sldMk cId="2965568436" sldId="370"/>
        </pc:sldMkLst>
        <pc:spChg chg="mod">
          <ac:chgData name="Nithish K" userId="43bfcf3e-fe49-4cb5-aa63-8e643e80348d" providerId="ADAL" clId="{91BD4E44-7F16-45B4-9E6F-B62267A80741}" dt="2021-02-03T14:24:52.045" v="33" actId="20577"/>
          <ac:spMkLst>
            <pc:docMk/>
            <pc:sldMk cId="2965568436" sldId="370"/>
            <ac:spMk id="4" creationId="{614B12C2-7205-43EA-906E-E46700E5EF85}"/>
          </ac:spMkLst>
        </pc:spChg>
        <pc:spChg chg="mod">
          <ac:chgData name="Nithish K" userId="43bfcf3e-fe49-4cb5-aa63-8e643e80348d" providerId="ADAL" clId="{91BD4E44-7F16-45B4-9E6F-B62267A80741}" dt="2021-02-03T15:33:25.805" v="65" actId="20577"/>
          <ac:spMkLst>
            <pc:docMk/>
            <pc:sldMk cId="2965568436" sldId="370"/>
            <ac:spMk id="21" creationId="{4DFF88D6-224F-4C4C-B0CC-614EE3F98CC4}"/>
          </ac:spMkLst>
        </pc:spChg>
        <pc:spChg chg="mod">
          <ac:chgData name="Nithish K" userId="43bfcf3e-fe49-4cb5-aa63-8e643e80348d" providerId="ADAL" clId="{91BD4E44-7F16-45B4-9E6F-B62267A80741}" dt="2021-02-03T15:33:23.490" v="62" actId="14100"/>
          <ac:spMkLst>
            <pc:docMk/>
            <pc:sldMk cId="2965568436" sldId="370"/>
            <ac:spMk id="22" creationId="{563A4391-09A3-4D30-ACED-5D7F6AAC07AD}"/>
          </ac:spMkLst>
        </pc:spChg>
        <pc:spChg chg="mod">
          <ac:chgData name="Nithish K" userId="43bfcf3e-fe49-4cb5-aa63-8e643e80348d" providerId="ADAL" clId="{91BD4E44-7F16-45B4-9E6F-B62267A80741}" dt="2021-02-03T15:33:16.801" v="51" actId="20577"/>
          <ac:spMkLst>
            <pc:docMk/>
            <pc:sldMk cId="2965568436" sldId="370"/>
            <ac:spMk id="23" creationId="{FD82B8DF-6D55-4948-A27F-569B80940323}"/>
          </ac:spMkLst>
        </pc:spChg>
      </pc:sldChg>
      <pc:sldChg chg="del">
        <pc:chgData name="Nithish K" userId="43bfcf3e-fe49-4cb5-aa63-8e643e80348d" providerId="ADAL" clId="{91BD4E44-7F16-45B4-9E6F-B62267A80741}" dt="2021-02-03T12:49:10.446" v="1" actId="47"/>
        <pc:sldMkLst>
          <pc:docMk/>
          <pc:sldMk cId="4257554527" sldId="374"/>
        </pc:sldMkLst>
      </pc:sldChg>
      <pc:sldChg chg="del">
        <pc:chgData name="Nithish K" userId="43bfcf3e-fe49-4cb5-aa63-8e643e80348d" providerId="ADAL" clId="{91BD4E44-7F16-45B4-9E6F-B62267A80741}" dt="2021-02-03T12:48:56.734" v="0" actId="47"/>
        <pc:sldMkLst>
          <pc:docMk/>
          <pc:sldMk cId="3075738870" sldId="375"/>
        </pc:sldMkLst>
      </pc:sldChg>
    </pc:docChg>
  </pc:docChgLst>
  <pc:docChgLst>
    <pc:chgData name="Nithish K" userId="43bfcf3e-fe49-4cb5-aa63-8e643e80348d" providerId="ADAL" clId="{CF7DC7A1-F71B-4E5F-AFB4-61729B66410F}"/>
    <pc:docChg chg="undo redo custSel addSld delSld modSld sldOrd">
      <pc:chgData name="Nithish K" userId="43bfcf3e-fe49-4cb5-aa63-8e643e80348d" providerId="ADAL" clId="{CF7DC7A1-F71B-4E5F-AFB4-61729B66410F}" dt="2021-02-03T08:25:55.135" v="1961"/>
      <pc:docMkLst>
        <pc:docMk/>
      </pc:docMkLst>
      <pc:sldChg chg="del">
        <pc:chgData name="Nithish K" userId="43bfcf3e-fe49-4cb5-aa63-8e643e80348d" providerId="ADAL" clId="{CF7DC7A1-F71B-4E5F-AFB4-61729B66410F}" dt="2021-02-03T07:48:06.429" v="1262" actId="47"/>
        <pc:sldMkLst>
          <pc:docMk/>
          <pc:sldMk cId="2315113887" sldId="267"/>
        </pc:sldMkLst>
      </pc:sldChg>
      <pc:sldChg chg="del">
        <pc:chgData name="Nithish K" userId="43bfcf3e-fe49-4cb5-aa63-8e643e80348d" providerId="ADAL" clId="{CF7DC7A1-F71B-4E5F-AFB4-61729B66410F}" dt="2021-02-03T07:48:03.867" v="1261" actId="47"/>
        <pc:sldMkLst>
          <pc:docMk/>
          <pc:sldMk cId="739036010" sldId="268"/>
        </pc:sldMkLst>
      </pc:sldChg>
      <pc:sldChg chg="addSp delSp modSp mod">
        <pc:chgData name="Nithish K" userId="43bfcf3e-fe49-4cb5-aa63-8e643e80348d" providerId="ADAL" clId="{CF7DC7A1-F71B-4E5F-AFB4-61729B66410F}" dt="2021-02-03T08:15:40.804" v="1926" actId="1076"/>
        <pc:sldMkLst>
          <pc:docMk/>
          <pc:sldMk cId="3639314574" sldId="293"/>
        </pc:sldMkLst>
        <pc:spChg chg="mod">
          <ac:chgData name="Nithish K" userId="43bfcf3e-fe49-4cb5-aa63-8e643e80348d" providerId="ADAL" clId="{CF7DC7A1-F71B-4E5F-AFB4-61729B66410F}" dt="2021-02-03T04:34:25.700" v="62" actId="1035"/>
          <ac:spMkLst>
            <pc:docMk/>
            <pc:sldMk cId="3639314574" sldId="293"/>
            <ac:spMk id="15" creationId="{D7F0890B-3BDC-4423-9E05-AAB18470D7E3}"/>
          </ac:spMkLst>
        </pc:spChg>
        <pc:picChg chg="add del mod modCrop">
          <ac:chgData name="Nithish K" userId="43bfcf3e-fe49-4cb5-aa63-8e643e80348d" providerId="ADAL" clId="{CF7DC7A1-F71B-4E5F-AFB4-61729B66410F}" dt="2021-02-03T04:25:40.792" v="6" actId="478"/>
          <ac:picMkLst>
            <pc:docMk/>
            <pc:sldMk cId="3639314574" sldId="293"/>
            <ac:picMk id="6" creationId="{DBB6A1E7-B8AA-49C1-9F53-8113076CAFA7}"/>
          </ac:picMkLst>
        </pc:picChg>
        <pc:picChg chg="add del mod">
          <ac:chgData name="Nithish K" userId="43bfcf3e-fe49-4cb5-aa63-8e643e80348d" providerId="ADAL" clId="{CF7DC7A1-F71B-4E5F-AFB4-61729B66410F}" dt="2021-02-03T04:26:35.647" v="11" actId="478"/>
          <ac:picMkLst>
            <pc:docMk/>
            <pc:sldMk cId="3639314574" sldId="293"/>
            <ac:picMk id="8" creationId="{6BA4FA43-02CF-4F2B-A7E9-D1F2EAB65121}"/>
          </ac:picMkLst>
        </pc:picChg>
        <pc:picChg chg="add del mod">
          <ac:chgData name="Nithish K" userId="43bfcf3e-fe49-4cb5-aa63-8e643e80348d" providerId="ADAL" clId="{CF7DC7A1-F71B-4E5F-AFB4-61729B66410F}" dt="2021-02-03T04:28:18.323" v="14" actId="478"/>
          <ac:picMkLst>
            <pc:docMk/>
            <pc:sldMk cId="3639314574" sldId="293"/>
            <ac:picMk id="10" creationId="{A626CC12-2477-4E69-B669-02FF56FB3F0E}"/>
          </ac:picMkLst>
        </pc:picChg>
        <pc:picChg chg="del">
          <ac:chgData name="Nithish K" userId="43bfcf3e-fe49-4cb5-aa63-8e643e80348d" providerId="ADAL" clId="{CF7DC7A1-F71B-4E5F-AFB4-61729B66410F}" dt="2021-02-03T04:26:21.679" v="9" actId="478"/>
          <ac:picMkLst>
            <pc:docMk/>
            <pc:sldMk cId="3639314574" sldId="293"/>
            <ac:picMk id="12" creationId="{CC106EDF-E8B8-4008-9783-C9D46D0805B1}"/>
          </ac:picMkLst>
        </pc:picChg>
        <pc:picChg chg="add del mod">
          <ac:chgData name="Nithish K" userId="43bfcf3e-fe49-4cb5-aa63-8e643e80348d" providerId="ADAL" clId="{CF7DC7A1-F71B-4E5F-AFB4-61729B66410F}" dt="2021-02-03T04:30:13.239" v="17" actId="478"/>
          <ac:picMkLst>
            <pc:docMk/>
            <pc:sldMk cId="3639314574" sldId="293"/>
            <ac:picMk id="13" creationId="{91F5B8EF-EF2C-4F27-994E-C0DAD7A1AEFC}"/>
          </ac:picMkLst>
        </pc:picChg>
        <pc:picChg chg="add del mod">
          <ac:chgData name="Nithish K" userId="43bfcf3e-fe49-4cb5-aa63-8e643e80348d" providerId="ADAL" clId="{CF7DC7A1-F71B-4E5F-AFB4-61729B66410F}" dt="2021-02-03T04:30:46.668" v="22" actId="478"/>
          <ac:picMkLst>
            <pc:docMk/>
            <pc:sldMk cId="3639314574" sldId="293"/>
            <ac:picMk id="16" creationId="{97A7D218-4C92-44EE-B890-EB640DBC3D89}"/>
          </ac:picMkLst>
        </pc:picChg>
        <pc:picChg chg="add del mod">
          <ac:chgData name="Nithish K" userId="43bfcf3e-fe49-4cb5-aa63-8e643e80348d" providerId="ADAL" clId="{CF7DC7A1-F71B-4E5F-AFB4-61729B66410F}" dt="2021-02-03T04:32:52.421" v="25" actId="478"/>
          <ac:picMkLst>
            <pc:docMk/>
            <pc:sldMk cId="3639314574" sldId="293"/>
            <ac:picMk id="18" creationId="{2E85D8A1-7683-4D20-A633-803F0F3C9A16}"/>
          </ac:picMkLst>
        </pc:picChg>
        <pc:picChg chg="add del mod">
          <ac:chgData name="Nithish K" userId="43bfcf3e-fe49-4cb5-aa63-8e643e80348d" providerId="ADAL" clId="{CF7DC7A1-F71B-4E5F-AFB4-61729B66410F}" dt="2021-02-03T04:33:05.960" v="28" actId="478"/>
          <ac:picMkLst>
            <pc:docMk/>
            <pc:sldMk cId="3639314574" sldId="293"/>
            <ac:picMk id="20" creationId="{865AA973-0F05-4008-B6AE-3D385C282EF6}"/>
          </ac:picMkLst>
        </pc:picChg>
        <pc:picChg chg="add del mod">
          <ac:chgData name="Nithish K" userId="43bfcf3e-fe49-4cb5-aa63-8e643e80348d" providerId="ADAL" clId="{CF7DC7A1-F71B-4E5F-AFB4-61729B66410F}" dt="2021-02-03T04:33:22.190" v="31" actId="478"/>
          <ac:picMkLst>
            <pc:docMk/>
            <pc:sldMk cId="3639314574" sldId="293"/>
            <ac:picMk id="22" creationId="{1B786517-7059-40D7-93F4-4185F35B9B80}"/>
          </ac:picMkLst>
        </pc:picChg>
        <pc:picChg chg="add del mod modCrop">
          <ac:chgData name="Nithish K" userId="43bfcf3e-fe49-4cb5-aa63-8e643e80348d" providerId="ADAL" clId="{CF7DC7A1-F71B-4E5F-AFB4-61729B66410F}" dt="2021-02-03T04:39:29.256" v="79" actId="478"/>
          <ac:picMkLst>
            <pc:docMk/>
            <pc:sldMk cId="3639314574" sldId="293"/>
            <ac:picMk id="24" creationId="{F48FBD0B-3979-46C8-BB4E-55FE4145CF8D}"/>
          </ac:picMkLst>
        </pc:picChg>
        <pc:picChg chg="add del">
          <ac:chgData name="Nithish K" userId="43bfcf3e-fe49-4cb5-aa63-8e643e80348d" providerId="ADAL" clId="{CF7DC7A1-F71B-4E5F-AFB4-61729B66410F}" dt="2021-02-03T04:35:00.988" v="64" actId="478"/>
          <ac:picMkLst>
            <pc:docMk/>
            <pc:sldMk cId="3639314574" sldId="293"/>
            <ac:picMk id="26" creationId="{F4389D91-2FBC-4F9D-8CBF-9D6785D886DE}"/>
          </ac:picMkLst>
        </pc:picChg>
        <pc:picChg chg="add del">
          <ac:chgData name="Nithish K" userId="43bfcf3e-fe49-4cb5-aa63-8e643e80348d" providerId="ADAL" clId="{CF7DC7A1-F71B-4E5F-AFB4-61729B66410F}" dt="2021-02-03T04:35:25.407" v="66" actId="478"/>
          <ac:picMkLst>
            <pc:docMk/>
            <pc:sldMk cId="3639314574" sldId="293"/>
            <ac:picMk id="28" creationId="{D965D1F8-3204-41D0-9338-A0ABA8723DAF}"/>
          </ac:picMkLst>
        </pc:picChg>
        <pc:picChg chg="add del mod modCrop">
          <ac:chgData name="Nithish K" userId="43bfcf3e-fe49-4cb5-aa63-8e643e80348d" providerId="ADAL" clId="{CF7DC7A1-F71B-4E5F-AFB4-61729B66410F}" dt="2021-02-03T04:40:21.422" v="89" actId="478"/>
          <ac:picMkLst>
            <pc:docMk/>
            <pc:sldMk cId="3639314574" sldId="293"/>
            <ac:picMk id="30" creationId="{BECE39DB-B724-4CB6-B5FB-3B7AED9C4C97}"/>
          </ac:picMkLst>
        </pc:picChg>
        <pc:picChg chg="add del mod modCrop">
          <ac:chgData name="Nithish K" userId="43bfcf3e-fe49-4cb5-aa63-8e643e80348d" providerId="ADAL" clId="{CF7DC7A1-F71B-4E5F-AFB4-61729B66410F}" dt="2021-02-03T04:47:48.705" v="107" actId="478"/>
          <ac:picMkLst>
            <pc:docMk/>
            <pc:sldMk cId="3639314574" sldId="293"/>
            <ac:picMk id="32" creationId="{7524773C-EF41-487E-A5C4-2F507D411FC1}"/>
          </ac:picMkLst>
        </pc:picChg>
        <pc:picChg chg="add del mod modCrop">
          <ac:chgData name="Nithish K" userId="43bfcf3e-fe49-4cb5-aa63-8e643e80348d" providerId="ADAL" clId="{CF7DC7A1-F71B-4E5F-AFB4-61729B66410F}" dt="2021-02-03T04:50:01.742" v="119" actId="478"/>
          <ac:picMkLst>
            <pc:docMk/>
            <pc:sldMk cId="3639314574" sldId="293"/>
            <ac:picMk id="34" creationId="{B647BC7E-A6B2-4AF5-AF09-DD159EC608A5}"/>
          </ac:picMkLst>
        </pc:picChg>
        <pc:picChg chg="add del mod">
          <ac:chgData name="Nithish K" userId="43bfcf3e-fe49-4cb5-aa63-8e643e80348d" providerId="ADAL" clId="{CF7DC7A1-F71B-4E5F-AFB4-61729B66410F}" dt="2021-02-03T04:47:56.771" v="110" actId="478"/>
          <ac:picMkLst>
            <pc:docMk/>
            <pc:sldMk cId="3639314574" sldId="293"/>
            <ac:picMk id="36" creationId="{24AF614A-4437-4AD1-BE95-B2FAA351E36C}"/>
          </ac:picMkLst>
        </pc:picChg>
        <pc:picChg chg="add mod ord modCrop">
          <ac:chgData name="Nithish K" userId="43bfcf3e-fe49-4cb5-aa63-8e643e80348d" providerId="ADAL" clId="{CF7DC7A1-F71B-4E5F-AFB4-61729B66410F}" dt="2021-02-03T08:15:40.804" v="1926" actId="1076"/>
          <ac:picMkLst>
            <pc:docMk/>
            <pc:sldMk cId="3639314574" sldId="293"/>
            <ac:picMk id="38" creationId="{50E99B91-409A-43C8-8C09-A516CF78326B}"/>
          </ac:picMkLst>
        </pc:picChg>
        <pc:picChg chg="add del mod">
          <ac:chgData name="Nithish K" userId="43bfcf3e-fe49-4cb5-aa63-8e643e80348d" providerId="ADAL" clId="{CF7DC7A1-F71B-4E5F-AFB4-61729B66410F}" dt="2021-02-03T04:50:32.794" v="123" actId="478"/>
          <ac:picMkLst>
            <pc:docMk/>
            <pc:sldMk cId="3639314574" sldId="293"/>
            <ac:picMk id="40" creationId="{06527269-E3A1-4165-B47A-7FE9CB3B2DFD}"/>
          </ac:picMkLst>
        </pc:picChg>
        <pc:picChg chg="add mod modCrop">
          <ac:chgData name="Nithish K" userId="43bfcf3e-fe49-4cb5-aa63-8e643e80348d" providerId="ADAL" clId="{CF7DC7A1-F71B-4E5F-AFB4-61729B66410F}" dt="2021-02-03T04:50:55.690" v="127" actId="1076"/>
          <ac:picMkLst>
            <pc:docMk/>
            <pc:sldMk cId="3639314574" sldId="293"/>
            <ac:picMk id="42" creationId="{6F0BB303-E5B0-4BEF-AB8F-8FA59893CF35}"/>
          </ac:picMkLst>
        </pc:picChg>
      </pc:sldChg>
      <pc:sldChg chg="modSp mod">
        <pc:chgData name="Nithish K" userId="43bfcf3e-fe49-4cb5-aa63-8e643e80348d" providerId="ADAL" clId="{CF7DC7A1-F71B-4E5F-AFB4-61729B66410F}" dt="2021-02-03T08:20:08.208" v="1938" actId="403"/>
        <pc:sldMkLst>
          <pc:docMk/>
          <pc:sldMk cId="2057338365" sldId="319"/>
        </pc:sldMkLst>
        <pc:graphicFrameChg chg="modGraphic">
          <ac:chgData name="Nithish K" userId="43bfcf3e-fe49-4cb5-aa63-8e643e80348d" providerId="ADAL" clId="{CF7DC7A1-F71B-4E5F-AFB4-61729B66410F}" dt="2021-02-03T08:20:08.208" v="1938" actId="403"/>
          <ac:graphicFrameMkLst>
            <pc:docMk/>
            <pc:sldMk cId="2057338365" sldId="319"/>
            <ac:graphicFrameMk id="5" creationId="{9509FB6F-AB53-4759-8BD1-40AF68C55B27}"/>
          </ac:graphicFrameMkLst>
        </pc:graphicFrameChg>
      </pc:sldChg>
      <pc:sldChg chg="addSp delSp modSp mod">
        <pc:chgData name="Nithish K" userId="43bfcf3e-fe49-4cb5-aa63-8e643e80348d" providerId="ADAL" clId="{CF7DC7A1-F71B-4E5F-AFB4-61729B66410F}" dt="2021-02-03T08:14:54.309" v="1922" actId="1036"/>
        <pc:sldMkLst>
          <pc:docMk/>
          <pc:sldMk cId="653460105" sldId="322"/>
        </pc:sldMkLst>
        <pc:spChg chg="mod">
          <ac:chgData name="Nithish K" userId="43bfcf3e-fe49-4cb5-aa63-8e643e80348d" providerId="ADAL" clId="{CF7DC7A1-F71B-4E5F-AFB4-61729B66410F}" dt="2021-02-03T04:46:07.778" v="106" actId="1076"/>
          <ac:spMkLst>
            <pc:docMk/>
            <pc:sldMk cId="653460105" sldId="322"/>
            <ac:spMk id="7" creationId="{C3536008-B7DA-4BD7-A413-BE8696E81493}"/>
          </ac:spMkLst>
        </pc:spChg>
        <pc:picChg chg="add del mod">
          <ac:chgData name="Nithish K" userId="43bfcf3e-fe49-4cb5-aa63-8e643e80348d" providerId="ADAL" clId="{CF7DC7A1-F71B-4E5F-AFB4-61729B66410F}" dt="2021-02-03T04:45:26.738" v="99" actId="478"/>
          <ac:picMkLst>
            <pc:docMk/>
            <pc:sldMk cId="653460105" sldId="322"/>
            <ac:picMk id="8" creationId="{12653DD6-4833-4911-8652-BE8A28AFA058}"/>
          </ac:picMkLst>
        </pc:picChg>
        <pc:picChg chg="del">
          <ac:chgData name="Nithish K" userId="43bfcf3e-fe49-4cb5-aa63-8e643e80348d" providerId="ADAL" clId="{CF7DC7A1-F71B-4E5F-AFB4-61729B66410F}" dt="2021-02-03T04:45:07.861" v="96" actId="478"/>
          <ac:picMkLst>
            <pc:docMk/>
            <pc:sldMk cId="653460105" sldId="322"/>
            <ac:picMk id="10" creationId="{A310B955-5B0A-43C9-968F-F8BF1A0B4880}"/>
          </ac:picMkLst>
        </pc:picChg>
        <pc:picChg chg="add del mod">
          <ac:chgData name="Nithish K" userId="43bfcf3e-fe49-4cb5-aa63-8e643e80348d" providerId="ADAL" clId="{CF7DC7A1-F71B-4E5F-AFB4-61729B66410F}" dt="2021-02-03T04:45:37.499" v="102" actId="478"/>
          <ac:picMkLst>
            <pc:docMk/>
            <pc:sldMk cId="653460105" sldId="322"/>
            <ac:picMk id="11" creationId="{BCFADCA2-AAC6-4B48-9123-1512DBB85C05}"/>
          </ac:picMkLst>
        </pc:picChg>
        <pc:picChg chg="add del mod modCrop">
          <ac:chgData name="Nithish K" userId="43bfcf3e-fe49-4cb5-aa63-8e643e80348d" providerId="ADAL" clId="{CF7DC7A1-F71B-4E5F-AFB4-61729B66410F}" dt="2021-02-03T04:48:09.909" v="111" actId="478"/>
          <ac:picMkLst>
            <pc:docMk/>
            <pc:sldMk cId="653460105" sldId="322"/>
            <ac:picMk id="13" creationId="{046B94B9-62E5-4A99-A3CA-2D1C284104B2}"/>
          </ac:picMkLst>
        </pc:picChg>
        <pc:picChg chg="add mod modCrop">
          <ac:chgData name="Nithish K" userId="43bfcf3e-fe49-4cb5-aa63-8e643e80348d" providerId="ADAL" clId="{CF7DC7A1-F71B-4E5F-AFB4-61729B66410F}" dt="2021-02-03T04:48:23.809" v="114" actId="732"/>
          <ac:picMkLst>
            <pc:docMk/>
            <pc:sldMk cId="653460105" sldId="322"/>
            <ac:picMk id="15" creationId="{9C344F59-609A-4598-B506-13AF560B0ABE}"/>
          </ac:picMkLst>
        </pc:picChg>
        <pc:picChg chg="add mod">
          <ac:chgData name="Nithish K" userId="43bfcf3e-fe49-4cb5-aa63-8e643e80348d" providerId="ADAL" clId="{CF7DC7A1-F71B-4E5F-AFB4-61729B66410F}" dt="2021-02-03T08:14:54.309" v="1922" actId="1036"/>
          <ac:picMkLst>
            <pc:docMk/>
            <pc:sldMk cId="653460105" sldId="322"/>
            <ac:picMk id="16" creationId="{C1292228-AA9E-4B98-8EE6-6BC3BE8976DB}"/>
          </ac:picMkLst>
        </pc:picChg>
      </pc:sldChg>
      <pc:sldChg chg="ord">
        <pc:chgData name="Nithish K" userId="43bfcf3e-fe49-4cb5-aa63-8e643e80348d" providerId="ADAL" clId="{CF7DC7A1-F71B-4E5F-AFB4-61729B66410F}" dt="2021-02-03T07:34:17.936" v="1023"/>
        <pc:sldMkLst>
          <pc:docMk/>
          <pc:sldMk cId="436460687" sldId="324"/>
        </pc:sldMkLst>
      </pc:sldChg>
      <pc:sldChg chg="del">
        <pc:chgData name="Nithish K" userId="43bfcf3e-fe49-4cb5-aa63-8e643e80348d" providerId="ADAL" clId="{CF7DC7A1-F71B-4E5F-AFB4-61729B66410F}" dt="2021-02-03T07:53:50.926" v="1307" actId="47"/>
        <pc:sldMkLst>
          <pc:docMk/>
          <pc:sldMk cId="1416572900" sldId="334"/>
        </pc:sldMkLst>
      </pc:sldChg>
      <pc:sldChg chg="del">
        <pc:chgData name="Nithish K" userId="43bfcf3e-fe49-4cb5-aa63-8e643e80348d" providerId="ADAL" clId="{CF7DC7A1-F71B-4E5F-AFB4-61729B66410F}" dt="2021-02-03T07:48:23.655" v="1278" actId="47"/>
        <pc:sldMkLst>
          <pc:docMk/>
          <pc:sldMk cId="3808311330" sldId="336"/>
        </pc:sldMkLst>
      </pc:sldChg>
      <pc:sldChg chg="ord">
        <pc:chgData name="Nithish K" userId="43bfcf3e-fe49-4cb5-aa63-8e643e80348d" providerId="ADAL" clId="{CF7DC7A1-F71B-4E5F-AFB4-61729B66410F}" dt="2021-02-03T08:19:40.780" v="1936"/>
        <pc:sldMkLst>
          <pc:docMk/>
          <pc:sldMk cId="2854711915" sldId="339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2378156662" sldId="344"/>
        </pc:sldMkLst>
      </pc:sldChg>
      <pc:sldChg chg="addSp modSp mod">
        <pc:chgData name="Nithish K" userId="43bfcf3e-fe49-4cb5-aa63-8e643e80348d" providerId="ADAL" clId="{CF7DC7A1-F71B-4E5F-AFB4-61729B66410F}" dt="2021-02-03T05:57:21.548" v="185" actId="1076"/>
        <pc:sldMkLst>
          <pc:docMk/>
          <pc:sldMk cId="22532558" sldId="347"/>
        </pc:sldMkLst>
        <pc:spChg chg="mod">
          <ac:chgData name="Nithish K" userId="43bfcf3e-fe49-4cb5-aa63-8e643e80348d" providerId="ADAL" clId="{CF7DC7A1-F71B-4E5F-AFB4-61729B66410F}" dt="2021-02-03T05:46:50.313" v="148" actId="20577"/>
          <ac:spMkLst>
            <pc:docMk/>
            <pc:sldMk cId="22532558" sldId="347"/>
            <ac:spMk id="2" creationId="{F57FD4A3-0F64-4C8B-9F62-57DB90CD43A8}"/>
          </ac:spMkLst>
        </pc:spChg>
        <pc:graphicFrameChg chg="add mod modGraphic">
          <ac:chgData name="Nithish K" userId="43bfcf3e-fe49-4cb5-aa63-8e643e80348d" providerId="ADAL" clId="{CF7DC7A1-F71B-4E5F-AFB4-61729B66410F}" dt="2021-02-03T05:57:21.548" v="185" actId="1076"/>
          <ac:graphicFrameMkLst>
            <pc:docMk/>
            <pc:sldMk cId="22532558" sldId="347"/>
            <ac:graphicFrameMk id="7" creationId="{DFAA0D08-3AD4-4819-B9D4-55CB1F4B9B01}"/>
          </ac:graphicFrameMkLst>
        </pc:graphicFrameChg>
      </pc:sldChg>
      <pc:sldChg chg="modSp mod">
        <pc:chgData name="Nithish K" userId="43bfcf3e-fe49-4cb5-aa63-8e643e80348d" providerId="ADAL" clId="{CF7DC7A1-F71B-4E5F-AFB4-61729B66410F}" dt="2021-02-03T08:11:48.710" v="1904" actId="20577"/>
        <pc:sldMkLst>
          <pc:docMk/>
          <pc:sldMk cId="2797860888" sldId="349"/>
        </pc:sldMkLst>
        <pc:spChg chg="mod">
          <ac:chgData name="Nithish K" userId="43bfcf3e-fe49-4cb5-aa63-8e643e80348d" providerId="ADAL" clId="{CF7DC7A1-F71B-4E5F-AFB4-61729B66410F}" dt="2021-02-03T08:11:48.710" v="1904" actId="20577"/>
          <ac:spMkLst>
            <pc:docMk/>
            <pc:sldMk cId="2797860888" sldId="349"/>
            <ac:spMk id="4" creationId="{3CAA8109-B1AE-44BA-92D1-E7BE67351377}"/>
          </ac:spMkLst>
        </pc:spChg>
      </pc:sldChg>
      <pc:sldChg chg="del">
        <pc:chgData name="Nithish K" userId="43bfcf3e-fe49-4cb5-aa63-8e643e80348d" providerId="ADAL" clId="{CF7DC7A1-F71B-4E5F-AFB4-61729B66410F}" dt="2021-02-03T07:53:58.879" v="1308" actId="47"/>
        <pc:sldMkLst>
          <pc:docMk/>
          <pc:sldMk cId="1724728044" sldId="352"/>
        </pc:sldMkLst>
      </pc:sldChg>
      <pc:sldChg chg="del">
        <pc:chgData name="Nithish K" userId="43bfcf3e-fe49-4cb5-aa63-8e643e80348d" providerId="ADAL" clId="{CF7DC7A1-F71B-4E5F-AFB4-61729B66410F}" dt="2021-02-03T07:54:00.099" v="1309" actId="47"/>
        <pc:sldMkLst>
          <pc:docMk/>
          <pc:sldMk cId="814353578" sldId="353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3043714256" sldId="357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3077021292" sldId="358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1417356855" sldId="360"/>
        </pc:sldMkLst>
      </pc:sldChg>
      <pc:sldChg chg="ord">
        <pc:chgData name="Nithish K" userId="43bfcf3e-fe49-4cb5-aa63-8e643e80348d" providerId="ADAL" clId="{CF7DC7A1-F71B-4E5F-AFB4-61729B66410F}" dt="2021-02-03T08:18:53.767" v="1928"/>
        <pc:sldMkLst>
          <pc:docMk/>
          <pc:sldMk cId="4176300225" sldId="361"/>
        </pc:sldMkLst>
      </pc:sldChg>
      <pc:sldChg chg="addSp modSp mod ord">
        <pc:chgData name="Nithish K" userId="43bfcf3e-fe49-4cb5-aa63-8e643e80348d" providerId="ADAL" clId="{CF7DC7A1-F71B-4E5F-AFB4-61729B66410F}" dt="2021-02-03T08:18:53.767" v="1928"/>
        <pc:sldMkLst>
          <pc:docMk/>
          <pc:sldMk cId="3482503453" sldId="362"/>
        </pc:sldMkLst>
        <pc:graphicFrameChg chg="add mod modGraphic">
          <ac:chgData name="Nithish K" userId="43bfcf3e-fe49-4cb5-aa63-8e643e80348d" providerId="ADAL" clId="{CF7DC7A1-F71B-4E5F-AFB4-61729B66410F}" dt="2021-02-03T05:57:53.810" v="191" actId="20577"/>
          <ac:graphicFrameMkLst>
            <pc:docMk/>
            <pc:sldMk cId="3482503453" sldId="362"/>
            <ac:graphicFrameMk id="7" creationId="{E812820B-E2C0-4E5A-9AC0-8F2B20CB3385}"/>
          </ac:graphicFrameMkLst>
        </pc:graphicFrameChg>
      </pc:sldChg>
      <pc:sldChg chg="addSp modSp mod ord">
        <pc:chgData name="Nithish K" userId="43bfcf3e-fe49-4cb5-aa63-8e643e80348d" providerId="ADAL" clId="{CF7DC7A1-F71B-4E5F-AFB4-61729B66410F}" dt="2021-02-03T08:18:53.767" v="1928"/>
        <pc:sldMkLst>
          <pc:docMk/>
          <pc:sldMk cId="2777312071" sldId="363"/>
        </pc:sldMkLst>
        <pc:spChg chg="mod">
          <ac:chgData name="Nithish K" userId="43bfcf3e-fe49-4cb5-aa63-8e643e80348d" providerId="ADAL" clId="{CF7DC7A1-F71B-4E5F-AFB4-61729B66410F}" dt="2021-02-03T05:47:01.022" v="150" actId="20577"/>
          <ac:spMkLst>
            <pc:docMk/>
            <pc:sldMk cId="2777312071" sldId="363"/>
            <ac:spMk id="2" creationId="{F57FD4A3-0F64-4C8B-9F62-57DB90CD43A8}"/>
          </ac:spMkLst>
        </pc:spChg>
        <pc:graphicFrameChg chg="add mod modGraphic">
          <ac:chgData name="Nithish K" userId="43bfcf3e-fe49-4cb5-aa63-8e643e80348d" providerId="ADAL" clId="{CF7DC7A1-F71B-4E5F-AFB4-61729B66410F}" dt="2021-02-03T05:57:41.646" v="189" actId="20577"/>
          <ac:graphicFrameMkLst>
            <pc:docMk/>
            <pc:sldMk cId="2777312071" sldId="363"/>
            <ac:graphicFrameMk id="7" creationId="{0D18B5C4-B196-46F5-A9E1-0FDF8ED60412}"/>
          </ac:graphicFrameMkLst>
        </pc:graphicFrameChg>
      </pc:sldChg>
      <pc:sldChg chg="addSp delSp modSp add mod">
        <pc:chgData name="Nithish K" userId="43bfcf3e-fe49-4cb5-aa63-8e643e80348d" providerId="ADAL" clId="{CF7DC7A1-F71B-4E5F-AFB4-61729B66410F}" dt="2021-02-03T05:57:29.321" v="186" actId="1076"/>
        <pc:sldMkLst>
          <pc:docMk/>
          <pc:sldMk cId="1213310556" sldId="365"/>
        </pc:sldMkLst>
        <pc:spChg chg="mod">
          <ac:chgData name="Nithish K" userId="43bfcf3e-fe49-4cb5-aa63-8e643e80348d" providerId="ADAL" clId="{CF7DC7A1-F71B-4E5F-AFB4-61729B66410F}" dt="2021-02-03T05:54:36.687" v="153" actId="20577"/>
          <ac:spMkLst>
            <pc:docMk/>
            <pc:sldMk cId="1213310556" sldId="365"/>
            <ac:spMk id="2" creationId="{F57FD4A3-0F64-4C8B-9F62-57DB90CD43A8}"/>
          </ac:spMkLst>
        </pc:spChg>
        <pc:graphicFrameChg chg="modGraphic">
          <ac:chgData name="Nithish K" userId="43bfcf3e-fe49-4cb5-aa63-8e643e80348d" providerId="ADAL" clId="{CF7DC7A1-F71B-4E5F-AFB4-61729B66410F}" dt="2021-02-03T05:54:38.903" v="154" actId="20577"/>
          <ac:graphicFrameMkLst>
            <pc:docMk/>
            <pc:sldMk cId="1213310556" sldId="365"/>
            <ac:graphicFrameMk id="12" creationId="{2409C0A3-2018-4B1D-9226-477B2E65D5ED}"/>
          </ac:graphicFrameMkLst>
        </pc:graphicFrameChg>
        <pc:graphicFrameChg chg="add mod modGraphic">
          <ac:chgData name="Nithish K" userId="43bfcf3e-fe49-4cb5-aa63-8e643e80348d" providerId="ADAL" clId="{CF7DC7A1-F71B-4E5F-AFB4-61729B66410F}" dt="2021-02-03T05:57:29.321" v="186" actId="1076"/>
          <ac:graphicFrameMkLst>
            <pc:docMk/>
            <pc:sldMk cId="1213310556" sldId="365"/>
            <ac:graphicFrameMk id="14" creationId="{38051B11-C41F-414E-937E-E39B8E22A149}"/>
          </ac:graphicFrameMkLst>
        </pc:graphicFrameChg>
        <pc:picChg chg="add del mod">
          <ac:chgData name="Nithish K" userId="43bfcf3e-fe49-4cb5-aa63-8e643e80348d" providerId="ADAL" clId="{CF7DC7A1-F71B-4E5F-AFB4-61729B66410F}" dt="2021-02-03T05:55:04.245" v="158" actId="478"/>
          <ac:picMkLst>
            <pc:docMk/>
            <pc:sldMk cId="1213310556" sldId="365"/>
            <ac:picMk id="5" creationId="{3C737006-6680-4AB2-9342-DC31C290D3E1}"/>
          </ac:picMkLst>
        </pc:picChg>
        <pc:picChg chg="add del mod">
          <ac:chgData name="Nithish K" userId="43bfcf3e-fe49-4cb5-aa63-8e643e80348d" providerId="ADAL" clId="{CF7DC7A1-F71B-4E5F-AFB4-61729B66410F}" dt="2021-02-03T05:55:14.969" v="162" actId="478"/>
          <ac:picMkLst>
            <pc:docMk/>
            <pc:sldMk cId="1213310556" sldId="365"/>
            <ac:picMk id="7" creationId="{C58ADF25-7911-4368-8E48-CF97CEC8E506}"/>
          </ac:picMkLst>
        </pc:picChg>
        <pc:picChg chg="del">
          <ac:chgData name="Nithish K" userId="43bfcf3e-fe49-4cb5-aa63-8e643e80348d" providerId="ADAL" clId="{CF7DC7A1-F71B-4E5F-AFB4-61729B66410F}" dt="2021-02-03T05:55:44.748" v="167" actId="478"/>
          <ac:picMkLst>
            <pc:docMk/>
            <pc:sldMk cId="1213310556" sldId="365"/>
            <ac:picMk id="8" creationId="{6406BEB2-98B3-4818-BF4E-C38477ADD413}"/>
          </ac:picMkLst>
        </pc:picChg>
        <pc:picChg chg="add del mod">
          <ac:chgData name="Nithish K" userId="43bfcf3e-fe49-4cb5-aa63-8e643e80348d" providerId="ADAL" clId="{CF7DC7A1-F71B-4E5F-AFB4-61729B66410F}" dt="2021-02-03T05:55:43.400" v="166" actId="21"/>
          <ac:picMkLst>
            <pc:docMk/>
            <pc:sldMk cId="1213310556" sldId="365"/>
            <ac:picMk id="11" creationId="{BBF160BA-3BA8-4451-925C-5FE1FD2139F8}"/>
          </ac:picMkLst>
        </pc:picChg>
        <pc:picChg chg="add mod">
          <ac:chgData name="Nithish K" userId="43bfcf3e-fe49-4cb5-aa63-8e643e80348d" providerId="ADAL" clId="{CF7DC7A1-F71B-4E5F-AFB4-61729B66410F}" dt="2021-02-03T05:55:45.013" v="168"/>
          <ac:picMkLst>
            <pc:docMk/>
            <pc:sldMk cId="1213310556" sldId="365"/>
            <ac:picMk id="13" creationId="{DE7C7DA6-1547-4D99-ABD5-24F3C759C698}"/>
          </ac:picMkLst>
        </pc:picChg>
      </pc:sldChg>
      <pc:sldChg chg="new del">
        <pc:chgData name="Nithish K" userId="43bfcf3e-fe49-4cb5-aa63-8e643e80348d" providerId="ADAL" clId="{CF7DC7A1-F71B-4E5F-AFB4-61729B66410F}" dt="2021-02-03T07:34:36.401" v="1033" actId="47"/>
        <pc:sldMkLst>
          <pc:docMk/>
          <pc:sldMk cId="1978708735" sldId="366"/>
        </pc:sldMkLst>
      </pc:sldChg>
      <pc:sldChg chg="modSp new mod">
        <pc:chgData name="Nithish K" userId="43bfcf3e-fe49-4cb5-aa63-8e643e80348d" providerId="ADAL" clId="{CF7DC7A1-F71B-4E5F-AFB4-61729B66410F}" dt="2021-02-03T07:35:14.713" v="1038" actId="6549"/>
        <pc:sldMkLst>
          <pc:docMk/>
          <pc:sldMk cId="2968507967" sldId="367"/>
        </pc:sldMkLst>
        <pc:spChg chg="mod">
          <ac:chgData name="Nithish K" userId="43bfcf3e-fe49-4cb5-aa63-8e643e80348d" providerId="ADAL" clId="{CF7DC7A1-F71B-4E5F-AFB4-61729B66410F}" dt="2021-02-03T07:34:48.005" v="1037" actId="6549"/>
          <ac:spMkLst>
            <pc:docMk/>
            <pc:sldMk cId="2968507967" sldId="367"/>
            <ac:spMk id="2" creationId="{40F5117C-BA20-429B-AEDB-5337298488F5}"/>
          </ac:spMkLst>
        </pc:spChg>
        <pc:spChg chg="mod">
          <ac:chgData name="Nithish K" userId="43bfcf3e-fe49-4cb5-aa63-8e643e80348d" providerId="ADAL" clId="{CF7DC7A1-F71B-4E5F-AFB4-61729B66410F}" dt="2021-02-03T07:35:14.713" v="1038" actId="6549"/>
          <ac:spMkLst>
            <pc:docMk/>
            <pc:sldMk cId="2968507967" sldId="367"/>
            <ac:spMk id="4" creationId="{673B427C-EC5B-43E8-AAA6-4302529E9156}"/>
          </ac:spMkLst>
        </pc:spChg>
      </pc:sldChg>
      <pc:sldChg chg="new del">
        <pc:chgData name="Nithish K" userId="43bfcf3e-fe49-4cb5-aa63-8e643e80348d" providerId="ADAL" clId="{CF7DC7A1-F71B-4E5F-AFB4-61729B66410F}" dt="2021-02-03T06:32:35.857" v="263" actId="47"/>
        <pc:sldMkLst>
          <pc:docMk/>
          <pc:sldMk cId="3148299360" sldId="367"/>
        </pc:sldMkLst>
      </pc:sldChg>
      <pc:sldChg chg="modSp new mod">
        <pc:chgData name="Nithish K" userId="43bfcf3e-fe49-4cb5-aa63-8e643e80348d" providerId="ADAL" clId="{CF7DC7A1-F71B-4E5F-AFB4-61729B66410F}" dt="2021-02-03T08:00:25.176" v="1441" actId="20577"/>
        <pc:sldMkLst>
          <pc:docMk/>
          <pc:sldMk cId="551830201" sldId="368"/>
        </pc:sldMkLst>
        <pc:spChg chg="mod">
          <ac:chgData name="Nithish K" userId="43bfcf3e-fe49-4cb5-aa63-8e643e80348d" providerId="ADAL" clId="{CF7DC7A1-F71B-4E5F-AFB4-61729B66410F}" dt="2021-02-03T08:00:25.176" v="1441" actId="20577"/>
          <ac:spMkLst>
            <pc:docMk/>
            <pc:sldMk cId="551830201" sldId="368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54:19.767" v="1312" actId="6549"/>
          <ac:spMkLst>
            <pc:docMk/>
            <pc:sldMk cId="551830201" sldId="368"/>
            <ac:spMk id="4" creationId="{E3535B93-3C1F-465E-AE3B-5EDD4A73A4E8}"/>
          </ac:spMkLst>
        </pc:spChg>
      </pc:sldChg>
      <pc:sldChg chg="addSp modSp add mod ord">
        <pc:chgData name="Nithish K" userId="43bfcf3e-fe49-4cb5-aa63-8e643e80348d" providerId="ADAL" clId="{CF7DC7A1-F71B-4E5F-AFB4-61729B66410F}" dt="2021-02-03T08:00:19.710" v="1439" actId="20577"/>
        <pc:sldMkLst>
          <pc:docMk/>
          <pc:sldMk cId="1930989867" sldId="369"/>
        </pc:sldMkLst>
        <pc:spChg chg="mod">
          <ac:chgData name="Nithish K" userId="43bfcf3e-fe49-4cb5-aa63-8e643e80348d" providerId="ADAL" clId="{CF7DC7A1-F71B-4E5F-AFB4-61729B66410F}" dt="2021-02-03T07:38:30.740" v="1090" actId="20577"/>
          <ac:spMkLst>
            <pc:docMk/>
            <pc:sldMk cId="1930989867" sldId="369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40:22.917" v="1144" actId="20577"/>
          <ac:spMkLst>
            <pc:docMk/>
            <pc:sldMk cId="1930989867" sldId="369"/>
            <ac:spMk id="4" creationId="{E3535B93-3C1F-465E-AE3B-5EDD4A73A4E8}"/>
          </ac:spMkLst>
        </pc:spChg>
        <pc:spChg chg="add mod">
          <ac:chgData name="Nithish K" userId="43bfcf3e-fe49-4cb5-aa63-8e643e80348d" providerId="ADAL" clId="{CF7DC7A1-F71B-4E5F-AFB4-61729B66410F}" dt="2021-02-03T08:00:19.710" v="1439" actId="20577"/>
          <ac:spMkLst>
            <pc:docMk/>
            <pc:sldMk cId="1930989867" sldId="369"/>
            <ac:spMk id="6" creationId="{7E623D35-D309-44B9-98DE-E51FF1012021}"/>
          </ac:spMkLst>
        </pc:spChg>
      </pc:sldChg>
      <pc:sldChg chg="addSp delSp modSp new mod">
        <pc:chgData name="Nithish K" userId="43bfcf3e-fe49-4cb5-aa63-8e643e80348d" providerId="ADAL" clId="{CF7DC7A1-F71B-4E5F-AFB4-61729B66410F}" dt="2021-02-03T08:25:02.990" v="1960" actId="6549"/>
        <pc:sldMkLst>
          <pc:docMk/>
          <pc:sldMk cId="2965568436" sldId="370"/>
        </pc:sldMkLst>
        <pc:spChg chg="mod">
          <ac:chgData name="Nithish K" userId="43bfcf3e-fe49-4cb5-aa63-8e643e80348d" providerId="ADAL" clId="{CF7DC7A1-F71B-4E5F-AFB4-61729B66410F}" dt="2021-02-03T07:24:50.654" v="824" actId="20577"/>
          <ac:spMkLst>
            <pc:docMk/>
            <pc:sldMk cId="2965568436" sldId="370"/>
            <ac:spMk id="2" creationId="{AF16F07A-E28B-43F5-AA90-B3BB4898169D}"/>
          </ac:spMkLst>
        </pc:spChg>
        <pc:spChg chg="mod">
          <ac:chgData name="Nithish K" userId="43bfcf3e-fe49-4cb5-aa63-8e643e80348d" providerId="ADAL" clId="{CF7DC7A1-F71B-4E5F-AFB4-61729B66410F}" dt="2021-02-03T07:55:11.068" v="1325"/>
          <ac:spMkLst>
            <pc:docMk/>
            <pc:sldMk cId="2965568436" sldId="370"/>
            <ac:spMk id="3" creationId="{14F6D9A7-2061-43C5-94FE-8D945BF5BDA2}"/>
          </ac:spMkLst>
        </pc:spChg>
        <pc:spChg chg="mod">
          <ac:chgData name="Nithish K" userId="43bfcf3e-fe49-4cb5-aa63-8e643e80348d" providerId="ADAL" clId="{CF7DC7A1-F71B-4E5F-AFB4-61729B66410F}" dt="2021-02-03T08:25:02.990" v="1960" actId="6549"/>
          <ac:spMkLst>
            <pc:docMk/>
            <pc:sldMk cId="2965568436" sldId="370"/>
            <ac:spMk id="4" creationId="{614B12C2-7205-43EA-906E-E46700E5EF85}"/>
          </ac:spMkLst>
        </pc:spChg>
        <pc:spChg chg="add mod">
          <ac:chgData name="Nithish K" userId="43bfcf3e-fe49-4cb5-aa63-8e643e80348d" providerId="ADAL" clId="{CF7DC7A1-F71B-4E5F-AFB4-61729B66410F}" dt="2021-02-03T07:56:17.085" v="1373"/>
          <ac:spMkLst>
            <pc:docMk/>
            <pc:sldMk cId="2965568436" sldId="370"/>
            <ac:spMk id="8" creationId="{4B2AB621-31E3-4E0C-8AE5-197C9F690462}"/>
          </ac:spMkLst>
        </pc:spChg>
        <pc:spChg chg="add mod">
          <ac:chgData name="Nithish K" userId="43bfcf3e-fe49-4cb5-aa63-8e643e80348d" providerId="ADAL" clId="{CF7DC7A1-F71B-4E5F-AFB4-61729B66410F}" dt="2021-02-03T08:09:20.363" v="1861" actId="207"/>
          <ac:spMkLst>
            <pc:docMk/>
            <pc:sldMk cId="2965568436" sldId="370"/>
            <ac:spMk id="9" creationId="{74511941-1FC7-4344-A22C-D48B9FC984AE}"/>
          </ac:spMkLst>
        </pc:spChg>
        <pc:spChg chg="add del">
          <ac:chgData name="Nithish K" userId="43bfcf3e-fe49-4cb5-aa63-8e643e80348d" providerId="ADAL" clId="{CF7DC7A1-F71B-4E5F-AFB4-61729B66410F}" dt="2021-02-03T08:03:03.672" v="1458" actId="22"/>
          <ac:spMkLst>
            <pc:docMk/>
            <pc:sldMk cId="2965568436" sldId="370"/>
            <ac:spMk id="17" creationId="{4BB8C431-AA4E-4F41-8378-F7296E90E7DE}"/>
          </ac:spMkLst>
        </pc:spChg>
        <pc:spChg chg="add mod">
          <ac:chgData name="Nithish K" userId="43bfcf3e-fe49-4cb5-aa63-8e643e80348d" providerId="ADAL" clId="{CF7DC7A1-F71B-4E5F-AFB4-61729B66410F}" dt="2021-02-03T08:06:43.439" v="1534" actId="1076"/>
          <ac:spMkLst>
            <pc:docMk/>
            <pc:sldMk cId="2965568436" sldId="370"/>
            <ac:spMk id="19" creationId="{27964BD8-9035-475A-BF52-72570820FFFD}"/>
          </ac:spMkLst>
        </pc:spChg>
        <pc:spChg chg="add mod">
          <ac:chgData name="Nithish K" userId="43bfcf3e-fe49-4cb5-aa63-8e643e80348d" providerId="ADAL" clId="{CF7DC7A1-F71B-4E5F-AFB4-61729B66410F}" dt="2021-02-03T08:04:31.602" v="1501" actId="1076"/>
          <ac:spMkLst>
            <pc:docMk/>
            <pc:sldMk cId="2965568436" sldId="370"/>
            <ac:spMk id="21" creationId="{4DFF88D6-224F-4C4C-B0CC-614EE3F98CC4}"/>
          </ac:spMkLst>
        </pc:spChg>
        <pc:spChg chg="add mod">
          <ac:chgData name="Nithish K" userId="43bfcf3e-fe49-4cb5-aa63-8e643e80348d" providerId="ADAL" clId="{CF7DC7A1-F71B-4E5F-AFB4-61729B66410F}" dt="2021-02-03T08:04:31.602" v="1501" actId="1076"/>
          <ac:spMkLst>
            <pc:docMk/>
            <pc:sldMk cId="2965568436" sldId="370"/>
            <ac:spMk id="22" creationId="{563A4391-09A3-4D30-ACED-5D7F6AAC07AD}"/>
          </ac:spMkLst>
        </pc:spChg>
        <pc:spChg chg="add mod">
          <ac:chgData name="Nithish K" userId="43bfcf3e-fe49-4cb5-aa63-8e643e80348d" providerId="ADAL" clId="{CF7DC7A1-F71B-4E5F-AFB4-61729B66410F}" dt="2021-02-03T08:04:31.602" v="1501" actId="1076"/>
          <ac:spMkLst>
            <pc:docMk/>
            <pc:sldMk cId="2965568436" sldId="370"/>
            <ac:spMk id="23" creationId="{FD82B8DF-6D55-4948-A27F-569B80940323}"/>
          </ac:spMkLst>
        </pc:spChg>
        <pc:spChg chg="add del mod">
          <ac:chgData name="Nithish K" userId="43bfcf3e-fe49-4cb5-aa63-8e643e80348d" providerId="ADAL" clId="{CF7DC7A1-F71B-4E5F-AFB4-61729B66410F}" dt="2021-02-03T08:06:59.273" v="1538" actId="22"/>
          <ac:spMkLst>
            <pc:docMk/>
            <pc:sldMk cId="2965568436" sldId="370"/>
            <ac:spMk id="25" creationId="{3FAE4E8A-4D2C-4F97-925E-85C1DD0BB0E0}"/>
          </ac:spMkLst>
        </pc:spChg>
        <pc:spChg chg="add del">
          <ac:chgData name="Nithish K" userId="43bfcf3e-fe49-4cb5-aa63-8e643e80348d" providerId="ADAL" clId="{CF7DC7A1-F71B-4E5F-AFB4-61729B66410F}" dt="2021-02-03T08:07:02.491" v="1542" actId="22"/>
          <ac:spMkLst>
            <pc:docMk/>
            <pc:sldMk cId="2965568436" sldId="370"/>
            <ac:spMk id="27" creationId="{37E0D308-8640-4007-9DF0-217EB05FC054}"/>
          </ac:spMkLst>
        </pc:spChg>
        <pc:spChg chg="add mod">
          <ac:chgData name="Nithish K" userId="43bfcf3e-fe49-4cb5-aa63-8e643e80348d" providerId="ADAL" clId="{CF7DC7A1-F71B-4E5F-AFB4-61729B66410F}" dt="2021-02-03T08:07:26.669" v="1563" actId="1076"/>
          <ac:spMkLst>
            <pc:docMk/>
            <pc:sldMk cId="2965568436" sldId="370"/>
            <ac:spMk id="29" creationId="{2228AC45-BA0B-4E9E-86D9-F7CB1FFA2AD1}"/>
          </ac:spMkLst>
        </pc:spChg>
        <pc:picChg chg="add del mod">
          <ac:chgData name="Nithish K" userId="43bfcf3e-fe49-4cb5-aa63-8e643e80348d" providerId="ADAL" clId="{CF7DC7A1-F71B-4E5F-AFB4-61729B66410F}" dt="2021-02-03T08:04:23.611" v="1500" actId="478"/>
          <ac:picMkLst>
            <pc:docMk/>
            <pc:sldMk cId="2965568436" sldId="370"/>
            <ac:picMk id="6" creationId="{CB588543-41E4-4A94-ABB0-2097749709E5}"/>
          </ac:picMkLst>
        </pc:picChg>
        <pc:cxnChg chg="add mod">
          <ac:chgData name="Nithish K" userId="43bfcf3e-fe49-4cb5-aa63-8e643e80348d" providerId="ADAL" clId="{CF7DC7A1-F71B-4E5F-AFB4-61729B66410F}" dt="2021-02-03T08:04:48.380" v="1503" actId="1582"/>
          <ac:cxnSpMkLst>
            <pc:docMk/>
            <pc:sldMk cId="2965568436" sldId="370"/>
            <ac:cxnSpMk id="11" creationId="{03C417EC-FE43-411E-9A49-A418E5CEC9B7}"/>
          </ac:cxnSpMkLst>
        </pc:cxnChg>
        <pc:cxnChg chg="add mod">
          <ac:chgData name="Nithish K" userId="43bfcf3e-fe49-4cb5-aa63-8e643e80348d" providerId="ADAL" clId="{CF7DC7A1-F71B-4E5F-AFB4-61729B66410F}" dt="2021-02-03T08:04:43.303" v="1502" actId="1582"/>
          <ac:cxnSpMkLst>
            <pc:docMk/>
            <pc:sldMk cId="2965568436" sldId="370"/>
            <ac:cxnSpMk id="12" creationId="{5C102282-ADF5-4287-8E1E-9DE0DB6DD2B0}"/>
          </ac:cxnSpMkLst>
        </pc:cxnChg>
      </pc:sldChg>
      <pc:sldChg chg="addSp delSp modSp add mod ord">
        <pc:chgData name="Nithish K" userId="43bfcf3e-fe49-4cb5-aa63-8e643e80348d" providerId="ADAL" clId="{CF7DC7A1-F71B-4E5F-AFB4-61729B66410F}" dt="2021-02-03T08:24:15.512" v="1942"/>
        <pc:sldMkLst>
          <pc:docMk/>
          <pc:sldMk cId="3237551976" sldId="371"/>
        </pc:sldMkLst>
        <pc:spChg chg="mod">
          <ac:chgData name="Nithish K" userId="43bfcf3e-fe49-4cb5-aa63-8e643e80348d" providerId="ADAL" clId="{CF7DC7A1-F71B-4E5F-AFB4-61729B66410F}" dt="2021-02-03T07:40:51.157" v="1156" actId="20577"/>
          <ac:spMkLst>
            <pc:docMk/>
            <pc:sldMk cId="3237551976" sldId="371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05:05.022" v="779" actId="6549"/>
          <ac:spMkLst>
            <pc:docMk/>
            <pc:sldMk cId="3237551976" sldId="371"/>
            <ac:spMk id="4" creationId="{E3535B93-3C1F-465E-AE3B-5EDD4A73A4E8}"/>
          </ac:spMkLst>
        </pc:spChg>
        <pc:spChg chg="add mod">
          <ac:chgData name="Nithish K" userId="43bfcf3e-fe49-4cb5-aa63-8e643e80348d" providerId="ADAL" clId="{CF7DC7A1-F71B-4E5F-AFB4-61729B66410F}" dt="2021-02-03T07:05:14.118" v="780" actId="14100"/>
          <ac:spMkLst>
            <pc:docMk/>
            <pc:sldMk cId="3237551976" sldId="371"/>
            <ac:spMk id="5" creationId="{FEE6E4C8-1C61-4A8A-B6A0-BE4D00E38F36}"/>
          </ac:spMkLst>
        </pc:spChg>
        <pc:spChg chg="add mod">
          <ac:chgData name="Nithish K" userId="43bfcf3e-fe49-4cb5-aa63-8e643e80348d" providerId="ADAL" clId="{CF7DC7A1-F71B-4E5F-AFB4-61729B66410F}" dt="2021-02-03T07:41:09.775" v="1157"/>
          <ac:spMkLst>
            <pc:docMk/>
            <pc:sldMk cId="3237551976" sldId="371"/>
            <ac:spMk id="6" creationId="{D2DA6044-6645-4DD8-B831-ADE60CD3C1C0}"/>
          </ac:spMkLst>
        </pc:spChg>
        <pc:spChg chg="add del mod">
          <ac:chgData name="Nithish K" userId="43bfcf3e-fe49-4cb5-aa63-8e643e80348d" providerId="ADAL" clId="{CF7DC7A1-F71B-4E5F-AFB4-61729B66410F}" dt="2021-02-03T07:05:22.322" v="782" actId="478"/>
          <ac:spMkLst>
            <pc:docMk/>
            <pc:sldMk cId="3237551976" sldId="371"/>
            <ac:spMk id="7" creationId="{A4086BC2-2AD8-4DE7-977B-C612BEC2BAB7}"/>
          </ac:spMkLst>
        </pc:spChg>
        <pc:spChg chg="add del mod">
          <ac:chgData name="Nithish K" userId="43bfcf3e-fe49-4cb5-aa63-8e643e80348d" providerId="ADAL" clId="{CF7DC7A1-F71B-4E5F-AFB4-61729B66410F}" dt="2021-02-03T08:24:15.294" v="1941" actId="478"/>
          <ac:spMkLst>
            <pc:docMk/>
            <pc:sldMk cId="3237551976" sldId="371"/>
            <ac:spMk id="8" creationId="{19A07432-6115-4FF3-98F0-F959F76A05A5}"/>
          </ac:spMkLst>
        </pc:spChg>
        <pc:spChg chg="add mod">
          <ac:chgData name="Nithish K" userId="43bfcf3e-fe49-4cb5-aa63-8e643e80348d" providerId="ADAL" clId="{CF7DC7A1-F71B-4E5F-AFB4-61729B66410F}" dt="2021-02-03T08:24:15.512" v="1942"/>
          <ac:spMkLst>
            <pc:docMk/>
            <pc:sldMk cId="3237551976" sldId="371"/>
            <ac:spMk id="9" creationId="{BF5CAA16-2A33-4D7D-8D9F-F48577BBD715}"/>
          </ac:spMkLst>
        </pc:spChg>
      </pc:sldChg>
      <pc:sldChg chg="addSp delSp modSp add mod ord">
        <pc:chgData name="Nithish K" userId="43bfcf3e-fe49-4cb5-aa63-8e643e80348d" providerId="ADAL" clId="{CF7DC7A1-F71B-4E5F-AFB4-61729B66410F}" dt="2021-02-03T08:24:19.161" v="1944"/>
        <pc:sldMkLst>
          <pc:docMk/>
          <pc:sldMk cId="2398632098" sldId="372"/>
        </pc:sldMkLst>
        <pc:spChg chg="mod">
          <ac:chgData name="Nithish K" userId="43bfcf3e-fe49-4cb5-aa63-8e643e80348d" providerId="ADAL" clId="{CF7DC7A1-F71B-4E5F-AFB4-61729B66410F}" dt="2021-02-03T07:24:33.429" v="813" actId="20577"/>
          <ac:spMkLst>
            <pc:docMk/>
            <pc:sldMk cId="2398632098" sldId="372"/>
            <ac:spMk id="2" creationId="{5A813E65-EFF2-4116-9474-B8EB46E294C4}"/>
          </ac:spMkLst>
        </pc:spChg>
        <pc:spChg chg="mod">
          <ac:chgData name="Nithish K" userId="43bfcf3e-fe49-4cb5-aa63-8e643e80348d" providerId="ADAL" clId="{CF7DC7A1-F71B-4E5F-AFB4-61729B66410F}" dt="2021-02-03T07:59:01.472" v="1426" actId="20577"/>
          <ac:spMkLst>
            <pc:docMk/>
            <pc:sldMk cId="2398632098" sldId="372"/>
            <ac:spMk id="4" creationId="{E3535B93-3C1F-465E-AE3B-5EDD4A73A4E8}"/>
          </ac:spMkLst>
        </pc:spChg>
        <pc:spChg chg="add del mod">
          <ac:chgData name="Nithish K" userId="43bfcf3e-fe49-4cb5-aa63-8e643e80348d" providerId="ADAL" clId="{CF7DC7A1-F71B-4E5F-AFB4-61729B66410F}" dt="2021-02-03T08:24:18.944" v="1943" actId="478"/>
          <ac:spMkLst>
            <pc:docMk/>
            <pc:sldMk cId="2398632098" sldId="372"/>
            <ac:spMk id="5" creationId="{436C63BE-ED79-4DE1-81DE-E3CF5F5D9994}"/>
          </ac:spMkLst>
        </pc:spChg>
        <pc:spChg chg="add mod">
          <ac:chgData name="Nithish K" userId="43bfcf3e-fe49-4cb5-aa63-8e643e80348d" providerId="ADAL" clId="{CF7DC7A1-F71B-4E5F-AFB4-61729B66410F}" dt="2021-02-03T08:24:19.161" v="1944"/>
          <ac:spMkLst>
            <pc:docMk/>
            <pc:sldMk cId="2398632098" sldId="372"/>
            <ac:spMk id="6" creationId="{4CA9D288-5AF2-4780-A873-754E652156F5}"/>
          </ac:spMkLst>
        </pc:spChg>
      </pc:sldChg>
      <pc:sldChg chg="addSp modSp new mod ord">
        <pc:chgData name="Nithish K" userId="43bfcf3e-fe49-4cb5-aa63-8e643e80348d" providerId="ADAL" clId="{CF7DC7A1-F71B-4E5F-AFB4-61729B66410F}" dt="2021-02-03T08:25:55.135" v="1961"/>
        <pc:sldMkLst>
          <pc:docMk/>
          <pc:sldMk cId="2515013299" sldId="373"/>
        </pc:sldMkLst>
        <pc:spChg chg="mod">
          <ac:chgData name="Nithish K" userId="43bfcf3e-fe49-4cb5-aa63-8e643e80348d" providerId="ADAL" clId="{CF7DC7A1-F71B-4E5F-AFB4-61729B66410F}" dt="2021-02-03T07:29:34.101" v="951" actId="20577"/>
          <ac:spMkLst>
            <pc:docMk/>
            <pc:sldMk cId="2515013299" sldId="373"/>
            <ac:spMk id="2" creationId="{A2E4C15B-0D84-4D11-B1D6-A7DC6FADC78B}"/>
          </ac:spMkLst>
        </pc:spChg>
        <pc:spChg chg="mod">
          <ac:chgData name="Nithish K" userId="43bfcf3e-fe49-4cb5-aa63-8e643e80348d" providerId="ADAL" clId="{CF7DC7A1-F71B-4E5F-AFB4-61729B66410F}" dt="2021-02-03T08:25:55.135" v="1961"/>
          <ac:spMkLst>
            <pc:docMk/>
            <pc:sldMk cId="2515013299" sldId="373"/>
            <ac:spMk id="4" creationId="{C51E0A1B-020B-413A-95CC-78F4FCA51503}"/>
          </ac:spMkLst>
        </pc:spChg>
        <pc:spChg chg="add mod">
          <ac:chgData name="Nithish K" userId="43bfcf3e-fe49-4cb5-aa63-8e643e80348d" providerId="ADAL" clId="{CF7DC7A1-F71B-4E5F-AFB4-61729B66410F}" dt="2021-02-03T07:56:06.919" v="1372" actId="20577"/>
          <ac:spMkLst>
            <pc:docMk/>
            <pc:sldMk cId="2515013299" sldId="373"/>
            <ac:spMk id="5" creationId="{1065099F-9F11-4570-AB91-AF6B21799147}"/>
          </ac:spMkLst>
        </pc:spChg>
      </pc:sldChg>
      <pc:sldChg chg="modSp add del mod">
        <pc:chgData name="Nithish K" userId="43bfcf3e-fe49-4cb5-aa63-8e643e80348d" providerId="ADAL" clId="{CF7DC7A1-F71B-4E5F-AFB4-61729B66410F}" dt="2021-02-03T07:54:07.323" v="1310" actId="47"/>
        <pc:sldMkLst>
          <pc:docMk/>
          <pc:sldMk cId="3309935375" sldId="374"/>
        </pc:sldMkLst>
        <pc:spChg chg="mod">
          <ac:chgData name="Nithish K" userId="43bfcf3e-fe49-4cb5-aa63-8e643e80348d" providerId="ADAL" clId="{CF7DC7A1-F71B-4E5F-AFB4-61729B66410F}" dt="2021-02-03T07:34:34.789" v="1032" actId="20577"/>
          <ac:spMkLst>
            <pc:docMk/>
            <pc:sldMk cId="3309935375" sldId="374"/>
            <ac:spMk id="4" creationId="{4F76285D-8583-4DCA-8E49-8A14C207C922}"/>
          </ac:spMkLst>
        </pc:spChg>
      </pc:sldChg>
      <pc:sldChg chg="modSp add del mod">
        <pc:chgData name="Nithish K" userId="43bfcf3e-fe49-4cb5-aa63-8e643e80348d" providerId="ADAL" clId="{CF7DC7A1-F71B-4E5F-AFB4-61729B66410F}" dt="2021-02-03T08:23:45.018" v="1939" actId="47"/>
        <pc:sldMkLst>
          <pc:docMk/>
          <pc:sldMk cId="2913691051" sldId="375"/>
        </pc:sldMkLst>
        <pc:spChg chg="mod">
          <ac:chgData name="Nithish K" userId="43bfcf3e-fe49-4cb5-aa63-8e643e80348d" providerId="ADAL" clId="{CF7DC7A1-F71B-4E5F-AFB4-61729B66410F}" dt="2021-02-03T07:48:17.160" v="1277" actId="20577"/>
          <ac:spMkLst>
            <pc:docMk/>
            <pc:sldMk cId="2913691051" sldId="375"/>
            <ac:spMk id="4" creationId="{4F76285D-8583-4DCA-8E49-8A14C207C922}"/>
          </ac:spMkLst>
        </pc:spChg>
      </pc:sldChg>
      <pc:sldChg chg="modSp add del mod">
        <pc:chgData name="Nithish K" userId="43bfcf3e-fe49-4cb5-aa63-8e643e80348d" providerId="ADAL" clId="{CF7DC7A1-F71B-4E5F-AFB4-61729B66410F}" dt="2021-02-03T08:23:48.367" v="1940" actId="47"/>
        <pc:sldMkLst>
          <pc:docMk/>
          <pc:sldMk cId="1612378087" sldId="376"/>
        </pc:sldMkLst>
        <pc:spChg chg="mod">
          <ac:chgData name="Nithish K" userId="43bfcf3e-fe49-4cb5-aa63-8e643e80348d" providerId="ADAL" clId="{CF7DC7A1-F71B-4E5F-AFB4-61729B66410F}" dt="2021-02-03T08:19:06.257" v="1934" actId="20577"/>
          <ac:spMkLst>
            <pc:docMk/>
            <pc:sldMk cId="1612378087" sldId="376"/>
            <ac:spMk id="4" creationId="{4F76285D-8583-4DCA-8E49-8A14C207C922}"/>
          </ac:spMkLst>
        </pc:spChg>
      </pc:sldChg>
    </pc:docChg>
  </pc:docChgLst>
  <pc:docChgLst>
    <pc:chgData name="Neeleshb Mehta" userId="984d55dd-d02a-4e20-9921-8cd3f07dd84e" providerId="ADAL" clId="{8EEB53F1-8172-437C-99E5-C1D0FB37D9F4}"/>
    <pc:docChg chg="undo custSel modSld">
      <pc:chgData name="Neeleshb Mehta" userId="984d55dd-d02a-4e20-9921-8cd3f07dd84e" providerId="ADAL" clId="{8EEB53F1-8172-437C-99E5-C1D0FB37D9F4}" dt="2021-02-03T12:33:59.637" v="478" actId="20577"/>
      <pc:docMkLst>
        <pc:docMk/>
      </pc:docMkLst>
      <pc:sldChg chg="modSp mod">
        <pc:chgData name="Neeleshb Mehta" userId="984d55dd-d02a-4e20-9921-8cd3f07dd84e" providerId="ADAL" clId="{8EEB53F1-8172-437C-99E5-C1D0FB37D9F4}" dt="2021-02-03T12:33:59.637" v="478" actId="20577"/>
        <pc:sldMkLst>
          <pc:docMk/>
          <pc:sldMk cId="351255564" sldId="270"/>
        </pc:sldMkLst>
        <pc:spChg chg="mod">
          <ac:chgData name="Neeleshb Mehta" userId="984d55dd-d02a-4e20-9921-8cd3f07dd84e" providerId="ADAL" clId="{8EEB53F1-8172-437C-99E5-C1D0FB37D9F4}" dt="2021-02-03T12:33:59.637" v="478" actId="20577"/>
          <ac:spMkLst>
            <pc:docMk/>
            <pc:sldMk cId="351255564" sldId="270"/>
            <ac:spMk id="4" creationId="{690CC974-33ED-4BED-AF4A-0BC8235F15ED}"/>
          </ac:spMkLst>
        </pc:spChg>
      </pc:sldChg>
      <pc:sldChg chg="modSp mod">
        <pc:chgData name="Neeleshb Mehta" userId="984d55dd-d02a-4e20-9921-8cd3f07dd84e" providerId="ADAL" clId="{8EEB53F1-8172-437C-99E5-C1D0FB37D9F4}" dt="2021-02-03T12:33:13.530" v="360" actId="20577"/>
        <pc:sldMkLst>
          <pc:docMk/>
          <pc:sldMk cId="436460687" sldId="324"/>
        </pc:sldMkLst>
        <pc:spChg chg="mod">
          <ac:chgData name="Neeleshb Mehta" userId="984d55dd-d02a-4e20-9921-8cd3f07dd84e" providerId="ADAL" clId="{8EEB53F1-8172-437C-99E5-C1D0FB37D9F4}" dt="2021-02-03T12:33:13.530" v="360" actId="20577"/>
          <ac:spMkLst>
            <pc:docMk/>
            <pc:sldMk cId="436460687" sldId="324"/>
            <ac:spMk id="4" creationId="{3DF01A33-9BF9-4DFC-A186-D73497A81E75}"/>
          </ac:spMkLst>
        </pc:spChg>
      </pc:sldChg>
      <pc:sldChg chg="modSp mod">
        <pc:chgData name="Neeleshb Mehta" userId="984d55dd-d02a-4e20-9921-8cd3f07dd84e" providerId="ADAL" clId="{8EEB53F1-8172-437C-99E5-C1D0FB37D9F4}" dt="2021-02-03T12:29:23.896" v="95" actId="207"/>
        <pc:sldMkLst>
          <pc:docMk/>
          <pc:sldMk cId="2968507967" sldId="367"/>
        </pc:sldMkLst>
        <pc:spChg chg="mod">
          <ac:chgData name="Neeleshb Mehta" userId="984d55dd-d02a-4e20-9921-8cd3f07dd84e" providerId="ADAL" clId="{8EEB53F1-8172-437C-99E5-C1D0FB37D9F4}" dt="2021-02-03T12:28:25.860" v="15" actId="21"/>
          <ac:spMkLst>
            <pc:docMk/>
            <pc:sldMk cId="2968507967" sldId="367"/>
            <ac:spMk id="2" creationId="{40F5117C-BA20-429B-AEDB-5337298488F5}"/>
          </ac:spMkLst>
        </pc:spChg>
        <pc:spChg chg="mod">
          <ac:chgData name="Neeleshb Mehta" userId="984d55dd-d02a-4e20-9921-8cd3f07dd84e" providerId="ADAL" clId="{8EEB53F1-8172-437C-99E5-C1D0FB37D9F4}" dt="2021-02-03T12:29:23.896" v="95" actId="207"/>
          <ac:spMkLst>
            <pc:docMk/>
            <pc:sldMk cId="2968507967" sldId="367"/>
            <ac:spMk id="4" creationId="{673B427C-EC5B-43E8-AAA6-4302529E9156}"/>
          </ac:spMkLst>
        </pc:spChg>
      </pc:sldChg>
      <pc:sldChg chg="modSp mod">
        <pc:chgData name="Neeleshb Mehta" userId="984d55dd-d02a-4e20-9921-8cd3f07dd84e" providerId="ADAL" clId="{8EEB53F1-8172-437C-99E5-C1D0FB37D9F4}" dt="2021-02-03T12:31:07.416" v="267" actId="20577"/>
        <pc:sldMkLst>
          <pc:docMk/>
          <pc:sldMk cId="551830201" sldId="368"/>
        </pc:sldMkLst>
        <pc:spChg chg="mod">
          <ac:chgData name="Neeleshb Mehta" userId="984d55dd-d02a-4e20-9921-8cd3f07dd84e" providerId="ADAL" clId="{8EEB53F1-8172-437C-99E5-C1D0FB37D9F4}" dt="2021-02-03T12:30:09.537" v="184" actId="20577"/>
          <ac:spMkLst>
            <pc:docMk/>
            <pc:sldMk cId="551830201" sldId="368"/>
            <ac:spMk id="2" creationId="{5A813E65-EFF2-4116-9474-B8EB46E294C4}"/>
          </ac:spMkLst>
        </pc:spChg>
        <pc:spChg chg="mod">
          <ac:chgData name="Neeleshb Mehta" userId="984d55dd-d02a-4e20-9921-8cd3f07dd84e" providerId="ADAL" clId="{8EEB53F1-8172-437C-99E5-C1D0FB37D9F4}" dt="2021-02-03T12:31:07.416" v="267" actId="20577"/>
          <ac:spMkLst>
            <pc:docMk/>
            <pc:sldMk cId="551830201" sldId="368"/>
            <ac:spMk id="4" creationId="{E3535B93-3C1F-465E-AE3B-5EDD4A73A4E8}"/>
          </ac:spMkLst>
        </pc:spChg>
      </pc:sldChg>
      <pc:sldChg chg="modSp mod">
        <pc:chgData name="Neeleshb Mehta" userId="984d55dd-d02a-4e20-9921-8cd3f07dd84e" providerId="ADAL" clId="{8EEB53F1-8172-437C-99E5-C1D0FB37D9F4}" dt="2021-02-03T12:31:58.332" v="306" actId="20577"/>
        <pc:sldMkLst>
          <pc:docMk/>
          <pc:sldMk cId="2965568436" sldId="370"/>
        </pc:sldMkLst>
        <pc:spChg chg="mod">
          <ac:chgData name="Neeleshb Mehta" userId="984d55dd-d02a-4e20-9921-8cd3f07dd84e" providerId="ADAL" clId="{8EEB53F1-8172-437C-99E5-C1D0FB37D9F4}" dt="2021-02-03T12:31:25.656" v="292" actId="20577"/>
          <ac:spMkLst>
            <pc:docMk/>
            <pc:sldMk cId="2965568436" sldId="370"/>
            <ac:spMk id="2" creationId="{AF16F07A-E28B-43F5-AA90-B3BB4898169D}"/>
          </ac:spMkLst>
        </pc:spChg>
        <pc:spChg chg="mod">
          <ac:chgData name="Neeleshb Mehta" userId="984d55dd-d02a-4e20-9921-8cd3f07dd84e" providerId="ADAL" clId="{8EEB53F1-8172-437C-99E5-C1D0FB37D9F4}" dt="2021-02-03T12:31:58.332" v="306" actId="20577"/>
          <ac:spMkLst>
            <pc:docMk/>
            <pc:sldMk cId="2965568436" sldId="370"/>
            <ac:spMk id="4" creationId="{614B12C2-7205-43EA-906E-E46700E5EF8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pPr/>
              <a:t>8/11/2023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pPr/>
              <a:t>8/11/2023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2" y="1163642"/>
            <a:ext cx="9140825" cy="165575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/>
          <a:lstStyle/>
          <a:p>
            <a:fld id="{3DA65A8D-5760-4AA7-8662-C2150FF7F1A2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8C11303C-4E49-43C6-AE6B-F86CF56A453B}"/>
              </a:ext>
            </a:extLst>
          </p:cNvPr>
          <p:cNvSpPr/>
          <p:nvPr userDrawn="1"/>
        </p:nvSpPr>
        <p:spPr>
          <a:xfrm>
            <a:off x="3198812" y="6248400"/>
            <a:ext cx="5065774" cy="531676"/>
          </a:xfrm>
          <a:prstGeom prst="roundRect">
            <a:avLst/>
          </a:prstGeom>
          <a:solidFill>
            <a:srgbClr val="97BA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6683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n w="0"/>
                <a:solidFill>
                  <a:schemeClr val="tx1"/>
                </a:solidFill>
                <a:latin typeface="Calibri" panose="020F0502020204030204" pitchFamily="34" charset="0"/>
              </a:rPr>
              <a:t>Indian Institute of Science, Bangalore</a:t>
            </a:r>
          </a:p>
        </p:txBody>
      </p:sp>
    </p:spTree>
    <p:extLst>
      <p:ext uri="{BB962C8B-B14F-4D97-AF65-F5344CB8AC3E}">
        <p14:creationId xmlns:p14="http://schemas.microsoft.com/office/powerpoint/2010/main" val="3851636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14C6-5DAA-42F6-AD43-299E9C0B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EBF-37EB-424D-AD47-A2C920BF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/>
          <a:lstStyle/>
          <a:p>
            <a:fld id="{3DA65A8D-5760-4AA7-8662-C2150FF7F1A2}" type="datetimeFigureOut">
              <a:rPr lang="en-IN" smtClean="0"/>
              <a:pPr/>
              <a:t>11-08-2023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FF14-AFF4-4CEB-828B-6A5CE902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6ADD2-B06C-4BD8-8D4C-52D85FC5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47BAA9-B429-45AA-BEFA-E9FAC25E6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0896599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82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5EA-723C-4E1E-8807-AC227A6E8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1655758"/>
          </a:xfrm>
        </p:spPr>
        <p:txBody>
          <a:bodyPr vert="horz" lIns="360000" tIns="45720" rIns="180000" bIns="45720" rtlCol="0" anchor="b">
            <a:normAutofit/>
          </a:bodyPr>
          <a:lstStyle>
            <a:lvl1pPr>
              <a:defRPr lang="en-IN" sz="4000" dirty="0">
                <a:solidFill>
                  <a:srgbClr val="002060"/>
                </a:solidFill>
                <a:effectLst>
                  <a:outerShdw blurRad="38100" dist="25400" dir="5400000" algn="ctr" rotWithShape="0">
                    <a:schemeClr val="tx1">
                      <a:alpha val="82000"/>
                    </a:schemeClr>
                  </a:outerShdw>
                </a:effectLst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D3F85-4CD5-4D8E-9E05-B2F7013E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C7F3-4484-4400-994F-A82BE2D7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/>
          <a:lstStyle/>
          <a:p>
            <a:fld id="{3DA65A8D-5760-4AA7-8662-C2150FF7F1A2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F6F8-B21E-4E8F-8B56-09B9E3BF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3B16-2BF3-40A3-AA5C-6348C1F2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86601DB7-036D-4635-828B-2C0C89E49BE2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1416905" y="2895604"/>
            <a:ext cx="9143999" cy="1"/>
          </a:xfrm>
          <a:prstGeom prst="line">
            <a:avLst/>
          </a:prstGeom>
          <a:noFill/>
          <a:ln w="25400" cap="flat" cmpd="sng" algn="ctr">
            <a:solidFill>
              <a:srgbClr val="A32638">
                <a:lumMod val="7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 w="22225">
                <a:solidFill>
                  <a:srgbClr val="0038A8"/>
                </a:solidFill>
                <a:prstDash val="solid"/>
              </a:ln>
              <a:solidFill>
                <a:srgbClr val="0038A8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41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B6F2-3B16-4E19-AE5F-555EF21D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03914-1CE0-4C1E-AE5E-1FFC727E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/>
          <a:lstStyle/>
          <a:p>
            <a:fld id="{3DA65A8D-5760-4AA7-8662-C2150FF7F1A2}" type="datetimeFigureOut">
              <a:rPr lang="en-IN" smtClean="0"/>
              <a:pPr/>
              <a:t>11-08-2023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3A56B-4DA8-49D7-BB0E-4326B995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52AB-9730-4D89-8185-80902053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06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A5CA-A3F2-4E99-B12A-94F79ED7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4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>
            <a:extLst>
              <a:ext uri="{FF2B5EF4-FFF2-40B4-BE49-F238E27FC236}">
                <a16:creationId xmlns:a16="http://schemas.microsoft.com/office/drawing/2014/main" id="{E8B9A9C2-551F-4DD6-803A-A65A0BDF3E92}"/>
              </a:ext>
            </a:extLst>
          </p:cNvPr>
          <p:cNvSpPr/>
          <p:nvPr userDrawn="1"/>
        </p:nvSpPr>
        <p:spPr>
          <a:xfrm>
            <a:off x="0" y="0"/>
            <a:ext cx="12188825" cy="681037"/>
          </a:xfrm>
          <a:prstGeom prst="rect">
            <a:avLst/>
          </a:prstGeom>
          <a:solidFill>
            <a:srgbClr val="C5D8FF"/>
          </a:solidFill>
          <a:ln>
            <a:noFill/>
          </a:ln>
        </p:spPr>
        <p:txBody>
          <a:bodyPr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BC294-8672-422E-BD2C-7ABBBA1A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278117" cy="681036"/>
          </a:xfrm>
          <a:prstGeom prst="rect">
            <a:avLst/>
          </a:prstGeom>
        </p:spPr>
        <p:txBody>
          <a:bodyPr vert="horz" lIns="216000" tIns="45720" rIns="18000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919EA-F0F4-4756-85C2-2E918616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2" y="990600"/>
            <a:ext cx="10895013" cy="5186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B0CE-A2DD-4BC6-915F-CA99B29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588" y="6492875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A65A8D-5760-4AA7-8662-C2150FF7F1A2}" type="datetimeFigureOut">
              <a:rPr lang="en-IN" smtClean="0"/>
              <a:pPr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CDB6E-9C02-405F-933B-DB828024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9DF0-7CED-4B0E-8C48-E2110AD6B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6BA641-E041-4D0A-86E5-8BD4ED739D9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48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5" r:id="rId2"/>
    <p:sldLayoutId id="2147483754" r:id="rId3"/>
    <p:sldLayoutId id="2147483756" r:id="rId4"/>
    <p:sldLayoutId id="214748374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SzPct val="12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223-38C4-43B4-977E-CF0D2F53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ABE4C-938E-4F24-8AD5-3D85B7B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3E1EB-BDFB-4834-A806-838FB0E89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Modeling and simulation of physical and MAC layers of IEEE WLANs </a:t>
            </a:r>
          </a:p>
          <a:p>
            <a:r>
              <a:rPr lang="en-US" dirty="0"/>
              <a:t>Standards considered: 802.11n &amp; 802.11ac at 2.4 GHz and 5 GHz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05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73B9-FD3F-422A-A171-554257B1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6983F-8E4A-43F6-8A04-B7EA4278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0A91C-6594-4756-A187-B3D53BB3AE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Scenarios and performance metrics</a:t>
            </a:r>
          </a:p>
          <a:p>
            <a:r>
              <a:rPr lang="en-IN" dirty="0"/>
              <a:t>Throughput results: 802.11n and 802.11ac</a:t>
            </a:r>
          </a:p>
          <a:p>
            <a:r>
              <a:rPr lang="en-IN" dirty="0"/>
              <a:t>Methodology and details</a:t>
            </a:r>
          </a:p>
          <a:p>
            <a:r>
              <a:rPr lang="en-IN" dirty="0"/>
              <a:t>Plan for 2021</a:t>
            </a:r>
          </a:p>
        </p:txBody>
      </p:sp>
    </p:spTree>
    <p:extLst>
      <p:ext uri="{BB962C8B-B14F-4D97-AF65-F5344CB8AC3E}">
        <p14:creationId xmlns:p14="http://schemas.microsoft.com/office/powerpoint/2010/main" val="67101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D3D9-425C-4CA4-BB4F-09E7F76E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 and Modeling Scenarios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29D3A2-C0E8-486B-BA02-F707A75B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CC974-33ED-4BED-AF4A-0BC8235F15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Performance metrics</a:t>
            </a:r>
          </a:p>
          <a:p>
            <a:pPr lvl="1"/>
            <a:r>
              <a:rPr lang="en-US" dirty="0"/>
              <a:t>Throughput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Packet error rate</a:t>
            </a:r>
          </a:p>
          <a:p>
            <a:pPr lvl="1"/>
            <a:r>
              <a:rPr lang="en-US" dirty="0"/>
              <a:t>Range</a:t>
            </a:r>
          </a:p>
          <a:p>
            <a:endParaRPr lang="en-US" dirty="0"/>
          </a:p>
          <a:p>
            <a:r>
              <a:rPr lang="en-US" dirty="0"/>
              <a:t>Models with simulation parameters</a:t>
            </a:r>
          </a:p>
          <a:p>
            <a:pPr lvl="1"/>
            <a:r>
              <a:rPr lang="en-US" dirty="0"/>
              <a:t>Scenario 1: Aircraft stationary at different distances from an access point</a:t>
            </a:r>
          </a:p>
          <a:p>
            <a:pPr lvl="2"/>
            <a:r>
              <a:rPr lang="en-US" dirty="0"/>
              <a:t>Focus on standardized channel models for which verification is possible</a:t>
            </a:r>
          </a:p>
          <a:p>
            <a:pPr lvl="1"/>
            <a:r>
              <a:rPr lang="en-US" dirty="0"/>
              <a:t>Scenario 2: Aircraft in motion towards gate with single access point</a:t>
            </a:r>
          </a:p>
          <a:p>
            <a:pPr lvl="1"/>
            <a:r>
              <a:rPr lang="en-US" dirty="0"/>
              <a:t>Scenario 3: Aircraft in motion in taxi way covering multiple access points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5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8BAB-CE62-4C50-A6E4-694A6C74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Throughput vs. Distance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984034-51B8-4A49-AC75-6E6DB714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2E04C-8CDB-4232-8C9D-186FC6D8F7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IN" dirty="0"/>
              <a:t>802.11n:</a:t>
            </a:r>
          </a:p>
          <a:p>
            <a:pPr lvl="1">
              <a:spcBef>
                <a:spcPts val="1200"/>
              </a:spcBef>
            </a:pPr>
            <a:endParaRPr lang="en-IN" dirty="0"/>
          </a:p>
          <a:p>
            <a:pPr lvl="1">
              <a:spcBef>
                <a:spcPts val="1200"/>
              </a:spcBef>
            </a:pPr>
            <a:endParaRPr lang="en-IN" dirty="0"/>
          </a:p>
          <a:p>
            <a:pPr lvl="1">
              <a:spcBef>
                <a:spcPts val="1200"/>
              </a:spcBef>
            </a:pPr>
            <a:endParaRPr lang="en-IN" dirty="0"/>
          </a:p>
          <a:p>
            <a:pPr>
              <a:spcBef>
                <a:spcPts val="1200"/>
              </a:spcBef>
            </a:pPr>
            <a:endParaRPr lang="en-IN" dirty="0"/>
          </a:p>
          <a:p>
            <a:pPr>
              <a:spcBef>
                <a:spcPts val="1200"/>
              </a:spcBef>
            </a:pPr>
            <a:r>
              <a:rPr lang="en-IN" dirty="0"/>
              <a:t>802.11ac:</a:t>
            </a:r>
          </a:p>
          <a:p>
            <a:pPr>
              <a:spcBef>
                <a:spcPts val="1200"/>
              </a:spcBef>
            </a:pPr>
            <a:endParaRPr lang="en-IN" dirty="0"/>
          </a:p>
          <a:p>
            <a:pPr>
              <a:spcBef>
                <a:spcPts val="1200"/>
              </a:spcBef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0BE153-21F9-4D3B-A9A7-6E482F65B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288596"/>
              </p:ext>
            </p:extLst>
          </p:nvPr>
        </p:nvGraphicFramePr>
        <p:xfrm>
          <a:off x="1306412" y="1676400"/>
          <a:ext cx="9576000" cy="150114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46031688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1939500436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86589308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1498218677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EIRP (dBm)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Noise Figure (dB)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BW (MHz)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No. of spatial streams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3853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 vs. 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58899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vs. 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59467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vs. 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6255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1B1191-CB49-4FC2-B36F-5C0A6272A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261509"/>
              </p:ext>
            </p:extLst>
          </p:nvPr>
        </p:nvGraphicFramePr>
        <p:xfrm>
          <a:off x="1306412" y="4065270"/>
          <a:ext cx="9576000" cy="111633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705915595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372349566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102451806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3951965075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EIRP (dBm)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Noise Figure (dB)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BW (MHz)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No. of spatial streams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70841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vs. 40 vs. </a:t>
                      </a:r>
                      <a:b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 vs. 160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4, 2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85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28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5E879-7C34-49F4-8AD8-B603311D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6285D-8583-4DCA-8E49-8A14C207C9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2667000"/>
            <a:ext cx="10896599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rgbClr val="7030A0"/>
                </a:solidFill>
              </a:rPr>
              <a:t>Throughput Results for IEEE 802.11n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234E3-0755-4E73-8C24-8E6A9481C432}"/>
              </a:ext>
            </a:extLst>
          </p:cNvPr>
          <p:cNvSpPr txBox="1"/>
          <p:nvPr/>
        </p:nvSpPr>
        <p:spPr>
          <a:xfrm>
            <a:off x="2132012" y="3657600"/>
            <a:ext cx="104782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EIRP: 18 &amp; 20 dBm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Noise figures: 11, 13.5, 16 dB</a:t>
            </a:r>
            <a:endParaRPr lang="en-IN" sz="24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Bandwidth:  20 &amp; 40 MHz for 11n, and 20, 40, 80 &amp; 160 MHz for 11ac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1x1, 2x2, 3x3 &amp; 4x4 antenna configurations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Spatial streams: 1, 2, 3 &amp; 4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952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C148AD-CA3D-1E37-CBD0-C5EA77B35918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D1B58-7D27-4566-A7F1-BFB9DFE5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1"/>
            <a:ext cx="11549063" cy="681036"/>
          </a:xfrm>
        </p:spPr>
        <p:txBody>
          <a:bodyPr>
            <a:noAutofit/>
          </a:bodyPr>
          <a:lstStyle/>
          <a:p>
            <a:r>
              <a:rPr lang="en-IN" sz="2900" dirty="0"/>
              <a:t>Effect of EIRP [BW 20 MHz, 2 Spatial Streams]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70D927-ACF3-4423-B0B6-96720886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6</a:t>
            </a:fld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EF7AFC0-5666-4A08-8761-C4614859F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13293"/>
              </p:ext>
            </p:extLst>
          </p:nvPr>
        </p:nvGraphicFramePr>
        <p:xfrm>
          <a:off x="8008261" y="4920069"/>
          <a:ext cx="3744000" cy="1834338"/>
        </p:xfrm>
        <a:graphic>
          <a:graphicData uri="http://schemas.openxmlformats.org/drawingml/2006/table">
            <a:tbl>
              <a:tblPr/>
              <a:tblGrid>
                <a:gridCol w="2340000">
                  <a:extLst>
                    <a:ext uri="{9D8B030D-6E8A-4147-A177-3AD203B41FA5}">
                      <a16:colId xmlns:a16="http://schemas.microsoft.com/office/drawing/2014/main" val="4097580905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3769550089"/>
                    </a:ext>
                  </a:extLst>
                </a:gridCol>
              </a:tblGrid>
              <a:tr h="3725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EIRP (dBm)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 vs. 20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721623"/>
                  </a:ext>
                </a:extLst>
              </a:tr>
              <a:tr h="3725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Noise figure (dB)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140743"/>
                  </a:ext>
                </a:extLst>
              </a:tr>
              <a:tr h="3725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BW (MHz)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447218"/>
                  </a:ext>
                </a:extLst>
              </a:tr>
              <a:tr h="7110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No. of spatial streams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5525" marR="15525" marT="15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862569"/>
                  </a:ext>
                </a:extLst>
              </a:tr>
            </a:tbl>
          </a:graphicData>
        </a:graphic>
      </p:graphicFrame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24F90A9-56A9-4246-94FF-774F749E81FD}"/>
              </a:ext>
            </a:extLst>
          </p:cNvPr>
          <p:cNvSpPr txBox="1">
            <a:spLocks/>
          </p:cNvSpPr>
          <p:nvPr/>
        </p:nvSpPr>
        <p:spPr>
          <a:xfrm>
            <a:off x="454026" y="5661394"/>
            <a:ext cx="10896599" cy="663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As EIRP increases, range increases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B33E143-4608-4B5C-8190-909C348D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763" y="533401"/>
            <a:ext cx="11963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6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5494CA-098B-9173-D673-BE18BE3F9976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CAE92-8DE1-443C-8D72-8C557E52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900" dirty="0"/>
              <a:t>Effect of Noise Figure [BW 40 MHz, 1 Spatial Stream]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E8568-AB3E-4516-9E26-CF712AB4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7</a:t>
            </a:fld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69D0C2-24B3-4057-9983-425A4F9C5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468096"/>
              </p:ext>
            </p:extLst>
          </p:nvPr>
        </p:nvGraphicFramePr>
        <p:xfrm>
          <a:off x="8125786" y="4903280"/>
          <a:ext cx="3636000" cy="1867916"/>
        </p:xfrm>
        <a:graphic>
          <a:graphicData uri="http://schemas.openxmlformats.org/drawingml/2006/table">
            <a:tbl>
              <a:tblPr/>
              <a:tblGrid>
                <a:gridCol w="2340000">
                  <a:extLst>
                    <a:ext uri="{9D8B030D-6E8A-4147-A177-3AD203B41FA5}">
                      <a16:colId xmlns:a16="http://schemas.microsoft.com/office/drawing/2014/main" val="303729986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843185423"/>
                    </a:ext>
                  </a:extLst>
                </a:gridCol>
              </a:tblGrid>
              <a:tr h="37909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EIRP (dBm)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977928"/>
                  </a:ext>
                </a:extLst>
              </a:tr>
              <a:tr h="37909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Noise figure (dB)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vs. 16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234281"/>
                  </a:ext>
                </a:extLst>
              </a:tr>
              <a:tr h="37909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BW (MHz)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92182"/>
                  </a:ext>
                </a:extLst>
              </a:tr>
              <a:tr h="7306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No. of spatial streams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5796" marR="15796" marT="157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370734"/>
                  </a:ext>
                </a:extLst>
              </a:tr>
            </a:tbl>
          </a:graphicData>
        </a:graphic>
      </p:graphicFrame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D9B1203-A5AC-4E1E-B8F9-6C330C123206}"/>
              </a:ext>
            </a:extLst>
          </p:cNvPr>
          <p:cNvSpPr txBox="1">
            <a:spLocks/>
          </p:cNvSpPr>
          <p:nvPr/>
        </p:nvSpPr>
        <p:spPr>
          <a:xfrm>
            <a:off x="454026" y="5661394"/>
            <a:ext cx="10896599" cy="663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As noise figure increases, range decreases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2160AF-A179-484C-B40E-708B07C9A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101" y="681037"/>
            <a:ext cx="12689026" cy="432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70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D83DC5-7295-37E1-7B6B-0A8CF7DD9533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D4A3-0F64-4C8B-9F62-57DB90CD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900" dirty="0"/>
              <a:t>Effect of Bandwidth [3 Spatial Streams]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1F0B5-4AA2-4AAF-8267-FBC0C647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8</a:t>
            </a:fld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48867C-AAB0-4EE7-9BA2-3D83B73A9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101773"/>
              </p:ext>
            </p:extLst>
          </p:nvPr>
        </p:nvGraphicFramePr>
        <p:xfrm>
          <a:off x="8075612" y="4777550"/>
          <a:ext cx="3744000" cy="1897887"/>
        </p:xfrm>
        <a:graphic>
          <a:graphicData uri="http://schemas.openxmlformats.org/drawingml/2006/table">
            <a:tbl>
              <a:tblPr/>
              <a:tblGrid>
                <a:gridCol w="2340000">
                  <a:extLst>
                    <a:ext uri="{9D8B030D-6E8A-4147-A177-3AD203B41FA5}">
                      <a16:colId xmlns:a16="http://schemas.microsoft.com/office/drawing/2014/main" val="491632404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3216565329"/>
                    </a:ext>
                  </a:extLst>
                </a:gridCol>
              </a:tblGrid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EIRP (dBm)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46415"/>
                  </a:ext>
                </a:extLst>
              </a:tr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Noise figure (dB)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343332"/>
                  </a:ext>
                </a:extLst>
              </a:tr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BW (MHz)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vs. 40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581544"/>
                  </a:ext>
                </a:extLst>
              </a:tr>
              <a:tr h="7463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No. of spatial streams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055282"/>
                  </a:ext>
                </a:extLst>
              </a:tr>
            </a:tbl>
          </a:graphicData>
        </a:graphic>
      </p:graphicFrame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6AD7A21-2572-4FE2-9C38-7EC14BB5DE29}"/>
              </a:ext>
            </a:extLst>
          </p:cNvPr>
          <p:cNvSpPr txBox="1">
            <a:spLocks/>
          </p:cNvSpPr>
          <p:nvPr/>
        </p:nvSpPr>
        <p:spPr>
          <a:xfrm>
            <a:off x="454027" y="5443723"/>
            <a:ext cx="5945185" cy="663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As channel bandwidth increases, throughput increases &amp; range decreases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96E026C-56F9-4B6F-8990-67BC681D8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" y="533401"/>
            <a:ext cx="1190625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4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5E879-7C34-49F4-8AD8-B603311D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6285D-8583-4DCA-8E49-8A14C207C9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2667000"/>
            <a:ext cx="10896599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rgbClr val="7030A0"/>
                </a:solidFill>
              </a:rPr>
              <a:t>Throughput Results for IEEE 802.11ac</a:t>
            </a:r>
          </a:p>
        </p:txBody>
      </p:sp>
    </p:spTree>
    <p:extLst>
      <p:ext uri="{BB962C8B-B14F-4D97-AF65-F5344CB8AC3E}">
        <p14:creationId xmlns:p14="http://schemas.microsoft.com/office/powerpoint/2010/main" val="174206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1C50F4-055A-7C65-4058-AF58B0B29328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D4A3-0F64-4C8B-9F62-57DB90CD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900" dirty="0"/>
              <a:t>Effect of Bandwidth [MCS 0, 4 spatial streams]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1F0B5-4AA2-4AAF-8267-FBC0C647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10</a:t>
            </a:fld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409C0A3-2018-4B1D-9226-477B2E65D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53138"/>
              </p:ext>
            </p:extLst>
          </p:nvPr>
        </p:nvGraphicFramePr>
        <p:xfrm>
          <a:off x="6780212" y="4843926"/>
          <a:ext cx="5076000" cy="1910424"/>
        </p:xfrm>
        <a:graphic>
          <a:graphicData uri="http://schemas.openxmlformats.org/drawingml/2006/table">
            <a:tbl>
              <a:tblPr/>
              <a:tblGrid>
                <a:gridCol w="3024000">
                  <a:extLst>
                    <a:ext uri="{9D8B030D-6E8A-4147-A177-3AD203B41FA5}">
                      <a16:colId xmlns:a16="http://schemas.microsoft.com/office/drawing/2014/main" val="491632404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3216565329"/>
                    </a:ext>
                  </a:extLst>
                </a:gridCol>
              </a:tblGrid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EIRP (dBm)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46415"/>
                  </a:ext>
                </a:extLst>
              </a:tr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Noise Figure (dB)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343332"/>
                  </a:ext>
                </a:extLst>
              </a:tr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BW (MHz)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vs. 40 vs. 80 vs. 160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5815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No. of spatial streams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05528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0A414D86-45C8-4872-9980-2E5A85F59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988" y="457200"/>
            <a:ext cx="11963400" cy="4648200"/>
          </a:xfrm>
          <a:prstGeom prst="rect">
            <a:avLst/>
          </a:prstGeom>
        </p:spPr>
      </p:pic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A2C81F3-769C-489C-80E8-36DAADB5EA9D}"/>
              </a:ext>
            </a:extLst>
          </p:cNvPr>
          <p:cNvSpPr txBox="1">
            <a:spLocks/>
          </p:cNvSpPr>
          <p:nvPr/>
        </p:nvSpPr>
        <p:spPr>
          <a:xfrm>
            <a:off x="454027" y="5661394"/>
            <a:ext cx="5945186" cy="663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As channel bandwidth increases, throughput increases &amp; range decreases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AA0D08-3AD4-4819-B9D4-55CB1F4B9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75082"/>
              </p:ext>
            </p:extLst>
          </p:nvPr>
        </p:nvGraphicFramePr>
        <p:xfrm>
          <a:off x="10322719" y="4287932"/>
          <a:ext cx="990600" cy="383463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491632404"/>
                    </a:ext>
                  </a:extLst>
                </a:gridCol>
              </a:tblGrid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MCS 0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50C511-FE2E-DD86-1A50-C93B778E8E6E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FD4A3-0F64-4C8B-9F62-57DB90CD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900" dirty="0"/>
              <a:t>Effect of Bandwidth [MCS 2, 2 spatial streams]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1F0B5-4AA2-4AAF-8267-FBC0C647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A641-E041-4D0A-86E5-8BD4ED739D99}" type="slidenum">
              <a:rPr lang="en-IN" smtClean="0"/>
              <a:pPr/>
              <a:t>11</a:t>
            </a:fld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409C0A3-2018-4B1D-9226-477B2E65D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20810"/>
              </p:ext>
            </p:extLst>
          </p:nvPr>
        </p:nvGraphicFramePr>
        <p:xfrm>
          <a:off x="6780212" y="4843926"/>
          <a:ext cx="5076000" cy="1910424"/>
        </p:xfrm>
        <a:graphic>
          <a:graphicData uri="http://schemas.openxmlformats.org/drawingml/2006/table">
            <a:tbl>
              <a:tblPr/>
              <a:tblGrid>
                <a:gridCol w="3024000">
                  <a:extLst>
                    <a:ext uri="{9D8B030D-6E8A-4147-A177-3AD203B41FA5}">
                      <a16:colId xmlns:a16="http://schemas.microsoft.com/office/drawing/2014/main" val="491632404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3216565329"/>
                    </a:ext>
                  </a:extLst>
                </a:gridCol>
              </a:tblGrid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EIRP (dBm)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46415"/>
                  </a:ext>
                </a:extLst>
              </a:tr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Noise Figure (dB)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343332"/>
                  </a:ext>
                </a:extLst>
              </a:tr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BW (MHz)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vs. 40 vs. 80 vs. 160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5815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No. of spatial streams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055282"/>
                  </a:ext>
                </a:extLst>
              </a:tr>
            </a:tbl>
          </a:graphicData>
        </a:graphic>
      </p:graphicFrame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ECABD1-983A-46AD-BA4A-D9D473985EBD}"/>
              </a:ext>
            </a:extLst>
          </p:cNvPr>
          <p:cNvSpPr txBox="1">
            <a:spLocks/>
          </p:cNvSpPr>
          <p:nvPr/>
        </p:nvSpPr>
        <p:spPr>
          <a:xfrm>
            <a:off x="454027" y="5661394"/>
            <a:ext cx="5945186" cy="663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SzPct val="12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As channel bandwidth increases, throughput increases &amp; range decreases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C7DA6-1547-4D99-ABD5-24F3C759C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58" y="476713"/>
            <a:ext cx="12182475" cy="461010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8051B11-C41F-414E-937E-E39B8E22A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229727"/>
              </p:ext>
            </p:extLst>
          </p:nvPr>
        </p:nvGraphicFramePr>
        <p:xfrm>
          <a:off x="10322719" y="4356813"/>
          <a:ext cx="990600" cy="383463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491632404"/>
                    </a:ext>
                  </a:extLst>
                </a:gridCol>
              </a:tblGrid>
              <a:tr h="3834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MCS 2</a:t>
                      </a:r>
                    </a:p>
                  </a:txBody>
                  <a:tcPr marL="15978" marR="15978" marT="15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7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31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5E879-7C34-49F4-8AD8-B603311D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6285D-8583-4DCA-8E49-8A14C207C9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2667000"/>
            <a:ext cx="10896599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rgbClr val="7030A0"/>
                </a:solidFill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63595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9F316D-4E70-E88F-D3AB-870D2B3F34D3}"/>
              </a:ext>
            </a:extLst>
          </p:cNvPr>
          <p:cNvSpPr/>
          <p:nvPr/>
        </p:nvSpPr>
        <p:spPr>
          <a:xfrm>
            <a:off x="1660333" y="3429001"/>
            <a:ext cx="8868144" cy="3280425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6785E-4422-4511-9B89-BAD66743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Technical Details: Four Step Approach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E29E74-46A3-40FF-99E1-A15248A5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BE22A-688A-43FC-91D5-BA4E0F1DBA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Step 1: Obtain PER vs. SNR plots for different MCSs </a:t>
            </a:r>
          </a:p>
          <a:p>
            <a:pPr lvl="1"/>
            <a:r>
              <a:rPr lang="en-IN" dirty="0"/>
              <a:t>Validate the simulation results by comparing it with results in standard documents</a:t>
            </a:r>
          </a:p>
          <a:p>
            <a:r>
              <a:rPr lang="en-IN" dirty="0"/>
              <a:t>Step 2: Obtain PER vs. distance plots for different EIRPs and noise floors</a:t>
            </a:r>
          </a:p>
          <a:p>
            <a:r>
              <a:rPr lang="en-IN" dirty="0"/>
              <a:t>Step 3: Develop rate adaptation algorithm and benchmark</a:t>
            </a:r>
          </a:p>
          <a:p>
            <a:r>
              <a:rPr lang="en-IN" dirty="0"/>
              <a:t>Step 4: Extend to Scenarios 2 and 3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85425F-4428-4574-B513-B7FE9CB0E02A}"/>
              </a:ext>
            </a:extLst>
          </p:cNvPr>
          <p:cNvSpPr/>
          <p:nvPr/>
        </p:nvSpPr>
        <p:spPr>
          <a:xfrm>
            <a:off x="2053866" y="3774256"/>
            <a:ext cx="989348" cy="953897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EIRP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8C6282-DD5D-4C02-A6AD-7E75D05EE643}"/>
              </a:ext>
            </a:extLst>
          </p:cNvPr>
          <p:cNvSpPr/>
          <p:nvPr/>
        </p:nvSpPr>
        <p:spPr>
          <a:xfrm>
            <a:off x="2820823" y="4528945"/>
            <a:ext cx="1360276" cy="136027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SNR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E93055-53B3-4D02-A9F4-37B73B4B5973}"/>
              </a:ext>
            </a:extLst>
          </p:cNvPr>
          <p:cNvSpPr/>
          <p:nvPr/>
        </p:nvSpPr>
        <p:spPr>
          <a:xfrm>
            <a:off x="1660333" y="4783186"/>
            <a:ext cx="989348" cy="965971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Noise Floor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12399A-B639-46FE-A24B-2C2523191354}"/>
              </a:ext>
            </a:extLst>
          </p:cNvPr>
          <p:cNvSpPr/>
          <p:nvPr/>
        </p:nvSpPr>
        <p:spPr>
          <a:xfrm>
            <a:off x="2053866" y="5760158"/>
            <a:ext cx="989348" cy="938267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 Model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491031-B6A5-436D-9F94-F31B995A4D96}"/>
              </a:ext>
            </a:extLst>
          </p:cNvPr>
          <p:cNvSpPr/>
          <p:nvPr/>
        </p:nvSpPr>
        <p:spPr>
          <a:xfrm>
            <a:off x="4009136" y="5760158"/>
            <a:ext cx="989348" cy="938266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Distance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9133BD-762B-43F1-85B4-C0EE9F6A19D7}"/>
              </a:ext>
            </a:extLst>
          </p:cNvPr>
          <p:cNvSpPr/>
          <p:nvPr/>
        </p:nvSpPr>
        <p:spPr>
          <a:xfrm>
            <a:off x="5158448" y="3485903"/>
            <a:ext cx="1360276" cy="1360276"/>
          </a:xfrm>
          <a:prstGeom prst="ellipse">
            <a:avLst/>
          </a:prstGeom>
          <a:solidFill>
            <a:srgbClr val="F0904E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2400" kern="0" dirty="0">
                <a:solidFill>
                  <a:prstClr val="white"/>
                </a:solidFill>
                <a:latin typeface="Calibri" panose="020F0502020204030204"/>
              </a:rPr>
              <a:t>PER</a:t>
            </a:r>
            <a:endParaRPr lang="en-IN" sz="24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DD06D6-3988-4AE3-8BE7-1E70D8E783EC}"/>
              </a:ext>
            </a:extLst>
          </p:cNvPr>
          <p:cNvSpPr/>
          <p:nvPr/>
        </p:nvSpPr>
        <p:spPr>
          <a:xfrm>
            <a:off x="3867068" y="3681007"/>
            <a:ext cx="1023219" cy="965965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Calibri" panose="020F0502020204030204"/>
              </a:rPr>
              <a:t>MCS</a:t>
            </a:r>
            <a:endParaRPr lang="en-IN" sz="200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A3E808-9122-4319-8AB1-A470108884ED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2898327" y="4588457"/>
            <a:ext cx="121704" cy="139695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2A351B-0F3A-4E26-A98C-72DDD154230F}"/>
              </a:ext>
            </a:extLst>
          </p:cNvPr>
          <p:cNvCxnSpPr>
            <a:cxnSpLocks/>
            <a:stCxn id="9" idx="1"/>
            <a:endCxn id="6" idx="5"/>
          </p:cNvCxnSpPr>
          <p:nvPr/>
        </p:nvCxnSpPr>
        <p:spPr>
          <a:xfrm flipH="1" flipV="1">
            <a:off x="3981891" y="5690013"/>
            <a:ext cx="172133" cy="20755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BF52C9-AB41-4C40-9ABD-9F0856F3D2BF}"/>
              </a:ext>
            </a:extLst>
          </p:cNvPr>
          <p:cNvCxnSpPr>
            <a:cxnSpLocks/>
            <a:stCxn id="8" idx="7"/>
            <a:endCxn id="6" idx="3"/>
          </p:cNvCxnSpPr>
          <p:nvPr/>
        </p:nvCxnSpPr>
        <p:spPr>
          <a:xfrm flipV="1">
            <a:off x="2898327" y="5690013"/>
            <a:ext cx="121704" cy="207551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C18CD1-3C0F-4A4D-AEFA-ABE8BE4832D5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 flipV="1">
            <a:off x="2649681" y="5209083"/>
            <a:ext cx="171142" cy="57088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2811D6-DFFC-4C62-8599-7CF724B6924A}"/>
              </a:ext>
            </a:extLst>
          </p:cNvPr>
          <p:cNvCxnSpPr>
            <a:cxnSpLocks/>
            <a:stCxn id="6" idx="6"/>
            <a:endCxn id="10" idx="3"/>
          </p:cNvCxnSpPr>
          <p:nvPr/>
        </p:nvCxnSpPr>
        <p:spPr>
          <a:xfrm flipV="1">
            <a:off x="4181099" y="4646972"/>
            <a:ext cx="1176557" cy="56211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835191-837B-4487-9B0F-D6A7BAB7F902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>
            <a:off x="4890288" y="4163990"/>
            <a:ext cx="268160" cy="205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B1210C5-C07E-4778-ADEF-65351D022253}"/>
              </a:ext>
            </a:extLst>
          </p:cNvPr>
          <p:cNvSpPr/>
          <p:nvPr/>
        </p:nvSpPr>
        <p:spPr>
          <a:xfrm>
            <a:off x="5158448" y="5234444"/>
            <a:ext cx="1360276" cy="1360276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Throughput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89D0D8-5799-4FA0-AC95-23B36E12AED1}"/>
              </a:ext>
            </a:extLst>
          </p:cNvPr>
          <p:cNvCxnSpPr>
            <a:cxnSpLocks/>
            <a:stCxn id="10" idx="4"/>
            <a:endCxn id="18" idx="0"/>
          </p:cNvCxnSpPr>
          <p:nvPr/>
        </p:nvCxnSpPr>
        <p:spPr>
          <a:xfrm>
            <a:off x="5838586" y="4846180"/>
            <a:ext cx="0" cy="38826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49A8B4-F039-47A8-B5A6-AEF87AB1DE71}"/>
              </a:ext>
            </a:extLst>
          </p:cNvPr>
          <p:cNvSpPr/>
          <p:nvPr/>
        </p:nvSpPr>
        <p:spPr>
          <a:xfrm>
            <a:off x="6822594" y="3433482"/>
            <a:ext cx="3705897" cy="1458246"/>
          </a:xfrm>
          <a:prstGeom prst="roundRect">
            <a:avLst/>
          </a:prstGeom>
          <a:solidFill>
            <a:srgbClr val="F0904E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>
            <a:noAutofit/>
          </a:bodyPr>
          <a:lstStyle/>
          <a:p>
            <a:pPr>
              <a:spcBef>
                <a:spcPts val="600"/>
              </a:spcBef>
            </a:pPr>
            <a:r>
              <a:rPr lang="en-IN" sz="2400" kern="0" dirty="0">
                <a:solidFill>
                  <a:prstClr val="white"/>
                </a:solidFill>
                <a:latin typeface="Calibri" panose="020F0502020204030204"/>
              </a:rPr>
              <a:t>PER vs. distance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prstClr val="white"/>
                </a:solidFill>
                <a:latin typeface="Calibri" panose="020F0502020204030204"/>
              </a:rPr>
              <a:t>For different EIRP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prstClr val="white"/>
                </a:solidFill>
                <a:latin typeface="Calibri" panose="020F0502020204030204"/>
              </a:rPr>
              <a:t>For different Noise Floor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E05021-33AA-44C9-BD78-C0E98CECB747}"/>
              </a:ext>
            </a:extLst>
          </p:cNvPr>
          <p:cNvSpPr/>
          <p:nvPr/>
        </p:nvSpPr>
        <p:spPr>
          <a:xfrm>
            <a:off x="6822594" y="5115794"/>
            <a:ext cx="3705883" cy="1597576"/>
          </a:xfrm>
          <a:prstGeom prst="roundRect">
            <a:avLst/>
          </a:prstGeom>
          <a:solidFill>
            <a:srgbClr val="00B05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>
            <a:noAutofit/>
          </a:bodyPr>
          <a:lstStyle/>
          <a:p>
            <a:pPr>
              <a:spcBef>
                <a:spcPts val="600"/>
              </a:spcBef>
            </a:pPr>
            <a:r>
              <a:rPr lang="en-IN" sz="2400" kern="0" dirty="0">
                <a:solidFill>
                  <a:prstClr val="white"/>
                </a:solidFill>
                <a:latin typeface="Calibri" panose="020F0502020204030204"/>
              </a:rPr>
              <a:t>Throughput vs. distance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prstClr val="white"/>
                </a:solidFill>
                <a:latin typeface="Calibri" panose="020F0502020204030204"/>
              </a:rPr>
              <a:t>For different EIRP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kern="0" dirty="0">
                <a:solidFill>
                  <a:prstClr val="white"/>
                </a:solidFill>
                <a:latin typeface="Calibri" panose="020F0502020204030204"/>
              </a:rPr>
              <a:t>For different Noise Floor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F21593-F0D0-4E2A-A96D-6661CEFB6E1C}"/>
              </a:ext>
            </a:extLst>
          </p:cNvPr>
          <p:cNvCxnSpPr>
            <a:cxnSpLocks/>
            <a:stCxn id="10" idx="6"/>
            <a:endCxn id="20" idx="1"/>
          </p:cNvCxnSpPr>
          <p:nvPr/>
        </p:nvCxnSpPr>
        <p:spPr>
          <a:xfrm flipV="1">
            <a:off x="6518724" y="4162605"/>
            <a:ext cx="303870" cy="343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FEF9EEB-83BF-42B7-B0D6-E04585139176}"/>
              </a:ext>
            </a:extLst>
          </p:cNvPr>
          <p:cNvCxnSpPr>
            <a:cxnSpLocks/>
            <a:stCxn id="18" idx="6"/>
            <a:endCxn id="21" idx="1"/>
          </p:cNvCxnSpPr>
          <p:nvPr/>
        </p:nvCxnSpPr>
        <p:spPr>
          <a:xfrm>
            <a:off x="6518724" y="5914582"/>
            <a:ext cx="303870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61288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647F9-F97F-4EB8-A644-22771106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Plots Generated and Verification Approach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E5CFE3-C8D0-47D9-9205-406E77F0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19A40-2224-492C-83C5-830E2FD53D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1278117" cy="5334000"/>
          </a:xfrm>
        </p:spPr>
        <p:txBody>
          <a:bodyPr/>
          <a:lstStyle/>
          <a:p>
            <a:r>
              <a:rPr lang="en-IN" dirty="0"/>
              <a:t>PER and throughput for different SNRs obtained for all MCSs</a:t>
            </a:r>
          </a:p>
          <a:p>
            <a:pPr lvl="1"/>
            <a:r>
              <a:rPr lang="en-IN" dirty="0"/>
              <a:t>For 802.11n and 802.11ac </a:t>
            </a:r>
          </a:p>
          <a:p>
            <a:pPr lvl="1"/>
            <a:r>
              <a:rPr lang="en-IN" dirty="0"/>
              <a:t>Channel Models B, C, and D</a:t>
            </a:r>
          </a:p>
          <a:p>
            <a:r>
              <a:rPr lang="en-IN" dirty="0"/>
              <a:t>PER vs. SNR curves validated with those in “</a:t>
            </a:r>
            <a:r>
              <a:rPr lang="en-IN" i="1" dirty="0"/>
              <a:t>Next Generation Wireless LANs,”</a:t>
            </a:r>
            <a:r>
              <a:rPr lang="en-IN" dirty="0"/>
              <a:t> E. </a:t>
            </a:r>
            <a:r>
              <a:rPr lang="en-IN" dirty="0" err="1"/>
              <a:t>Perahia</a:t>
            </a:r>
            <a:r>
              <a:rPr lang="en-IN" dirty="0"/>
              <a:t> and R. Stacey, Cambridge Univ. Press</a:t>
            </a:r>
          </a:p>
        </p:txBody>
      </p:sp>
    </p:spTree>
    <p:extLst>
      <p:ext uri="{BB962C8B-B14F-4D97-AF65-F5344CB8AC3E}">
        <p14:creationId xmlns:p14="http://schemas.microsoft.com/office/powerpoint/2010/main" val="2815141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AA0A-3EA3-4F08-8899-B2F2C8AB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Changing Channel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D95647-5E0C-4459-86C6-DBC2D9EA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ACC72-98EF-40F0-9CC7-009A2F4B8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Can control breakpoint distance (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IN" dirty="0"/>
              <a:t>)</a:t>
            </a:r>
          </a:p>
          <a:p>
            <a:pPr lvl="1"/>
            <a:r>
              <a:rPr lang="en-IN" dirty="0">
                <a:solidFill>
                  <a:srgbClr val="000000"/>
                </a:solidFill>
              </a:rPr>
              <a:t>Results shown were for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baseline="-25000" dirty="0">
                <a:latin typeface="Arial" panose="020B0604020202020204" pitchFamily="34" charset="0"/>
                <a:cs typeface="Arial" panose="020B0604020202020204" pitchFamily="34" charset="0"/>
              </a:rPr>
              <a:t>BP</a:t>
            </a:r>
            <a:r>
              <a:rPr lang="en-IN" dirty="0"/>
              <a:t> = 50 m</a:t>
            </a:r>
          </a:p>
          <a:p>
            <a:r>
              <a:rPr lang="en-IN" dirty="0"/>
              <a:t>Need to figure out how to change power delay profile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355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6E02226-F559-4E0D-BD49-BADA76CED61D}"/>
              </a:ext>
            </a:extLst>
          </p:cNvPr>
          <p:cNvSpPr/>
          <p:nvPr/>
        </p:nvSpPr>
        <p:spPr>
          <a:xfrm>
            <a:off x="539705" y="1984214"/>
            <a:ext cx="11109413" cy="317180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25400" cap="flat" cmpd="sng" algn="ctr">
            <a:solidFill>
              <a:srgbClr val="E0AA0F"/>
            </a:solidFill>
            <a:prstDash val="solid"/>
          </a:ln>
          <a:effectLst/>
        </p:spPr>
        <p:txBody>
          <a:bodyPr rtlCol="0" anchor="b" anchorCtr="0">
            <a:norm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Every packet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4CBE8-194A-4E1E-9935-62AC6C09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Transmit Receive Chain Simulation for an MCS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BB7A3A-65C3-479B-9B86-5443A37D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78615-5473-43CA-BE93-7CC1117BAA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6096000"/>
            <a:ext cx="10896599" cy="698662"/>
          </a:xfrm>
        </p:spPr>
        <p:txBody>
          <a:bodyPr/>
          <a:lstStyle/>
          <a:p>
            <a:r>
              <a:rPr lang="en-IN" dirty="0"/>
              <a:t>Each module corresponds to a function in MATLAB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CA71F3F-3FF2-43FA-B39D-BC56DEB2F88A}"/>
              </a:ext>
            </a:extLst>
          </p:cNvPr>
          <p:cNvSpPr/>
          <p:nvPr/>
        </p:nvSpPr>
        <p:spPr>
          <a:xfrm>
            <a:off x="6975086" y="2209800"/>
            <a:ext cx="4377126" cy="1845680"/>
          </a:xfrm>
          <a:prstGeom prst="rect">
            <a:avLst/>
          </a:prstGeom>
          <a:solidFill>
            <a:srgbClr val="C0E0F7"/>
          </a:solidFill>
          <a:ln w="25400" cap="flat" cmpd="sng" algn="ctr">
            <a:noFill/>
            <a:prstDash val="solid"/>
          </a:ln>
          <a:effectLst/>
        </p:spPr>
        <p:txBody>
          <a:bodyPr lIns="72000" tIns="0" rtlCol="0" anchor="t" anchorCtr="0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Receiver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16AF9D4-52F5-440A-8ED6-B53CFE3A63AB}"/>
              </a:ext>
            </a:extLst>
          </p:cNvPr>
          <p:cNvSpPr/>
          <p:nvPr/>
        </p:nvSpPr>
        <p:spPr>
          <a:xfrm>
            <a:off x="7157052" y="2520779"/>
            <a:ext cx="1444153" cy="1441621"/>
          </a:xfrm>
          <a:prstGeom prst="rect">
            <a:avLst/>
          </a:prstGeom>
          <a:solidFill>
            <a:srgbClr val="81C0EE"/>
          </a:solidFill>
          <a:ln w="25400" cap="flat" cmpd="sng" algn="ctr">
            <a:noFill/>
            <a:prstDash val="solid"/>
          </a:ln>
          <a:effectLst/>
        </p:spPr>
        <p:txBody>
          <a:bodyPr lIns="0" rtlCol="0" anchor="ctr">
            <a:noAutofit/>
          </a:bodyPr>
          <a:lstStyle/>
          <a:p>
            <a:pPr marL="90000" indent="-9000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latin typeface="Arial"/>
              </a:rPr>
              <a:t>Packet Detect</a:t>
            </a:r>
          </a:p>
          <a:p>
            <a:pPr marL="90000" indent="-9000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latin typeface="Arial"/>
              </a:rPr>
              <a:t>Frequency correction</a:t>
            </a:r>
          </a:p>
          <a:p>
            <a:pPr marL="90000" indent="-9000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IN" sz="1600" kern="0" dirty="0">
                <a:solidFill>
                  <a:srgbClr val="000000"/>
                </a:solidFill>
                <a:latin typeface="Arial"/>
              </a:rPr>
              <a:t>Time sync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950EDDA-28EA-45D4-AC07-225F9A9847C4}"/>
              </a:ext>
            </a:extLst>
          </p:cNvPr>
          <p:cNvSpPr/>
          <p:nvPr/>
        </p:nvSpPr>
        <p:spPr>
          <a:xfrm>
            <a:off x="8601206" y="2520779"/>
            <a:ext cx="1540012" cy="1441621"/>
          </a:xfrm>
          <a:prstGeom prst="rect">
            <a:avLst/>
          </a:prstGeom>
          <a:solidFill>
            <a:srgbClr val="81C0EE"/>
          </a:solidFill>
          <a:ln w="25400" cap="flat" cmpd="sng" algn="ctr">
            <a:noFill/>
            <a:prstDash val="solid"/>
          </a:ln>
          <a:effectLst/>
        </p:spPr>
        <p:txBody>
          <a:bodyPr lIns="0" rtlCol="0" anchor="ctr">
            <a:noAutofit/>
          </a:bodyPr>
          <a:lstStyle/>
          <a:p>
            <a:pPr marL="90000" marR="0" lvl="0" indent="-90000" defTabSz="91440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Demodulation</a:t>
            </a:r>
          </a:p>
          <a:p>
            <a:pPr marL="90000" marR="0" lvl="0" indent="-90000" defTabSz="91440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Channel estimation</a:t>
            </a:r>
          </a:p>
          <a:p>
            <a:pPr marL="90000" marR="0" lvl="0" indent="-90000" defTabSz="91440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Decoding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C55C7D1-0459-459C-BC0B-9C6942802B8B}"/>
              </a:ext>
            </a:extLst>
          </p:cNvPr>
          <p:cNvSpPr/>
          <p:nvPr/>
        </p:nvSpPr>
        <p:spPr>
          <a:xfrm>
            <a:off x="10421596" y="2881184"/>
            <a:ext cx="854570" cy="720811"/>
          </a:xfrm>
          <a:prstGeom prst="rect">
            <a:avLst/>
          </a:prstGeom>
          <a:solidFill>
            <a:srgbClr val="81C0EE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PSDU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DFC9838-1592-4E24-B017-AA0362DF44BC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>
            <a:off x="10141218" y="3241590"/>
            <a:ext cx="280378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07EF6D2F-A9B1-43DB-B1D7-3C1FEEFEDCF0}"/>
              </a:ext>
            </a:extLst>
          </p:cNvPr>
          <p:cNvSpPr/>
          <p:nvPr/>
        </p:nvSpPr>
        <p:spPr>
          <a:xfrm>
            <a:off x="2317545" y="1106067"/>
            <a:ext cx="1044420" cy="53188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70EEEAE-DA4D-4620-BAE8-B9F61880A84A}"/>
              </a:ext>
            </a:extLst>
          </p:cNvPr>
          <p:cNvSpPr/>
          <p:nvPr/>
        </p:nvSpPr>
        <p:spPr>
          <a:xfrm>
            <a:off x="5593356" y="1100723"/>
            <a:ext cx="1044420" cy="53188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SNR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F37FE93-0CC7-4BEC-A4FF-7802934C230E}"/>
              </a:ext>
            </a:extLst>
          </p:cNvPr>
          <p:cNvSpPr/>
          <p:nvPr/>
        </p:nvSpPr>
        <p:spPr>
          <a:xfrm>
            <a:off x="5558017" y="5410200"/>
            <a:ext cx="1671182" cy="598504"/>
          </a:xfrm>
          <a:prstGeom prst="rect">
            <a:avLst/>
          </a:prstGeom>
          <a:solidFill>
            <a:srgbClr val="F3A67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15C3256-4C6C-4401-9186-4F28691B2F43}"/>
              </a:ext>
            </a:extLst>
          </p:cNvPr>
          <p:cNvCxnSpPr>
            <a:cxnSpLocks/>
            <a:stCxn id="75" idx="2"/>
            <a:endCxn id="72" idx="0"/>
          </p:cNvCxnSpPr>
          <p:nvPr/>
        </p:nvCxnSpPr>
        <p:spPr>
          <a:xfrm>
            <a:off x="6393607" y="4996166"/>
            <a:ext cx="1" cy="41403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96C06EDC-B06B-43A0-B576-174F929DD9EB}"/>
              </a:ext>
            </a:extLst>
          </p:cNvPr>
          <p:cNvCxnSpPr>
            <a:cxnSpLocks/>
            <a:stCxn id="67" idx="3"/>
            <a:endCxn id="75" idx="3"/>
          </p:cNvCxnSpPr>
          <p:nvPr/>
        </p:nvCxnSpPr>
        <p:spPr>
          <a:xfrm flipH="1">
            <a:off x="7157053" y="3241590"/>
            <a:ext cx="4119113" cy="1365785"/>
          </a:xfrm>
          <a:prstGeom prst="bentConnector3">
            <a:avLst>
              <a:gd name="adj1" fmla="val -5550"/>
            </a:avLst>
          </a:prstGeom>
          <a:noFill/>
          <a:ln w="19050" cap="flat" cmpd="sng" algn="ctr">
            <a:solidFill>
              <a:srgbClr val="000000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7F79D1B-40CF-4A7F-A771-96A09248E0A2}"/>
              </a:ext>
            </a:extLst>
          </p:cNvPr>
          <p:cNvSpPr/>
          <p:nvPr/>
        </p:nvSpPr>
        <p:spPr>
          <a:xfrm>
            <a:off x="5630161" y="4218584"/>
            <a:ext cx="1526892" cy="777582"/>
          </a:xfrm>
          <a:prstGeom prst="rect">
            <a:avLst/>
          </a:prstGeom>
          <a:solidFill>
            <a:srgbClr val="FFFFFF">
              <a:lumMod val="65000"/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Bit comparison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F564B05F-A3CD-493B-B372-56881235A1D0}"/>
              </a:ext>
            </a:extLst>
          </p:cNvPr>
          <p:cNvCxnSpPr>
            <a:cxnSpLocks/>
            <a:stCxn id="89" idx="1"/>
            <a:endCxn id="75" idx="1"/>
          </p:cNvCxnSpPr>
          <p:nvPr/>
        </p:nvCxnSpPr>
        <p:spPr>
          <a:xfrm rot="10800000" flipH="1" flipV="1">
            <a:off x="901961" y="3241589"/>
            <a:ext cx="4728200" cy="1365786"/>
          </a:xfrm>
          <a:prstGeom prst="bentConnector3">
            <a:avLst>
              <a:gd name="adj1" fmla="val -4835"/>
            </a:avLst>
          </a:prstGeom>
          <a:noFill/>
          <a:ln w="19050" cap="flat" cmpd="sng" algn="ctr">
            <a:solidFill>
              <a:srgbClr val="000000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7FF2A0C7-22D9-4677-B810-7EDF708B736D}"/>
              </a:ext>
            </a:extLst>
          </p:cNvPr>
          <p:cNvSpPr/>
          <p:nvPr/>
        </p:nvSpPr>
        <p:spPr>
          <a:xfrm>
            <a:off x="3804765" y="2200163"/>
            <a:ext cx="2942060" cy="18612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Channel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1DB463-926E-48D7-847D-5D50E52443E3}"/>
              </a:ext>
            </a:extLst>
          </p:cNvPr>
          <p:cNvSpPr/>
          <p:nvPr/>
        </p:nvSpPr>
        <p:spPr>
          <a:xfrm>
            <a:off x="3986733" y="2731760"/>
            <a:ext cx="1226851" cy="1035492"/>
          </a:xfrm>
          <a:prstGeom prst="rect">
            <a:avLst/>
          </a:prstGeom>
          <a:solidFill>
            <a:srgbClr val="D7E686"/>
          </a:solidFill>
          <a:ln w="25400" cap="flat" cmpd="sng" algn="ctr">
            <a:noFill/>
            <a:prstDash val="solid"/>
          </a:ln>
          <a:effectLst/>
        </p:spPr>
        <p:txBody>
          <a:bodyPr rtlCol="0" anchor="ctr" anchorCtr="0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Channel model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D407744-A8CD-4823-A401-BA8B9D99CD45}"/>
              </a:ext>
            </a:extLst>
          </p:cNvPr>
          <p:cNvSpPr/>
          <p:nvPr/>
        </p:nvSpPr>
        <p:spPr>
          <a:xfrm>
            <a:off x="5474958" y="2726128"/>
            <a:ext cx="1105882" cy="1030922"/>
          </a:xfrm>
          <a:prstGeom prst="rect">
            <a:avLst/>
          </a:prstGeom>
          <a:solidFill>
            <a:srgbClr val="D7E686"/>
          </a:solidFill>
          <a:ln w="25400" cap="flat" cmpd="sng" algn="ctr">
            <a:noFill/>
            <a:prstDash val="solid"/>
          </a:ln>
          <a:effectLst/>
        </p:spPr>
        <p:txBody>
          <a:bodyPr rtlCol="0" anchor="ctr" anchorCtr="0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AWGN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A6FC4DF-CBBC-4FBA-AEC0-F79BF38E7C9B}"/>
              </a:ext>
            </a:extLst>
          </p:cNvPr>
          <p:cNvCxnSpPr>
            <a:cxnSpLocks/>
            <a:stCxn id="79" idx="3"/>
            <a:endCxn id="80" idx="1"/>
          </p:cNvCxnSpPr>
          <p:nvPr/>
        </p:nvCxnSpPr>
        <p:spPr>
          <a:xfrm flipV="1">
            <a:off x="5213584" y="3241589"/>
            <a:ext cx="261374" cy="791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68A696E-6818-4FDA-89F9-5CF51E84D7BD}"/>
              </a:ext>
            </a:extLst>
          </p:cNvPr>
          <p:cNvCxnSpPr>
            <a:cxnSpLocks/>
            <a:stCxn id="87" idx="3"/>
            <a:endCxn id="79" idx="1"/>
          </p:cNvCxnSpPr>
          <p:nvPr/>
        </p:nvCxnSpPr>
        <p:spPr>
          <a:xfrm>
            <a:off x="3527627" y="3241590"/>
            <a:ext cx="459106" cy="791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6302609-0BED-41A1-8610-10A3F030CA29}"/>
              </a:ext>
            </a:extLst>
          </p:cNvPr>
          <p:cNvCxnSpPr>
            <a:cxnSpLocks/>
            <a:endCxn id="80" idx="0"/>
          </p:cNvCxnSpPr>
          <p:nvPr/>
        </p:nvCxnSpPr>
        <p:spPr>
          <a:xfrm flipH="1">
            <a:off x="6027899" y="1632603"/>
            <a:ext cx="9238" cy="109352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143CE5B-2679-4D7F-BBE8-A84F407105C0}"/>
              </a:ext>
            </a:extLst>
          </p:cNvPr>
          <p:cNvCxnSpPr>
            <a:cxnSpLocks/>
            <a:stCxn id="80" idx="3"/>
            <a:endCxn id="65" idx="1"/>
          </p:cNvCxnSpPr>
          <p:nvPr/>
        </p:nvCxnSpPr>
        <p:spPr>
          <a:xfrm>
            <a:off x="6580840" y="3241589"/>
            <a:ext cx="576212" cy="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4D8ED9D3-D86B-4EA8-9A91-47F09152BB2B}"/>
              </a:ext>
            </a:extLst>
          </p:cNvPr>
          <p:cNvSpPr/>
          <p:nvPr/>
        </p:nvSpPr>
        <p:spPr>
          <a:xfrm>
            <a:off x="836612" y="2200163"/>
            <a:ext cx="2739893" cy="18612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Transmitter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DEE7976-C37B-43C2-9943-B7F96629E4CB}"/>
              </a:ext>
            </a:extLst>
          </p:cNvPr>
          <p:cNvSpPr/>
          <p:nvPr/>
        </p:nvSpPr>
        <p:spPr>
          <a:xfrm>
            <a:off x="1943332" y="2567870"/>
            <a:ext cx="1584295" cy="134743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rtlCol="0" anchor="ctr" anchorCtr="0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Packet Waveform Generation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68FDF2E-16E1-4679-B92C-8DA6917E39EE}"/>
              </a:ext>
            </a:extLst>
          </p:cNvPr>
          <p:cNvCxnSpPr>
            <a:cxnSpLocks/>
            <a:stCxn id="89" idx="3"/>
            <a:endCxn id="87" idx="1"/>
          </p:cNvCxnSpPr>
          <p:nvPr/>
        </p:nvCxnSpPr>
        <p:spPr>
          <a:xfrm>
            <a:off x="1629674" y="3241589"/>
            <a:ext cx="313658" cy="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2455A2F3-E6B0-4AA9-9F8F-6F57C373E749}"/>
              </a:ext>
            </a:extLst>
          </p:cNvPr>
          <p:cNvSpPr/>
          <p:nvPr/>
        </p:nvSpPr>
        <p:spPr>
          <a:xfrm>
            <a:off x="901961" y="2906857"/>
            <a:ext cx="727713" cy="66946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PSDU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1039EF2-5B83-409D-B109-3B799A857B1F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2735480" y="1637947"/>
            <a:ext cx="0" cy="929923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5527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F7FC62-D484-8DCE-6E78-7F31E48BF320}"/>
              </a:ext>
            </a:extLst>
          </p:cNvPr>
          <p:cNvSpPr/>
          <p:nvPr/>
        </p:nvSpPr>
        <p:spPr>
          <a:xfrm>
            <a:off x="872399" y="1128034"/>
            <a:ext cx="7502795" cy="2537089"/>
          </a:xfrm>
          <a:prstGeom prst="roundRect">
            <a:avLst>
              <a:gd name="adj" fmla="val 7554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247EE-2DCE-4740-A74C-ED0580CA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Throughput Calculation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1E03EC-0BC6-444B-81A1-59B2601A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EF4BACA9-E137-43F2-9DB0-C721A79661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4040522"/>
            <a:ext cx="10896599" cy="2284078"/>
          </a:xfrm>
        </p:spPr>
        <p:txBody>
          <a:bodyPr/>
          <a:lstStyle/>
          <a:p>
            <a:r>
              <a:rPr lang="en-IN" dirty="0"/>
              <a:t>Given a distance, EIRP, noise floor, the SNR is calculated</a:t>
            </a:r>
          </a:p>
          <a:p>
            <a:r>
              <a:rPr lang="en-IN" dirty="0"/>
              <a:t>PER is obtained using the data generated for different MCS</a:t>
            </a:r>
          </a:p>
          <a:p>
            <a:r>
              <a:rPr lang="en-IN" dirty="0"/>
              <a:t>Throughput is calculated using the rate and PER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2E40DC-C29C-47E2-9C7F-9D9EDBEA2ABE}"/>
              </a:ext>
            </a:extLst>
          </p:cNvPr>
          <p:cNvSpPr/>
          <p:nvPr/>
        </p:nvSpPr>
        <p:spPr>
          <a:xfrm>
            <a:off x="872399" y="2137724"/>
            <a:ext cx="854650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IN" kern="0" dirty="0">
                <a:solidFill>
                  <a:srgbClr val="000000"/>
                </a:solidFill>
                <a:latin typeface="Arial"/>
              </a:rPr>
              <a:t>EIRP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D80AA9F-7306-4585-B26E-AC75D5AF0DC9}"/>
              </a:ext>
            </a:extLst>
          </p:cNvPr>
          <p:cNvCxnSpPr>
            <a:cxnSpLocks/>
            <a:stCxn id="38" idx="3"/>
            <a:endCxn id="42" idx="1"/>
          </p:cNvCxnSpPr>
          <p:nvPr/>
        </p:nvCxnSpPr>
        <p:spPr>
          <a:xfrm>
            <a:off x="1727049" y="2425724"/>
            <a:ext cx="441791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4C48D86-36B4-4A39-8390-6C8FA75D116B}"/>
              </a:ext>
            </a:extLst>
          </p:cNvPr>
          <p:cNvSpPr/>
          <p:nvPr/>
        </p:nvSpPr>
        <p:spPr>
          <a:xfrm>
            <a:off x="2146939" y="1128034"/>
            <a:ext cx="1256081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IN" sz="1600" kern="0" dirty="0">
                <a:solidFill>
                  <a:srgbClr val="000000"/>
                </a:solidFill>
                <a:latin typeface="Arial"/>
              </a:rPr>
              <a:t>Distance</a:t>
            </a:r>
            <a:br>
              <a:rPr lang="en-IN" sz="1600" kern="0" dirty="0">
                <a:solidFill>
                  <a:srgbClr val="000000"/>
                </a:solidFill>
                <a:latin typeface="Arial"/>
              </a:rPr>
            </a:br>
            <a:r>
              <a:rPr lang="en-IN" sz="1600" kern="0" dirty="0">
                <a:solidFill>
                  <a:srgbClr val="000000"/>
                </a:solidFill>
                <a:latin typeface="Arial"/>
              </a:rPr>
              <a:t>Pathloss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CFFE62-3760-4419-A28F-3964FABF25EC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2774980" y="1704034"/>
            <a:ext cx="0" cy="43369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A7FD063-AF72-4452-9F44-B336AE1671D6}"/>
              </a:ext>
            </a:extLst>
          </p:cNvPr>
          <p:cNvSpPr/>
          <p:nvPr/>
        </p:nvSpPr>
        <p:spPr>
          <a:xfrm>
            <a:off x="2168840" y="2137724"/>
            <a:ext cx="1212280" cy="57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US" kern="0" dirty="0">
                <a:solidFill>
                  <a:srgbClr val="000000"/>
                </a:solidFill>
                <a:latin typeface="Arial"/>
              </a:rPr>
              <a:t>SNR</a:t>
            </a:r>
            <a:endParaRPr lang="en-IN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C22476-3F28-4651-91C1-E018316686AA}"/>
              </a:ext>
            </a:extLst>
          </p:cNvPr>
          <p:cNvSpPr/>
          <p:nvPr/>
        </p:nvSpPr>
        <p:spPr>
          <a:xfrm>
            <a:off x="2091198" y="3089123"/>
            <a:ext cx="1367561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sz="1600" kern="0" dirty="0">
                <a:solidFill>
                  <a:srgbClr val="000000"/>
                </a:solidFill>
                <a:latin typeface="Arial"/>
              </a:rPr>
              <a:t>Noise Floor</a:t>
            </a:r>
            <a:endParaRPr lang="en-IN" sz="1600" kern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9D29DA6-9A63-4D4F-A6EB-A517CA3EEEFD}"/>
              </a:ext>
            </a:extLst>
          </p:cNvPr>
          <p:cNvCxnSpPr>
            <a:cxnSpLocks/>
            <a:stCxn id="43" idx="0"/>
            <a:endCxn id="42" idx="2"/>
          </p:cNvCxnSpPr>
          <p:nvPr/>
        </p:nvCxnSpPr>
        <p:spPr>
          <a:xfrm flipV="1">
            <a:off x="2774979" y="2713724"/>
            <a:ext cx="1" cy="37539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80B792-AA9A-42B1-A6A9-135E7B1ACF40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3381120" y="2425724"/>
            <a:ext cx="579692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5926E268-0D67-4148-9D5D-50BE9344E1D2}"/>
              </a:ext>
            </a:extLst>
          </p:cNvPr>
          <p:cNvSpPr/>
          <p:nvPr/>
        </p:nvSpPr>
        <p:spPr>
          <a:xfrm>
            <a:off x="3960812" y="2137724"/>
            <a:ext cx="990600" cy="576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25400" cap="flat" cmpd="sng" algn="ctr">
            <a:noFill/>
            <a:prstDash val="solid"/>
          </a:ln>
          <a:effectLst/>
        </p:spPr>
        <p:txBody>
          <a:bodyPr lIns="72000" tIns="72000" rIns="72000" bIns="72000" rtlCol="0" anchor="ctr" anchorCtr="0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IN" kern="0" dirty="0">
                <a:solidFill>
                  <a:srgbClr val="000000"/>
                </a:solidFill>
                <a:latin typeface="Arial"/>
              </a:rPr>
              <a:t>PER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596054C-4384-4A05-A9AB-D49E88E2DFFF}"/>
              </a:ext>
            </a:extLst>
          </p:cNvPr>
          <p:cNvSpPr/>
          <p:nvPr/>
        </p:nvSpPr>
        <p:spPr>
          <a:xfrm>
            <a:off x="4722812" y="1128034"/>
            <a:ext cx="1044420" cy="576000"/>
          </a:xfrm>
          <a:prstGeom prst="rect">
            <a:avLst/>
          </a:prstGeom>
          <a:solidFill>
            <a:srgbClr val="92D050">
              <a:alpha val="79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MCS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041E7A7-CA89-4B43-8750-0BB25E6B45F9}"/>
              </a:ext>
            </a:extLst>
          </p:cNvPr>
          <p:cNvSpPr/>
          <p:nvPr/>
        </p:nvSpPr>
        <p:spPr>
          <a:xfrm>
            <a:off x="6704012" y="2137724"/>
            <a:ext cx="1671182" cy="576000"/>
          </a:xfrm>
          <a:prstGeom prst="rect">
            <a:avLst/>
          </a:prstGeom>
          <a:solidFill>
            <a:srgbClr val="F3A67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rmAutofit fontScale="925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Throughput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9DCC77D-60F9-4EFA-9D66-9BB2A254E787}"/>
              </a:ext>
            </a:extLst>
          </p:cNvPr>
          <p:cNvCxnSpPr>
            <a:cxnSpLocks/>
            <a:stCxn id="46" idx="3"/>
            <a:endCxn id="53" idx="1"/>
          </p:cNvCxnSpPr>
          <p:nvPr/>
        </p:nvCxnSpPr>
        <p:spPr>
          <a:xfrm>
            <a:off x="4951412" y="2425724"/>
            <a:ext cx="1752600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337273E3-0FC5-4734-8967-5167A7FE2F85}"/>
              </a:ext>
            </a:extLst>
          </p:cNvPr>
          <p:cNvCxnSpPr>
            <a:cxnSpLocks/>
            <a:stCxn id="51" idx="2"/>
          </p:cNvCxnSpPr>
          <p:nvPr/>
        </p:nvCxnSpPr>
        <p:spPr>
          <a:xfrm rot="16200000" flipH="1">
            <a:off x="5184279" y="1764776"/>
            <a:ext cx="721690" cy="600205"/>
          </a:xfrm>
          <a:prstGeom prst="bentConnector3">
            <a:avLst>
              <a:gd name="adj1" fmla="val 30125"/>
            </a:avLst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8812510-D3C0-4B02-9457-A740C54DDAD2}"/>
              </a:ext>
            </a:extLst>
          </p:cNvPr>
          <p:cNvSpPr txBox="1"/>
          <p:nvPr/>
        </p:nvSpPr>
        <p:spPr>
          <a:xfrm>
            <a:off x="5908405" y="1947446"/>
            <a:ext cx="643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kern="0" dirty="0">
                <a:solidFill>
                  <a:srgbClr val="000000"/>
                </a:solidFill>
                <a:latin typeface="Arial"/>
              </a:rPr>
              <a:t>Rate</a:t>
            </a:r>
            <a:endParaRPr lang="en-IN" sz="1600" dirty="0"/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A2D65CA7-EE4B-44E7-BC04-C867A54907E7}"/>
              </a:ext>
            </a:extLst>
          </p:cNvPr>
          <p:cNvCxnSpPr>
            <a:cxnSpLocks/>
            <a:stCxn id="51" idx="2"/>
            <a:endCxn id="46" idx="1"/>
          </p:cNvCxnSpPr>
          <p:nvPr/>
        </p:nvCxnSpPr>
        <p:spPr>
          <a:xfrm rot="5400000">
            <a:off x="4242072" y="1422774"/>
            <a:ext cx="721690" cy="1284210"/>
          </a:xfrm>
          <a:prstGeom prst="bentConnector4">
            <a:avLst>
              <a:gd name="adj1" fmla="val 30047"/>
              <a:gd name="adj2" fmla="val 117801"/>
            </a:avLst>
          </a:prstGeom>
          <a:noFill/>
          <a:ln w="25400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3656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8BAB-CE62-4C50-A6E4-694A6C74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Plots Coming 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984034-51B8-4A49-AC75-6E6DB714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2E04C-8CDB-4232-8C9D-186FC6D8F7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IN" dirty="0"/>
              <a:t>Validation plots: PER vs. SNR for 802.11n, Model D</a:t>
            </a:r>
          </a:p>
          <a:p>
            <a:pPr>
              <a:spcBef>
                <a:spcPts val="1200"/>
              </a:spcBef>
            </a:pPr>
            <a:r>
              <a:rPr lang="en-IN" dirty="0"/>
              <a:t>Outstanding issue</a:t>
            </a:r>
          </a:p>
          <a:p>
            <a:pPr>
              <a:spcBef>
                <a:spcPts val="12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994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28A15D-D704-0D6D-E26D-0DC23D181596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6EA8E-C6C2-485A-8CA4-91D078AA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000" dirty="0"/>
              <a:t>Validation: PER vs. SNR: Model D, 802.11n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435998-16CC-4D64-A4C1-29E550BD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5A619-586E-4D78-BAA7-4DF6BD72D5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1" r="18827"/>
          <a:stretch/>
        </p:blipFill>
        <p:spPr>
          <a:xfrm>
            <a:off x="1" y="686246"/>
            <a:ext cx="6094412" cy="4886891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7F0890B-3BDC-4423-9E05-AAB18470D7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5486400"/>
            <a:ext cx="10896599" cy="914400"/>
          </a:xfrm>
        </p:spPr>
        <p:txBody>
          <a:bodyPr/>
          <a:lstStyle/>
          <a:p>
            <a:r>
              <a:rPr lang="en-IN" dirty="0"/>
              <a:t>SNR (dB) at which PER is 10%:</a:t>
            </a:r>
          </a:p>
          <a:p>
            <a:pPr lvl="1"/>
            <a:r>
              <a:rPr lang="en-IN" dirty="0"/>
              <a:t>Reference: 10, 11, 12, 13, 32, 35, 37, 38</a:t>
            </a:r>
          </a:p>
          <a:p>
            <a:pPr lvl="1"/>
            <a:r>
              <a:rPr lang="en-IN" dirty="0"/>
              <a:t>Simulation: 10, 10, 11, 11, 32, 36, 37, 39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F0BB303-E5B0-4BEF-AB8F-8FA59893CF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364"/>
          <a:stretch/>
        </p:blipFill>
        <p:spPr>
          <a:xfrm>
            <a:off x="5830886" y="629487"/>
            <a:ext cx="6357938" cy="48672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0E99B91-409A-43C8-8C09-A516CF7832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192" t="5467" r="4982" b="64314"/>
          <a:stretch/>
        </p:blipFill>
        <p:spPr>
          <a:xfrm>
            <a:off x="7999412" y="5474677"/>
            <a:ext cx="2667000" cy="14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14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99AD00-C2B6-50EB-E630-AD423A112C08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4AE73-AD56-4022-B81D-6F58BC48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Outstanding Issue: Error Floor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F207D-1060-4734-B5C8-7A9F73EC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136CD-4B9A-4D8E-B7D3-5B9496D06C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PER exhibits error floors for higher MCSs in Models E &amp; F in both 11n &amp; 11ac</a:t>
            </a:r>
          </a:p>
          <a:p>
            <a:r>
              <a:rPr lang="en-IN" dirty="0"/>
              <a:t>Occurs only for highly dispersive channel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0E495-D6FA-4DB4-8CC7-52D30905F6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7" t="6080" r="19366" b="9265"/>
          <a:stretch/>
        </p:blipFill>
        <p:spPr>
          <a:xfrm>
            <a:off x="0" y="2023449"/>
            <a:ext cx="6088237" cy="4177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536008-B7DA-4BD7-A413-BE8696E81493}"/>
              </a:ext>
            </a:extLst>
          </p:cNvPr>
          <p:cNvSpPr txBox="1"/>
          <p:nvPr/>
        </p:nvSpPr>
        <p:spPr>
          <a:xfrm>
            <a:off x="2513012" y="6324600"/>
            <a:ext cx="472440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PER vs. SNR; Model-E; 802.11n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344F59-609A-4598-B506-13AF560B0A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144"/>
          <a:stretch/>
        </p:blipFill>
        <p:spPr>
          <a:xfrm>
            <a:off x="5869805" y="1785182"/>
            <a:ext cx="6244408" cy="4791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292228-AA9E-4B98-8EE6-6BC3BE8976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192" t="5467" r="4982" b="64314"/>
          <a:stretch/>
        </p:blipFill>
        <p:spPr>
          <a:xfrm>
            <a:off x="9391524" y="4487007"/>
            <a:ext cx="2667000" cy="14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60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4983-8961-49A3-8285-061924C5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5E879-7C34-49F4-8AD8-B603311D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6285D-8583-4DCA-8E49-8A14C207C9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2667000"/>
            <a:ext cx="10896599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rgbClr val="7030A0"/>
                </a:solidFill>
              </a:rPr>
              <a:t>Rate Adaptation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2402698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2187-C8F7-4A62-B5CE-E2DCE715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Rate Adaptation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6DA9C6-0FCF-4319-AA45-568D7FBC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A8109-B1AE-44BA-92D1-E7BE673513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Goal: Choose rate, number of spatial streams and bandwidth</a:t>
            </a:r>
          </a:p>
          <a:p>
            <a:r>
              <a:rPr lang="en-IN" dirty="0"/>
              <a:t>Several algorithms available in literature</a:t>
            </a:r>
          </a:p>
          <a:p>
            <a:pPr lvl="1"/>
            <a:r>
              <a:rPr lang="en-IN" dirty="0"/>
              <a:t>Minstrel: Default in Linux.</a:t>
            </a:r>
          </a:p>
          <a:p>
            <a:pPr lvl="1"/>
            <a:r>
              <a:rPr lang="en-IN" dirty="0" err="1"/>
              <a:t>MiRA</a:t>
            </a:r>
            <a:r>
              <a:rPr lang="en-IN" dirty="0"/>
              <a:t> </a:t>
            </a:r>
            <a:r>
              <a:rPr lang="en-US" dirty="0"/>
              <a:t>(MIMO – Aware Rate Adaptation)</a:t>
            </a:r>
            <a:r>
              <a:rPr lang="en-IN" dirty="0"/>
              <a:t> </a:t>
            </a:r>
          </a:p>
          <a:p>
            <a:pPr lvl="1"/>
            <a:r>
              <a:rPr lang="en-US" dirty="0"/>
              <a:t>RAMAS (Rate Adaptation for Multi-Antenna Systems)</a:t>
            </a:r>
          </a:p>
          <a:p>
            <a:pPr lvl="1"/>
            <a:r>
              <a:rPr lang="en-US" dirty="0" err="1"/>
              <a:t>Damysus</a:t>
            </a:r>
            <a:endParaRPr lang="en-IN" dirty="0"/>
          </a:p>
          <a:p>
            <a:pPr lvl="1"/>
            <a:r>
              <a:rPr lang="en-IN" dirty="0"/>
              <a:t>Few algorithms require modifications or special signalling</a:t>
            </a:r>
          </a:p>
        </p:txBody>
      </p:sp>
    </p:spTree>
    <p:extLst>
      <p:ext uri="{BB962C8B-B14F-4D97-AF65-F5344CB8AC3E}">
        <p14:creationId xmlns:p14="http://schemas.microsoft.com/office/powerpoint/2010/main" val="2797860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117C-BA20-429B-AEDB-53372984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Minstrel: A Closer Look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E967B-0BE2-41C1-A296-31F0D5C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B427C-EC5B-43E8-AAA6-4302529E91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SzPct val="100000"/>
              <a:buNone/>
            </a:pPr>
            <a:r>
              <a:rPr lang="en-US" dirty="0">
                <a:solidFill>
                  <a:srgbClr val="0070C0"/>
                </a:solidFill>
              </a:rPr>
              <a:t>Initial rate selection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Organize rates in groups</a:t>
            </a:r>
          </a:p>
          <a:p>
            <a:pPr lvl="1">
              <a:buSzPct val="100000"/>
            </a:pPr>
            <a:r>
              <a:rPr lang="en-US" dirty="0"/>
              <a:t>MCS 0 to 9 - 1 spatial stream 20 MHz; MCS 0 to 9 - 1 spatial stream 40 MHz; ...</a:t>
            </a:r>
          </a:p>
          <a:p>
            <a:pPr lvl="1">
              <a:buSzPct val="100000"/>
            </a:pPr>
            <a:r>
              <a:rPr lang="en-US" dirty="0"/>
              <a:t>Same for 2, 3 &amp; 4 spatial streams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Remove/trim groups not supported by the AP 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Optional: From each group, pick rates compatible with initial signal budget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Compute the transmission time for each selected rate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Transmit at the rate with the smallest transmission time</a:t>
            </a:r>
          </a:p>
        </p:txBody>
      </p:sp>
    </p:spTree>
    <p:extLst>
      <p:ext uri="{BB962C8B-B14F-4D97-AF65-F5344CB8AC3E}">
        <p14:creationId xmlns:p14="http://schemas.microsoft.com/office/powerpoint/2010/main" val="2968507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3E65-EFF2-4116-9474-B8EB46E2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Picking Good Rates that Change with Conditions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4072C6-0AA3-4114-9D7D-869DA16F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35B93-3C1F-465E-AE3B-5EDD4A73A4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6" y="990600"/>
            <a:ext cx="11127303" cy="5334000"/>
          </a:xfrm>
        </p:spPr>
        <p:txBody>
          <a:bodyPr vert="horz" lIns="91440" tIns="45720" rIns="91440" bIns="45720" rtlCol="0">
            <a:noAutofit/>
          </a:bodyPr>
          <a:lstStyle/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At regular intervals (e.g., 100 </a:t>
            </a:r>
            <a:r>
              <a:rPr lang="en-US" dirty="0" err="1"/>
              <a:t>ms</a:t>
            </a:r>
            <a:r>
              <a:rPr lang="en-US" dirty="0"/>
              <a:t>), enter a sampling period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During a sampling period, pick a random rate in a group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Try the rate, within the max retry limit for this group (e.g., 3)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If the rate results in a higher </a:t>
            </a:r>
            <a:r>
              <a:rPr lang="en-US" dirty="0">
                <a:hlinkClick r:id="" action="ppaction://noaction"/>
              </a:rPr>
              <a:t>throughput</a:t>
            </a:r>
            <a:r>
              <a:rPr lang="en-US" dirty="0"/>
              <a:t> than the previous rate, rank the rate up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Repeat until the end of the sampling period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dirty="0"/>
              <a:t>Retain 3 rates: </a:t>
            </a:r>
          </a:p>
          <a:p>
            <a:pPr marL="914400" lvl="1" indent="-457200">
              <a:buSzPct val="100000"/>
              <a:buFont typeface="+mj-lt"/>
              <a:buAutoNum type="arabicPeriod"/>
            </a:pPr>
            <a:r>
              <a:rPr lang="en-US" dirty="0"/>
              <a:t>Highest throughput</a:t>
            </a:r>
          </a:p>
          <a:p>
            <a:pPr marL="914400" lvl="1" indent="-457200">
              <a:buSzPct val="100000"/>
              <a:buFont typeface="+mj-lt"/>
              <a:buAutoNum type="arabicPeriod"/>
            </a:pPr>
            <a:r>
              <a:rPr lang="en-US" dirty="0"/>
              <a:t>Second highest throughput</a:t>
            </a:r>
          </a:p>
          <a:p>
            <a:pPr marL="914400" lvl="1" indent="-457200">
              <a:buSzPct val="100000"/>
              <a:buFont typeface="+mj-lt"/>
              <a:buAutoNum type="arabicPeriod"/>
            </a:pPr>
            <a:r>
              <a:rPr lang="en-US" dirty="0"/>
              <a:t>Highest probability (least loss/retries)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830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F07A-E28B-43F5-AA90-B3BB4898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Retry Chain: When Transmission Fails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F6D9A7-2061-43C5-94FE-8D945BF5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B12C2-7205-43EA-906E-E46700E5EF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For each rate, a max retry count is defined</a:t>
            </a:r>
          </a:p>
          <a:p>
            <a:pPr lvl="1"/>
            <a:r>
              <a:rPr lang="en-US" dirty="0"/>
              <a:t>Count is affected by the historical throughput for that rate</a:t>
            </a:r>
          </a:p>
          <a:p>
            <a:pPr lvl="1"/>
            <a:r>
              <a:rPr lang="en-US" dirty="0"/>
              <a:t>Retry time is assigned (percentage of maximum of 79.2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Number of retries depends on the data rate</a:t>
            </a:r>
          </a:p>
          <a:p>
            <a:pPr lvl="1"/>
            <a:r>
              <a:rPr lang="en-US" dirty="0"/>
              <a:t>Retry more of those rates that have been highly successful in the past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AB621-31E3-4E0C-8AE5-197C9F690462}"/>
              </a:ext>
            </a:extLst>
          </p:cNvPr>
          <p:cNvSpPr txBox="1"/>
          <p:nvPr/>
        </p:nvSpPr>
        <p:spPr>
          <a:xfrm>
            <a:off x="9040290" y="6297212"/>
            <a:ext cx="2820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" action="ppaction://noaction"/>
              </a:rPr>
              <a:t>Retry chain logic</a:t>
            </a:r>
            <a:endParaRPr lang="en-IN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4511941-1FC7-4344-A22C-D48B9FC984AE}"/>
              </a:ext>
            </a:extLst>
          </p:cNvPr>
          <p:cNvSpPr/>
          <p:nvPr/>
        </p:nvSpPr>
        <p:spPr>
          <a:xfrm rot="10800000">
            <a:off x="4452914" y="4643364"/>
            <a:ext cx="1217612" cy="1833563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C417EC-FE43-411E-9A49-A418E5CEC9B7}"/>
              </a:ext>
            </a:extLst>
          </p:cNvPr>
          <p:cNvCxnSpPr>
            <a:cxnSpLocks/>
          </p:cNvCxnSpPr>
          <p:nvPr/>
        </p:nvCxnSpPr>
        <p:spPr>
          <a:xfrm flipV="1">
            <a:off x="5822926" y="4643364"/>
            <a:ext cx="0" cy="18335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102282-ADF5-4287-8E1E-9DE0DB6DD2B0}"/>
              </a:ext>
            </a:extLst>
          </p:cNvPr>
          <p:cNvCxnSpPr>
            <a:cxnSpLocks/>
          </p:cNvCxnSpPr>
          <p:nvPr/>
        </p:nvCxnSpPr>
        <p:spPr>
          <a:xfrm>
            <a:off x="4450533" y="4414766"/>
            <a:ext cx="1219994" cy="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7964BD8-9035-475A-BF52-72570820FFFD}"/>
              </a:ext>
            </a:extLst>
          </p:cNvPr>
          <p:cNvSpPr txBox="1"/>
          <p:nvPr/>
        </p:nvSpPr>
        <p:spPr>
          <a:xfrm>
            <a:off x="4478229" y="3949606"/>
            <a:ext cx="1424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79.2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ms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F88D6-224F-4C4C-B0CC-614EE3F98CC4}"/>
              </a:ext>
            </a:extLst>
          </p:cNvPr>
          <p:cNvSpPr txBox="1"/>
          <p:nvPr/>
        </p:nvSpPr>
        <p:spPr>
          <a:xfrm>
            <a:off x="5789612" y="6152506"/>
            <a:ext cx="1217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3A4391-09A3-4D30-ACED-5D7F6AAC07AD}"/>
              </a:ext>
            </a:extLst>
          </p:cNvPr>
          <p:cNvSpPr txBox="1"/>
          <p:nvPr/>
        </p:nvSpPr>
        <p:spPr>
          <a:xfrm>
            <a:off x="5856240" y="5329312"/>
            <a:ext cx="19145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throughput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2B8DF-6D55-4948-A27F-569B80940323}"/>
              </a:ext>
            </a:extLst>
          </p:cNvPr>
          <p:cNvSpPr txBox="1"/>
          <p:nvPr/>
        </p:nvSpPr>
        <p:spPr>
          <a:xfrm>
            <a:off x="5856241" y="4462678"/>
            <a:ext cx="1217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28AC45-BA0B-4E9E-86D9-F7CB1FFA2AD1}"/>
              </a:ext>
            </a:extLst>
          </p:cNvPr>
          <p:cNvSpPr txBox="1"/>
          <p:nvPr/>
        </p:nvSpPr>
        <p:spPr>
          <a:xfrm>
            <a:off x="733594" y="5040275"/>
            <a:ext cx="3439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Retry time calculation: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568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88A9-96FE-41C8-9A69-47AED534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881E75-2365-4215-845C-E27FE97E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213" y="6492875"/>
            <a:ext cx="2741612" cy="365125"/>
          </a:xfrm>
          <a:prstGeom prst="rect">
            <a:avLst/>
          </a:prstGeom>
        </p:spPr>
        <p:txBody>
          <a:bodyPr/>
          <a:lstStyle/>
          <a:p>
            <a:fld id="{EC6BA641-E041-4D0A-86E5-8BD4ED739D99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01A33-9BF9-4DFC-A186-D73497A81E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Throughput vs. distance plots obtained for models B, C, D, E &amp; F</a:t>
            </a:r>
          </a:p>
          <a:p>
            <a:pPr lvl="1"/>
            <a:r>
              <a:rPr lang="en-IN" dirty="0"/>
              <a:t>Based on PER vs. SNR data obtained for all models</a:t>
            </a:r>
          </a:p>
          <a:p>
            <a:r>
              <a:rPr lang="en-IN" dirty="0"/>
              <a:t>MATLAB issue: Error floors for highly dispersive channel models (E and F)</a:t>
            </a:r>
          </a:p>
          <a:p>
            <a:r>
              <a:rPr lang="en-IN" dirty="0"/>
              <a:t>Rate adaptation algorithms survey initiated</a:t>
            </a:r>
          </a:p>
          <a:p>
            <a:pPr lvl="1"/>
            <a:r>
              <a:rPr lang="en-IN" dirty="0"/>
              <a:t>Minstrel: Default benchmark</a:t>
            </a:r>
          </a:p>
        </p:txBody>
      </p:sp>
    </p:spTree>
    <p:extLst>
      <p:ext uri="{BB962C8B-B14F-4D97-AF65-F5344CB8AC3E}">
        <p14:creationId xmlns:p14="http://schemas.microsoft.com/office/powerpoint/2010/main" val="43646068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7112</TotalTime>
  <Words>1245</Words>
  <Application>Microsoft Office PowerPoint</Application>
  <PresentationFormat>Custom</PresentationFormat>
  <Paragraphs>257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Custom Design</vt:lpstr>
      <vt:lpstr>Objective</vt:lpstr>
      <vt:lpstr>Outline</vt:lpstr>
      <vt:lpstr>Performance Metrics and Modeling Scenarios</vt:lpstr>
      <vt:lpstr>Throughput vs. Distance Plots</vt:lpstr>
      <vt:lpstr>PowerPoint Presentation</vt:lpstr>
      <vt:lpstr>Effect of EIRP [BW 20 MHz, 2 Spatial Streams]</vt:lpstr>
      <vt:lpstr>Effect of Noise Figure [BW 40 MHz, 1 Spatial Stream]</vt:lpstr>
      <vt:lpstr>Effect of Bandwidth [3 Spatial Streams]</vt:lpstr>
      <vt:lpstr>PowerPoint Presentation</vt:lpstr>
      <vt:lpstr>Effect of Bandwidth [MCS 0, 4 spatial streams]</vt:lpstr>
      <vt:lpstr>Effect of Bandwidth [MCS 2, 2 spatial streams]</vt:lpstr>
      <vt:lpstr>PowerPoint Presentation</vt:lpstr>
      <vt:lpstr>Technical Details: Four Step Approach</vt:lpstr>
      <vt:lpstr>Plots Generated and Verification Approach</vt:lpstr>
      <vt:lpstr>Changing Channel Model</vt:lpstr>
      <vt:lpstr>Transmit Receive Chain Simulation for an MCS</vt:lpstr>
      <vt:lpstr>Throughput Calculation</vt:lpstr>
      <vt:lpstr>Plots Coming Up</vt:lpstr>
      <vt:lpstr>Validation: PER vs. SNR: Model D, 802.11n</vt:lpstr>
      <vt:lpstr>Outstanding Issue: Error Floor</vt:lpstr>
      <vt:lpstr>PowerPoint Presentation</vt:lpstr>
      <vt:lpstr>Rate Adaptation Algorithms</vt:lpstr>
      <vt:lpstr>Minstrel: A Closer Look</vt:lpstr>
      <vt:lpstr>Picking Good Rates that Change with Conditions</vt:lpstr>
      <vt:lpstr>Retry Chain: When Transmission Fails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WiFi_Simulation</dc:title>
  <dc:creator>Nithish K Gnani</dc:creator>
  <cp:keywords>PER;SNR;MCS</cp:keywords>
  <cp:lastModifiedBy>Nithish K Gnani</cp:lastModifiedBy>
  <cp:revision>549</cp:revision>
  <dcterms:created xsi:type="dcterms:W3CDTF">2018-03-19T06:11:25Z</dcterms:created>
  <dcterms:modified xsi:type="dcterms:W3CDTF">2023-08-11T12:34:14Z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SIP_Label_f42aa342-8706-4288-bd11-ebb85995028c_Enabled">
    <vt:lpwstr>True</vt:lpwstr>
  </property>
  <property fmtid="{D5CDD505-2E9C-101B-9397-08002B2CF9AE}" pid="13" name="MSIP_Label_f42aa342-8706-4288-bd11-ebb85995028c_SiteId">
    <vt:lpwstr>72f988bf-86f1-41af-91ab-2d7cd011db47</vt:lpwstr>
  </property>
  <property fmtid="{D5CDD505-2E9C-101B-9397-08002B2CF9AE}" pid="14" name="MSIP_Label_f42aa342-8706-4288-bd11-ebb85995028c_Owner">
    <vt:lpwstr>v-asharm@microsoft.com</vt:lpwstr>
  </property>
  <property fmtid="{D5CDD505-2E9C-101B-9397-08002B2CF9AE}" pid="15" name="MSIP_Label_f42aa342-8706-4288-bd11-ebb85995028c_SetDate">
    <vt:lpwstr>2017-11-17T04:13:46.1587428Z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</Properties>
</file>