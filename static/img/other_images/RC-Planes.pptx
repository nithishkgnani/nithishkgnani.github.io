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6"/>
  </p:notesMasterIdLst>
  <p:sldIdLst>
    <p:sldId id="259" r:id="rId2"/>
    <p:sldId id="260" r:id="rId3"/>
    <p:sldId id="257" r:id="rId4"/>
    <p:sldId id="258" r:id="rId5"/>
  </p:sldIdLst>
  <p:sldSz cx="10799763" cy="1079976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245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714500" y="685800"/>
            <a:ext cx="3429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14500" y="685800"/>
            <a:ext cx="3429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14500" y="685800"/>
            <a:ext cx="3429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14500" y="685800"/>
            <a:ext cx="3429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14500" y="685800"/>
            <a:ext cx="3429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3172431" y="504988"/>
            <a:ext cx="4454902" cy="2087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742484" y="6387921"/>
            <a:ext cx="9314796" cy="33393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04988" lvl="0" indent="-281242" algn="l" rtl="0">
              <a:lnSpc>
                <a:spcPct val="90000"/>
              </a:lnSpc>
              <a:spcBef>
                <a:spcPts val="886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3200"/>
            </a:lvl1pPr>
            <a:lvl2pPr marL="809976" lvl="1" indent="-281242" algn="l" rtl="0">
              <a:lnSpc>
                <a:spcPct val="90000"/>
              </a:lnSpc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2pPr>
            <a:lvl3pPr marL="1214963" lvl="2" indent="-281242" algn="l" rtl="0">
              <a:lnSpc>
                <a:spcPct val="90000"/>
              </a:lnSpc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3pPr>
            <a:lvl4pPr marL="1619951" lvl="3" indent="-281242" algn="l" rtl="0">
              <a:lnSpc>
                <a:spcPct val="90000"/>
              </a:lnSpc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4pPr>
            <a:lvl5pPr marL="2024939" lvl="4" indent="-281242" algn="l" rtl="0">
              <a:lnSpc>
                <a:spcPct val="90000"/>
              </a:lnSpc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5pPr>
            <a:lvl6pPr marL="2429927" lvl="5" indent="-281242" algn="l" rtl="0">
              <a:lnSpc>
                <a:spcPct val="90000"/>
              </a:lnSpc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6pPr>
            <a:lvl7pPr marL="2834914" lvl="6" indent="-281242" algn="l" rtl="0">
              <a:lnSpc>
                <a:spcPct val="90000"/>
              </a:lnSpc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7pPr>
            <a:lvl8pPr marL="3239902" lvl="7" indent="-281242" algn="l" rtl="0">
              <a:lnSpc>
                <a:spcPct val="90000"/>
              </a:lnSpc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8pPr>
            <a:lvl9pPr marL="3644890" lvl="8" indent="-281242" algn="l" rtl="0">
              <a:lnSpc>
                <a:spcPct val="90000"/>
              </a:lnSpc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9pPr>
          </a:lstStyle>
          <a:p>
            <a:endParaRPr dirty="0"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742484" y="10009781"/>
            <a:ext cx="2429947" cy="57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04988" marR="0" lvl="1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809976" marR="0" lvl="2" indent="-78748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214963" marR="0" lvl="3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619951" marR="0" lvl="4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024939" marR="0" lvl="5" indent="-78748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429927" marR="0" lvl="6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2834914" marR="0" lvl="7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239902" marR="0" lvl="8" indent="-78748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3577422" y="10009781"/>
            <a:ext cx="3644920" cy="57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-78748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04988" marR="0" lvl="1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809976" marR="0" lvl="2" indent="-78748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214963" marR="0" lvl="3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619951" marR="0" lvl="4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024939" marR="0" lvl="5" indent="-78748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429927" marR="0" lvl="6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2834914" marR="0" lvl="7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239902" marR="0" lvl="8" indent="-78748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7627332" y="10009781"/>
            <a:ext cx="2429947" cy="57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6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6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6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6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6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6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6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6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6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736859" y="2692442"/>
            <a:ext cx="9314796" cy="4492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736859" y="7227343"/>
            <a:ext cx="9314796" cy="2362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04988" lvl="0" indent="-202494" rtl="0">
              <a:spcBef>
                <a:spcPts val="886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marL="809976" lvl="1" indent="-202494" rtl="0">
              <a:spcBef>
                <a:spcPts val="443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2pPr>
            <a:lvl3pPr marL="1214963" lvl="2" indent="-202494" rtl="0">
              <a:spcBef>
                <a:spcPts val="443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3pPr>
            <a:lvl4pPr marL="1619951" lvl="3" indent="-202494" rtl="0">
              <a:spcBef>
                <a:spcPts val="443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4pPr>
            <a:lvl5pPr marL="2024939" lvl="4" indent="-202494" rtl="0">
              <a:spcBef>
                <a:spcPts val="443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5pPr>
            <a:lvl6pPr marL="2429927" lvl="5" indent="-202494" rtl="0">
              <a:spcBef>
                <a:spcPts val="443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6pPr>
            <a:lvl7pPr marL="2834914" lvl="6" indent="-202494" rtl="0">
              <a:spcBef>
                <a:spcPts val="443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7pPr>
            <a:lvl8pPr marL="3239902" lvl="7" indent="-202494" rtl="0">
              <a:spcBef>
                <a:spcPts val="443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8pPr>
            <a:lvl9pPr marL="3644890" lvl="8" indent="-202494" rtl="0">
              <a:spcBef>
                <a:spcPts val="443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742484" y="10009781"/>
            <a:ext cx="2429947" cy="57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04988" marR="0" lvl="1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809976" marR="0" lvl="2" indent="-78748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214963" marR="0" lvl="3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619951" marR="0" lvl="4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024939" marR="0" lvl="5" indent="-78748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429927" marR="0" lvl="6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2834914" marR="0" lvl="7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239902" marR="0" lvl="8" indent="-78748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3577422" y="10009781"/>
            <a:ext cx="3644920" cy="57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-78748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04988" marR="0" lvl="1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809976" marR="0" lvl="2" indent="-78748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214963" marR="0" lvl="3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619951" marR="0" lvl="4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024939" marR="0" lvl="5" indent="-78748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429927" marR="0" lvl="6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2834914" marR="0" lvl="7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239902" marR="0" lvl="8" indent="-78748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7627332" y="10009781"/>
            <a:ext cx="2429947" cy="57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6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6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6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6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6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6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6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6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6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742484" y="574988"/>
            <a:ext cx="9314796" cy="2087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742484" y="2874937"/>
            <a:ext cx="4589899" cy="6852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04988" lvl="0" indent="-281242" algn="l" rtl="0">
              <a:lnSpc>
                <a:spcPct val="90000"/>
              </a:lnSpc>
              <a:spcBef>
                <a:spcPts val="886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1pPr>
            <a:lvl2pPr marL="809976" lvl="1" indent="-281242" algn="l" rtl="0">
              <a:lnSpc>
                <a:spcPct val="90000"/>
              </a:lnSpc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2pPr>
            <a:lvl3pPr marL="1214963" lvl="2" indent="-281242" algn="l" rtl="0">
              <a:lnSpc>
                <a:spcPct val="90000"/>
              </a:lnSpc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3pPr>
            <a:lvl4pPr marL="1619951" lvl="3" indent="-281242" algn="l" rtl="0">
              <a:lnSpc>
                <a:spcPct val="90000"/>
              </a:lnSpc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4pPr>
            <a:lvl5pPr marL="2024939" lvl="4" indent="-281242" algn="l" rtl="0">
              <a:lnSpc>
                <a:spcPct val="90000"/>
              </a:lnSpc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5pPr>
            <a:lvl6pPr marL="2429927" lvl="5" indent="-281242" algn="l" rtl="0">
              <a:lnSpc>
                <a:spcPct val="90000"/>
              </a:lnSpc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6pPr>
            <a:lvl7pPr marL="2834914" lvl="6" indent="-281242" algn="l" rtl="0">
              <a:lnSpc>
                <a:spcPct val="90000"/>
              </a:lnSpc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7pPr>
            <a:lvl8pPr marL="3239902" lvl="7" indent="-281242" algn="l" rtl="0">
              <a:lnSpc>
                <a:spcPct val="90000"/>
              </a:lnSpc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8pPr>
            <a:lvl9pPr marL="3644890" lvl="8" indent="-281242" algn="l" rtl="0">
              <a:lnSpc>
                <a:spcPct val="90000"/>
              </a:lnSpc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5467380" y="2874937"/>
            <a:ext cx="4589899" cy="6852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04988" lvl="0" indent="-281242" algn="l" rtl="0">
              <a:lnSpc>
                <a:spcPct val="90000"/>
              </a:lnSpc>
              <a:spcBef>
                <a:spcPts val="886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1pPr>
            <a:lvl2pPr marL="809976" lvl="1" indent="-281242" algn="l" rtl="0">
              <a:lnSpc>
                <a:spcPct val="90000"/>
              </a:lnSpc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2pPr>
            <a:lvl3pPr marL="1214963" lvl="2" indent="-281242" algn="l" rtl="0">
              <a:lnSpc>
                <a:spcPct val="90000"/>
              </a:lnSpc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3pPr>
            <a:lvl4pPr marL="1619951" lvl="3" indent="-281242" algn="l" rtl="0">
              <a:lnSpc>
                <a:spcPct val="90000"/>
              </a:lnSpc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4pPr>
            <a:lvl5pPr marL="2024939" lvl="4" indent="-281242" algn="l" rtl="0">
              <a:lnSpc>
                <a:spcPct val="90000"/>
              </a:lnSpc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5pPr>
            <a:lvl6pPr marL="2429927" lvl="5" indent="-281242" algn="l" rtl="0">
              <a:lnSpc>
                <a:spcPct val="90000"/>
              </a:lnSpc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6pPr>
            <a:lvl7pPr marL="2834914" lvl="6" indent="-281242" algn="l" rtl="0">
              <a:lnSpc>
                <a:spcPct val="90000"/>
              </a:lnSpc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7pPr>
            <a:lvl8pPr marL="3239902" lvl="7" indent="-281242" algn="l" rtl="0">
              <a:lnSpc>
                <a:spcPct val="90000"/>
              </a:lnSpc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8pPr>
            <a:lvl9pPr marL="3644890" lvl="8" indent="-281242" algn="l" rtl="0">
              <a:lnSpc>
                <a:spcPct val="90000"/>
              </a:lnSpc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742484" y="10009781"/>
            <a:ext cx="2429947" cy="57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04988" marR="0" lvl="1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809976" marR="0" lvl="2" indent="-78748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214963" marR="0" lvl="3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619951" marR="0" lvl="4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024939" marR="0" lvl="5" indent="-78748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429927" marR="0" lvl="6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2834914" marR="0" lvl="7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239902" marR="0" lvl="8" indent="-78748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3577422" y="10009781"/>
            <a:ext cx="3644920" cy="57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-78748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04988" marR="0" lvl="1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809976" marR="0" lvl="2" indent="-78748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214963" marR="0" lvl="3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619951" marR="0" lvl="4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024939" marR="0" lvl="5" indent="-78748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429927" marR="0" lvl="6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2834914" marR="0" lvl="7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239902" marR="0" lvl="8" indent="-78748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7627332" y="10009781"/>
            <a:ext cx="2429947" cy="57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6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6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6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6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6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6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6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6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6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743890" y="574988"/>
            <a:ext cx="9314796" cy="2087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743891" y="2647443"/>
            <a:ext cx="4568806" cy="1297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04988" lvl="0" indent="-202494" rtl="0">
              <a:spcBef>
                <a:spcPts val="886"/>
              </a:spcBef>
              <a:spcAft>
                <a:spcPts val="0"/>
              </a:spcAft>
              <a:buSzPts val="1400"/>
              <a:buFont typeface="Calibri"/>
              <a:buNone/>
              <a:defRPr/>
            </a:lvl1pPr>
            <a:lvl2pPr marL="809976" lvl="1" indent="-202494" rtl="0">
              <a:spcBef>
                <a:spcPts val="443"/>
              </a:spcBef>
              <a:spcAft>
                <a:spcPts val="0"/>
              </a:spcAft>
              <a:buSzPts val="1400"/>
              <a:buFont typeface="Calibri"/>
              <a:buNone/>
              <a:defRPr/>
            </a:lvl2pPr>
            <a:lvl3pPr marL="1214963" lvl="2" indent="-202494" rtl="0">
              <a:spcBef>
                <a:spcPts val="443"/>
              </a:spcBef>
              <a:spcAft>
                <a:spcPts val="0"/>
              </a:spcAft>
              <a:buSzPts val="1400"/>
              <a:buFont typeface="Calibri"/>
              <a:buNone/>
              <a:defRPr/>
            </a:lvl3pPr>
            <a:lvl4pPr marL="1619951" lvl="3" indent="-202494" rtl="0">
              <a:spcBef>
                <a:spcPts val="443"/>
              </a:spcBef>
              <a:spcAft>
                <a:spcPts val="0"/>
              </a:spcAft>
              <a:buSzPts val="1400"/>
              <a:buFont typeface="Calibri"/>
              <a:buNone/>
              <a:defRPr/>
            </a:lvl4pPr>
            <a:lvl5pPr marL="2024939" lvl="4" indent="-202494" rtl="0">
              <a:spcBef>
                <a:spcPts val="443"/>
              </a:spcBef>
              <a:spcAft>
                <a:spcPts val="0"/>
              </a:spcAft>
              <a:buSzPts val="1400"/>
              <a:buFont typeface="Calibri"/>
              <a:buNone/>
              <a:defRPr/>
            </a:lvl5pPr>
            <a:lvl6pPr marL="2429927" lvl="5" indent="-202494" rtl="0">
              <a:spcBef>
                <a:spcPts val="443"/>
              </a:spcBef>
              <a:spcAft>
                <a:spcPts val="0"/>
              </a:spcAft>
              <a:buSzPts val="1400"/>
              <a:buFont typeface="Calibri"/>
              <a:buNone/>
              <a:defRPr/>
            </a:lvl6pPr>
            <a:lvl7pPr marL="2834914" lvl="6" indent="-202494" rtl="0">
              <a:spcBef>
                <a:spcPts val="443"/>
              </a:spcBef>
              <a:spcAft>
                <a:spcPts val="0"/>
              </a:spcAft>
              <a:buSzPts val="1400"/>
              <a:buFont typeface="Calibri"/>
              <a:buNone/>
              <a:defRPr/>
            </a:lvl7pPr>
            <a:lvl8pPr marL="3239902" lvl="7" indent="-202494" rtl="0">
              <a:spcBef>
                <a:spcPts val="443"/>
              </a:spcBef>
              <a:spcAft>
                <a:spcPts val="0"/>
              </a:spcAft>
              <a:buSzPts val="1400"/>
              <a:buFont typeface="Calibri"/>
              <a:buNone/>
              <a:defRPr/>
            </a:lvl8pPr>
            <a:lvl9pPr marL="3644890" lvl="8" indent="-202494" rtl="0">
              <a:spcBef>
                <a:spcPts val="443"/>
              </a:spcBef>
              <a:spcAft>
                <a:spcPts val="0"/>
              </a:spcAft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743891" y="3944914"/>
            <a:ext cx="4568806" cy="5802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04988" lvl="0" indent="-281242" algn="l" rtl="0">
              <a:lnSpc>
                <a:spcPct val="90000"/>
              </a:lnSpc>
              <a:spcBef>
                <a:spcPts val="886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1pPr>
            <a:lvl2pPr marL="809976" lvl="1" indent="-281242" algn="l" rtl="0">
              <a:lnSpc>
                <a:spcPct val="90000"/>
              </a:lnSpc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2pPr>
            <a:lvl3pPr marL="1214963" lvl="2" indent="-281242" algn="l" rtl="0">
              <a:lnSpc>
                <a:spcPct val="90000"/>
              </a:lnSpc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3pPr>
            <a:lvl4pPr marL="1619951" lvl="3" indent="-281242" algn="l" rtl="0">
              <a:lnSpc>
                <a:spcPct val="90000"/>
              </a:lnSpc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4pPr>
            <a:lvl5pPr marL="2024939" lvl="4" indent="-281242" algn="l" rtl="0">
              <a:lnSpc>
                <a:spcPct val="90000"/>
              </a:lnSpc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5pPr>
            <a:lvl6pPr marL="2429927" lvl="5" indent="-281242" algn="l" rtl="0">
              <a:lnSpc>
                <a:spcPct val="90000"/>
              </a:lnSpc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6pPr>
            <a:lvl7pPr marL="2834914" lvl="6" indent="-281242" algn="l" rtl="0">
              <a:lnSpc>
                <a:spcPct val="90000"/>
              </a:lnSpc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7pPr>
            <a:lvl8pPr marL="3239902" lvl="7" indent="-281242" algn="l" rtl="0">
              <a:lnSpc>
                <a:spcPct val="90000"/>
              </a:lnSpc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8pPr>
            <a:lvl9pPr marL="3644890" lvl="8" indent="-281242" algn="l" rtl="0">
              <a:lnSpc>
                <a:spcPct val="90000"/>
              </a:lnSpc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5467380" y="2647443"/>
            <a:ext cx="4591306" cy="1297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04988" lvl="0" indent="-202494" rtl="0">
              <a:spcBef>
                <a:spcPts val="886"/>
              </a:spcBef>
              <a:spcAft>
                <a:spcPts val="0"/>
              </a:spcAft>
              <a:buSzPts val="1400"/>
              <a:buFont typeface="Calibri"/>
              <a:buNone/>
              <a:defRPr/>
            </a:lvl1pPr>
            <a:lvl2pPr marL="809976" lvl="1" indent="-202494" rtl="0">
              <a:spcBef>
                <a:spcPts val="443"/>
              </a:spcBef>
              <a:spcAft>
                <a:spcPts val="0"/>
              </a:spcAft>
              <a:buSzPts val="1400"/>
              <a:buFont typeface="Calibri"/>
              <a:buNone/>
              <a:defRPr/>
            </a:lvl2pPr>
            <a:lvl3pPr marL="1214963" lvl="2" indent="-202494" rtl="0">
              <a:spcBef>
                <a:spcPts val="443"/>
              </a:spcBef>
              <a:spcAft>
                <a:spcPts val="0"/>
              </a:spcAft>
              <a:buSzPts val="1400"/>
              <a:buFont typeface="Calibri"/>
              <a:buNone/>
              <a:defRPr/>
            </a:lvl3pPr>
            <a:lvl4pPr marL="1619951" lvl="3" indent="-202494" rtl="0">
              <a:spcBef>
                <a:spcPts val="443"/>
              </a:spcBef>
              <a:spcAft>
                <a:spcPts val="0"/>
              </a:spcAft>
              <a:buSzPts val="1400"/>
              <a:buFont typeface="Calibri"/>
              <a:buNone/>
              <a:defRPr/>
            </a:lvl4pPr>
            <a:lvl5pPr marL="2024939" lvl="4" indent="-202494" rtl="0">
              <a:spcBef>
                <a:spcPts val="443"/>
              </a:spcBef>
              <a:spcAft>
                <a:spcPts val="0"/>
              </a:spcAft>
              <a:buSzPts val="1400"/>
              <a:buFont typeface="Calibri"/>
              <a:buNone/>
              <a:defRPr/>
            </a:lvl5pPr>
            <a:lvl6pPr marL="2429927" lvl="5" indent="-202494" rtl="0">
              <a:spcBef>
                <a:spcPts val="443"/>
              </a:spcBef>
              <a:spcAft>
                <a:spcPts val="0"/>
              </a:spcAft>
              <a:buSzPts val="1400"/>
              <a:buFont typeface="Calibri"/>
              <a:buNone/>
              <a:defRPr/>
            </a:lvl6pPr>
            <a:lvl7pPr marL="2834914" lvl="6" indent="-202494" rtl="0">
              <a:spcBef>
                <a:spcPts val="443"/>
              </a:spcBef>
              <a:spcAft>
                <a:spcPts val="0"/>
              </a:spcAft>
              <a:buSzPts val="1400"/>
              <a:buFont typeface="Calibri"/>
              <a:buNone/>
              <a:defRPr/>
            </a:lvl7pPr>
            <a:lvl8pPr marL="3239902" lvl="7" indent="-202494" rtl="0">
              <a:spcBef>
                <a:spcPts val="443"/>
              </a:spcBef>
              <a:spcAft>
                <a:spcPts val="0"/>
              </a:spcAft>
              <a:buSzPts val="1400"/>
              <a:buFont typeface="Calibri"/>
              <a:buNone/>
              <a:defRPr/>
            </a:lvl8pPr>
            <a:lvl9pPr marL="3644890" lvl="8" indent="-202494" rtl="0">
              <a:spcBef>
                <a:spcPts val="443"/>
              </a:spcBef>
              <a:spcAft>
                <a:spcPts val="0"/>
              </a:spcAft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5467380" y="3944914"/>
            <a:ext cx="4591306" cy="5802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04988" lvl="0" indent="-281242" algn="l" rtl="0">
              <a:lnSpc>
                <a:spcPct val="90000"/>
              </a:lnSpc>
              <a:spcBef>
                <a:spcPts val="886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1pPr>
            <a:lvl2pPr marL="809976" lvl="1" indent="-281242" algn="l" rtl="0">
              <a:lnSpc>
                <a:spcPct val="90000"/>
              </a:lnSpc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2pPr>
            <a:lvl3pPr marL="1214963" lvl="2" indent="-281242" algn="l" rtl="0">
              <a:lnSpc>
                <a:spcPct val="90000"/>
              </a:lnSpc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3pPr>
            <a:lvl4pPr marL="1619951" lvl="3" indent="-281242" algn="l" rtl="0">
              <a:lnSpc>
                <a:spcPct val="90000"/>
              </a:lnSpc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4pPr>
            <a:lvl5pPr marL="2024939" lvl="4" indent="-281242" algn="l" rtl="0">
              <a:lnSpc>
                <a:spcPct val="90000"/>
              </a:lnSpc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5pPr>
            <a:lvl6pPr marL="2429927" lvl="5" indent="-281242" algn="l" rtl="0">
              <a:lnSpc>
                <a:spcPct val="90000"/>
              </a:lnSpc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6pPr>
            <a:lvl7pPr marL="2834914" lvl="6" indent="-281242" algn="l" rtl="0">
              <a:lnSpc>
                <a:spcPct val="90000"/>
              </a:lnSpc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7pPr>
            <a:lvl8pPr marL="3239902" lvl="7" indent="-281242" algn="l" rtl="0">
              <a:lnSpc>
                <a:spcPct val="90000"/>
              </a:lnSpc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8pPr>
            <a:lvl9pPr marL="3644890" lvl="8" indent="-281242" algn="l" rtl="0">
              <a:lnSpc>
                <a:spcPct val="90000"/>
              </a:lnSpc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742484" y="10009781"/>
            <a:ext cx="2429947" cy="57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04988" marR="0" lvl="1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809976" marR="0" lvl="2" indent="-78748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214963" marR="0" lvl="3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619951" marR="0" lvl="4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024939" marR="0" lvl="5" indent="-78748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429927" marR="0" lvl="6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2834914" marR="0" lvl="7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239902" marR="0" lvl="8" indent="-78748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3577422" y="10009781"/>
            <a:ext cx="3644920" cy="57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-78748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04988" marR="0" lvl="1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809976" marR="0" lvl="2" indent="-78748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214963" marR="0" lvl="3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619951" marR="0" lvl="4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024939" marR="0" lvl="5" indent="-78748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429927" marR="0" lvl="6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2834914" marR="0" lvl="7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239902" marR="0" lvl="8" indent="-78748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7627332" y="10009781"/>
            <a:ext cx="2429947" cy="57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6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6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6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6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6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6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6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6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6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742484" y="574988"/>
            <a:ext cx="9314796" cy="2087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742484" y="10009781"/>
            <a:ext cx="2429947" cy="57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04988" marR="0" lvl="1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809976" marR="0" lvl="2" indent="-78748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214963" marR="0" lvl="3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619951" marR="0" lvl="4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024939" marR="0" lvl="5" indent="-78748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429927" marR="0" lvl="6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2834914" marR="0" lvl="7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239902" marR="0" lvl="8" indent="-78748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3577422" y="10009781"/>
            <a:ext cx="3644920" cy="57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-78748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04988" marR="0" lvl="1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809976" marR="0" lvl="2" indent="-78748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214963" marR="0" lvl="3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619951" marR="0" lvl="4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024939" marR="0" lvl="5" indent="-78748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429927" marR="0" lvl="6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2834914" marR="0" lvl="7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239902" marR="0" lvl="8" indent="-78748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7627332" y="10009781"/>
            <a:ext cx="2429947" cy="57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6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6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6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6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6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6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6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6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6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742484" y="10009781"/>
            <a:ext cx="2429947" cy="57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04988" marR="0" lvl="1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809976" marR="0" lvl="2" indent="-78748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214963" marR="0" lvl="3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619951" marR="0" lvl="4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024939" marR="0" lvl="5" indent="-78748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429927" marR="0" lvl="6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2834914" marR="0" lvl="7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239902" marR="0" lvl="8" indent="-78748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577422" y="10009781"/>
            <a:ext cx="3644920" cy="57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-78748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04988" marR="0" lvl="1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809976" marR="0" lvl="2" indent="-78748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214963" marR="0" lvl="3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619951" marR="0" lvl="4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024939" marR="0" lvl="5" indent="-78748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429927" marR="0" lvl="6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2834914" marR="0" lvl="7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239902" marR="0" lvl="8" indent="-78748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7627332" y="10009781"/>
            <a:ext cx="2429947" cy="57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6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6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6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6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6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6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6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6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6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743891" y="719984"/>
            <a:ext cx="3483204" cy="2519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4591306" y="1554966"/>
            <a:ext cx="5467380" cy="7674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04988" lvl="0" indent="-281242" rtl="0">
              <a:spcBef>
                <a:spcPts val="886"/>
              </a:spcBef>
              <a:spcAft>
                <a:spcPts val="0"/>
              </a:spcAft>
              <a:buSzPts val="1400"/>
              <a:buChar char="•"/>
              <a:defRPr/>
            </a:lvl1pPr>
            <a:lvl2pPr marL="809976" lvl="1" indent="-281242" rtl="0">
              <a:spcBef>
                <a:spcPts val="443"/>
              </a:spcBef>
              <a:spcAft>
                <a:spcPts val="0"/>
              </a:spcAft>
              <a:buSzPts val="1400"/>
              <a:buChar char="•"/>
              <a:defRPr/>
            </a:lvl2pPr>
            <a:lvl3pPr marL="1214963" lvl="2" indent="-281242" rtl="0">
              <a:spcBef>
                <a:spcPts val="443"/>
              </a:spcBef>
              <a:spcAft>
                <a:spcPts val="0"/>
              </a:spcAft>
              <a:buSzPts val="1400"/>
              <a:buChar char="•"/>
              <a:defRPr/>
            </a:lvl3pPr>
            <a:lvl4pPr marL="1619951" lvl="3" indent="-281242" rtl="0">
              <a:spcBef>
                <a:spcPts val="443"/>
              </a:spcBef>
              <a:spcAft>
                <a:spcPts val="0"/>
              </a:spcAft>
              <a:buSzPts val="1400"/>
              <a:buChar char="•"/>
              <a:defRPr/>
            </a:lvl4pPr>
            <a:lvl5pPr marL="2024939" lvl="4" indent="-281242" rtl="0">
              <a:spcBef>
                <a:spcPts val="443"/>
              </a:spcBef>
              <a:spcAft>
                <a:spcPts val="0"/>
              </a:spcAft>
              <a:buSzPts val="1400"/>
              <a:buChar char="•"/>
              <a:defRPr/>
            </a:lvl5pPr>
            <a:lvl6pPr marL="2429927" lvl="5" indent="-281242" rtl="0">
              <a:spcBef>
                <a:spcPts val="443"/>
              </a:spcBef>
              <a:spcAft>
                <a:spcPts val="0"/>
              </a:spcAft>
              <a:buSzPts val="1400"/>
              <a:buChar char="•"/>
              <a:defRPr/>
            </a:lvl6pPr>
            <a:lvl7pPr marL="2834914" lvl="6" indent="-281242" rtl="0">
              <a:spcBef>
                <a:spcPts val="443"/>
              </a:spcBef>
              <a:spcAft>
                <a:spcPts val="0"/>
              </a:spcAft>
              <a:buSzPts val="1400"/>
              <a:buChar char="•"/>
              <a:defRPr/>
            </a:lvl7pPr>
            <a:lvl8pPr marL="3239902" lvl="7" indent="-281242" rtl="0">
              <a:spcBef>
                <a:spcPts val="443"/>
              </a:spcBef>
              <a:spcAft>
                <a:spcPts val="0"/>
              </a:spcAft>
              <a:buSzPts val="1400"/>
              <a:buChar char="•"/>
              <a:defRPr/>
            </a:lvl8pPr>
            <a:lvl9pPr marL="3644890" lvl="8" indent="-281242" rtl="0">
              <a:spcBef>
                <a:spcPts val="443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743891" y="3239929"/>
            <a:ext cx="3483204" cy="6002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04988" lvl="0" indent="-202494" rtl="0">
              <a:spcBef>
                <a:spcPts val="886"/>
              </a:spcBef>
              <a:spcAft>
                <a:spcPts val="0"/>
              </a:spcAft>
              <a:buSzPts val="1400"/>
              <a:buFont typeface="Calibri"/>
              <a:buNone/>
              <a:defRPr/>
            </a:lvl1pPr>
            <a:lvl2pPr marL="809976" lvl="1" indent="-202494" rtl="0">
              <a:spcBef>
                <a:spcPts val="443"/>
              </a:spcBef>
              <a:spcAft>
                <a:spcPts val="0"/>
              </a:spcAft>
              <a:buSzPts val="1400"/>
              <a:buFont typeface="Calibri"/>
              <a:buNone/>
              <a:defRPr/>
            </a:lvl2pPr>
            <a:lvl3pPr marL="1214963" lvl="2" indent="-202494" rtl="0">
              <a:spcBef>
                <a:spcPts val="443"/>
              </a:spcBef>
              <a:spcAft>
                <a:spcPts val="0"/>
              </a:spcAft>
              <a:buSzPts val="1400"/>
              <a:buFont typeface="Calibri"/>
              <a:buNone/>
              <a:defRPr/>
            </a:lvl3pPr>
            <a:lvl4pPr marL="1619951" lvl="3" indent="-202494" rtl="0">
              <a:spcBef>
                <a:spcPts val="443"/>
              </a:spcBef>
              <a:spcAft>
                <a:spcPts val="0"/>
              </a:spcAft>
              <a:buSzPts val="1400"/>
              <a:buFont typeface="Calibri"/>
              <a:buNone/>
              <a:defRPr/>
            </a:lvl4pPr>
            <a:lvl5pPr marL="2024939" lvl="4" indent="-202494" rtl="0">
              <a:spcBef>
                <a:spcPts val="443"/>
              </a:spcBef>
              <a:spcAft>
                <a:spcPts val="0"/>
              </a:spcAft>
              <a:buSzPts val="1400"/>
              <a:buFont typeface="Calibri"/>
              <a:buNone/>
              <a:defRPr/>
            </a:lvl5pPr>
            <a:lvl6pPr marL="2429927" lvl="5" indent="-202494" rtl="0">
              <a:spcBef>
                <a:spcPts val="443"/>
              </a:spcBef>
              <a:spcAft>
                <a:spcPts val="0"/>
              </a:spcAft>
              <a:buSzPts val="1400"/>
              <a:buFont typeface="Calibri"/>
              <a:buNone/>
              <a:defRPr/>
            </a:lvl6pPr>
            <a:lvl7pPr marL="2834914" lvl="6" indent="-202494" rtl="0">
              <a:spcBef>
                <a:spcPts val="443"/>
              </a:spcBef>
              <a:spcAft>
                <a:spcPts val="0"/>
              </a:spcAft>
              <a:buSzPts val="1400"/>
              <a:buFont typeface="Calibri"/>
              <a:buNone/>
              <a:defRPr/>
            </a:lvl7pPr>
            <a:lvl8pPr marL="3239902" lvl="7" indent="-202494" rtl="0">
              <a:spcBef>
                <a:spcPts val="443"/>
              </a:spcBef>
              <a:spcAft>
                <a:spcPts val="0"/>
              </a:spcAft>
              <a:buSzPts val="1400"/>
              <a:buFont typeface="Calibri"/>
              <a:buNone/>
              <a:defRPr/>
            </a:lvl8pPr>
            <a:lvl9pPr marL="3644890" lvl="8" indent="-202494" rtl="0">
              <a:spcBef>
                <a:spcPts val="443"/>
              </a:spcBef>
              <a:spcAft>
                <a:spcPts val="0"/>
              </a:spcAft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742484" y="10009781"/>
            <a:ext cx="2429947" cy="57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04988" marR="0" lvl="1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809976" marR="0" lvl="2" indent="-78748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214963" marR="0" lvl="3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619951" marR="0" lvl="4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024939" marR="0" lvl="5" indent="-78748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429927" marR="0" lvl="6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2834914" marR="0" lvl="7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239902" marR="0" lvl="8" indent="-78748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577422" y="10009781"/>
            <a:ext cx="3644920" cy="57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-78748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04988" marR="0" lvl="1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809976" marR="0" lvl="2" indent="-78748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214963" marR="0" lvl="3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619951" marR="0" lvl="4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024939" marR="0" lvl="5" indent="-78748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429927" marR="0" lvl="6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2834914" marR="0" lvl="7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239902" marR="0" lvl="8" indent="-78748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7627332" y="10009781"/>
            <a:ext cx="2429947" cy="57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6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6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6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6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6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6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6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6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6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743891" y="719984"/>
            <a:ext cx="3483204" cy="2519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4591306" y="1554966"/>
            <a:ext cx="5467380" cy="7674832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743891" y="3239929"/>
            <a:ext cx="3483204" cy="6002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04988" lvl="0" indent="-202494" rtl="0">
              <a:spcBef>
                <a:spcPts val="886"/>
              </a:spcBef>
              <a:spcAft>
                <a:spcPts val="0"/>
              </a:spcAft>
              <a:buSzPts val="1400"/>
              <a:buFont typeface="Calibri"/>
              <a:buNone/>
              <a:defRPr/>
            </a:lvl1pPr>
            <a:lvl2pPr marL="809976" lvl="1" indent="-202494" rtl="0">
              <a:spcBef>
                <a:spcPts val="443"/>
              </a:spcBef>
              <a:spcAft>
                <a:spcPts val="0"/>
              </a:spcAft>
              <a:buSzPts val="1400"/>
              <a:buFont typeface="Calibri"/>
              <a:buNone/>
              <a:defRPr/>
            </a:lvl2pPr>
            <a:lvl3pPr marL="1214963" lvl="2" indent="-202494" rtl="0">
              <a:spcBef>
                <a:spcPts val="443"/>
              </a:spcBef>
              <a:spcAft>
                <a:spcPts val="0"/>
              </a:spcAft>
              <a:buSzPts val="1400"/>
              <a:buFont typeface="Calibri"/>
              <a:buNone/>
              <a:defRPr/>
            </a:lvl3pPr>
            <a:lvl4pPr marL="1619951" lvl="3" indent="-202494" rtl="0">
              <a:spcBef>
                <a:spcPts val="443"/>
              </a:spcBef>
              <a:spcAft>
                <a:spcPts val="0"/>
              </a:spcAft>
              <a:buSzPts val="1400"/>
              <a:buFont typeface="Calibri"/>
              <a:buNone/>
              <a:defRPr/>
            </a:lvl4pPr>
            <a:lvl5pPr marL="2024939" lvl="4" indent="-202494" rtl="0">
              <a:spcBef>
                <a:spcPts val="443"/>
              </a:spcBef>
              <a:spcAft>
                <a:spcPts val="0"/>
              </a:spcAft>
              <a:buSzPts val="1400"/>
              <a:buFont typeface="Calibri"/>
              <a:buNone/>
              <a:defRPr/>
            </a:lvl5pPr>
            <a:lvl6pPr marL="2429927" lvl="5" indent="-202494" rtl="0">
              <a:spcBef>
                <a:spcPts val="443"/>
              </a:spcBef>
              <a:spcAft>
                <a:spcPts val="0"/>
              </a:spcAft>
              <a:buSzPts val="1400"/>
              <a:buFont typeface="Calibri"/>
              <a:buNone/>
              <a:defRPr/>
            </a:lvl6pPr>
            <a:lvl7pPr marL="2834914" lvl="6" indent="-202494" rtl="0">
              <a:spcBef>
                <a:spcPts val="443"/>
              </a:spcBef>
              <a:spcAft>
                <a:spcPts val="0"/>
              </a:spcAft>
              <a:buSzPts val="1400"/>
              <a:buFont typeface="Calibri"/>
              <a:buNone/>
              <a:defRPr/>
            </a:lvl7pPr>
            <a:lvl8pPr marL="3239902" lvl="7" indent="-202494" rtl="0">
              <a:spcBef>
                <a:spcPts val="443"/>
              </a:spcBef>
              <a:spcAft>
                <a:spcPts val="0"/>
              </a:spcAft>
              <a:buSzPts val="1400"/>
              <a:buFont typeface="Calibri"/>
              <a:buNone/>
              <a:defRPr/>
            </a:lvl8pPr>
            <a:lvl9pPr marL="3644890" lvl="8" indent="-202494" rtl="0">
              <a:spcBef>
                <a:spcPts val="443"/>
              </a:spcBef>
              <a:spcAft>
                <a:spcPts val="0"/>
              </a:spcAft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742484" y="10009781"/>
            <a:ext cx="2429947" cy="57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04988" marR="0" lvl="1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809976" marR="0" lvl="2" indent="-78748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214963" marR="0" lvl="3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619951" marR="0" lvl="4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024939" marR="0" lvl="5" indent="-78748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429927" marR="0" lvl="6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2834914" marR="0" lvl="7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239902" marR="0" lvl="8" indent="-78748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577422" y="10009781"/>
            <a:ext cx="3644920" cy="57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-78748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04988" marR="0" lvl="1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809976" marR="0" lvl="2" indent="-78748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214963" marR="0" lvl="3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619951" marR="0" lvl="4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024939" marR="0" lvl="5" indent="-78748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429927" marR="0" lvl="6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2834914" marR="0" lvl="7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239902" marR="0" lvl="8" indent="-78748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7627332" y="10009781"/>
            <a:ext cx="2429947" cy="57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6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6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6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6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6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6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6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6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6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742484" y="574988"/>
            <a:ext cx="9314796" cy="2087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1973707" y="1643714"/>
            <a:ext cx="6852350" cy="9314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04988" lvl="0" indent="-281242" algn="l" rtl="0">
              <a:lnSpc>
                <a:spcPct val="90000"/>
              </a:lnSpc>
              <a:spcBef>
                <a:spcPts val="886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1pPr>
            <a:lvl2pPr marL="809976" lvl="1" indent="-281242" algn="l" rtl="0">
              <a:lnSpc>
                <a:spcPct val="90000"/>
              </a:lnSpc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2pPr>
            <a:lvl3pPr marL="1214963" lvl="2" indent="-281242" algn="l" rtl="0">
              <a:lnSpc>
                <a:spcPct val="90000"/>
              </a:lnSpc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3pPr>
            <a:lvl4pPr marL="1619951" lvl="3" indent="-281242" algn="l" rtl="0">
              <a:lnSpc>
                <a:spcPct val="90000"/>
              </a:lnSpc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4pPr>
            <a:lvl5pPr marL="2024939" lvl="4" indent="-281242" algn="l" rtl="0">
              <a:lnSpc>
                <a:spcPct val="90000"/>
              </a:lnSpc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5pPr>
            <a:lvl6pPr marL="2429927" lvl="5" indent="-281242" algn="l" rtl="0">
              <a:lnSpc>
                <a:spcPct val="90000"/>
              </a:lnSpc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6pPr>
            <a:lvl7pPr marL="2834914" lvl="6" indent="-281242" algn="l" rtl="0">
              <a:lnSpc>
                <a:spcPct val="90000"/>
              </a:lnSpc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7pPr>
            <a:lvl8pPr marL="3239902" lvl="7" indent="-281242" algn="l" rtl="0">
              <a:lnSpc>
                <a:spcPct val="90000"/>
              </a:lnSpc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8pPr>
            <a:lvl9pPr marL="3644890" lvl="8" indent="-281242" algn="l" rtl="0">
              <a:lnSpc>
                <a:spcPct val="90000"/>
              </a:lnSpc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742484" y="10009781"/>
            <a:ext cx="2429947" cy="57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04988" marR="0" lvl="1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809976" marR="0" lvl="2" indent="-78748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214963" marR="0" lvl="3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619951" marR="0" lvl="4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024939" marR="0" lvl="5" indent="-78748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429927" marR="0" lvl="6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2834914" marR="0" lvl="7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239902" marR="0" lvl="8" indent="-78748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577422" y="10009781"/>
            <a:ext cx="3644920" cy="57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-78748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04988" marR="0" lvl="1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809976" marR="0" lvl="2" indent="-78748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214963" marR="0" lvl="3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619951" marR="0" lvl="4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024939" marR="0" lvl="5" indent="-78748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429927" marR="0" lvl="6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2834914" marR="0" lvl="7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239902" marR="0" lvl="8" indent="-78748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7627332" y="10009781"/>
            <a:ext cx="2429947" cy="57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6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6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6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6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6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6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6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6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6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316780" y="3986788"/>
            <a:ext cx="9152300" cy="2328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-408116" y="1725587"/>
            <a:ext cx="9152300" cy="68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04988" lvl="0" indent="-281242" algn="l" rtl="0">
              <a:lnSpc>
                <a:spcPct val="90000"/>
              </a:lnSpc>
              <a:spcBef>
                <a:spcPts val="886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1pPr>
            <a:lvl2pPr marL="809976" lvl="1" indent="-281242" algn="l" rtl="0">
              <a:lnSpc>
                <a:spcPct val="90000"/>
              </a:lnSpc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2pPr>
            <a:lvl3pPr marL="1214963" lvl="2" indent="-281242" algn="l" rtl="0">
              <a:lnSpc>
                <a:spcPct val="90000"/>
              </a:lnSpc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3pPr>
            <a:lvl4pPr marL="1619951" lvl="3" indent="-281242" algn="l" rtl="0">
              <a:lnSpc>
                <a:spcPct val="90000"/>
              </a:lnSpc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4pPr>
            <a:lvl5pPr marL="2024939" lvl="4" indent="-281242" algn="l" rtl="0">
              <a:lnSpc>
                <a:spcPct val="90000"/>
              </a:lnSpc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5pPr>
            <a:lvl6pPr marL="2429927" lvl="5" indent="-281242" algn="l" rtl="0">
              <a:lnSpc>
                <a:spcPct val="90000"/>
              </a:lnSpc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6pPr>
            <a:lvl7pPr marL="2834914" lvl="6" indent="-281242" algn="l" rtl="0">
              <a:lnSpc>
                <a:spcPct val="90000"/>
              </a:lnSpc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7pPr>
            <a:lvl8pPr marL="3239902" lvl="7" indent="-281242" algn="l" rtl="0">
              <a:lnSpc>
                <a:spcPct val="90000"/>
              </a:lnSpc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8pPr>
            <a:lvl9pPr marL="3644890" lvl="8" indent="-281242" algn="l" rtl="0">
              <a:lnSpc>
                <a:spcPct val="90000"/>
              </a:lnSpc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742484" y="10009781"/>
            <a:ext cx="2429947" cy="57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04988" marR="0" lvl="1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809976" marR="0" lvl="2" indent="-78748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214963" marR="0" lvl="3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619951" marR="0" lvl="4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024939" marR="0" lvl="5" indent="-78748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429927" marR="0" lvl="6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2834914" marR="0" lvl="7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239902" marR="0" lvl="8" indent="-78748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577422" y="10009781"/>
            <a:ext cx="3644920" cy="57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-78748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04988" marR="0" lvl="1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809976" marR="0" lvl="2" indent="-78748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214963" marR="0" lvl="3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619951" marR="0" lvl="4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024939" marR="0" lvl="5" indent="-78748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429927" marR="0" lvl="6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2834914" marR="0" lvl="7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239902" marR="0" lvl="8" indent="-78748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7627332" y="10009781"/>
            <a:ext cx="2429947" cy="57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6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6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6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6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6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6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6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6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6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42484" y="574988"/>
            <a:ext cx="9314796" cy="2087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1pPr>
            <a:lvl2pPr marL="0" marR="0" lvl="1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0" marR="0" lvl="2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0" marR="0" lvl="3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0" marR="0" lvl="4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0" marR="0" lvl="5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0" marR="0" lvl="6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0" marR="0" lvl="7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0" marR="0" lvl="8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42484" y="2874937"/>
            <a:ext cx="9314796" cy="6852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1pPr>
            <a:lvl2pPr marL="914400" marR="0" lvl="1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2pPr>
            <a:lvl3pPr marL="1371600" marR="0" lvl="2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3pPr>
            <a:lvl4pPr marL="1828800" marR="0" lvl="3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4pPr>
            <a:lvl5pPr marL="2286000" marR="0" lvl="4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5pPr>
            <a:lvl6pPr marL="2743200" marR="0" lvl="5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6pPr>
            <a:lvl7pPr marL="3200400" marR="0" lvl="6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7pPr>
            <a:lvl8pPr marL="3657600" marR="0" lvl="7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8pPr>
            <a:lvl9pPr marL="4114800" marR="0" lvl="8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742484" y="10009781"/>
            <a:ext cx="2429947" cy="57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04988" marR="0" lvl="1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809976" marR="0" lvl="2" indent="-78748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214963" marR="0" lvl="3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619951" marR="0" lvl="4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024939" marR="0" lvl="5" indent="-78748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429927" marR="0" lvl="6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2834914" marR="0" lvl="7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239902" marR="0" lvl="8" indent="-78748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577422" y="10009781"/>
            <a:ext cx="3644920" cy="57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-78748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04988" marR="0" lvl="1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809976" marR="0" lvl="2" indent="-78748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214963" marR="0" lvl="3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619951" marR="0" lvl="4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024939" marR="0" lvl="5" indent="-78748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429927" marR="0" lvl="6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2834914" marR="0" lvl="7" indent="-78748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239902" marR="0" lvl="8" indent="-78748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7627332" y="10009781"/>
            <a:ext cx="2429947" cy="57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6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6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6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6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6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6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6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6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6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>
            <a:spLocks noGrp="1"/>
          </p:cNvSpPr>
          <p:nvPr>
            <p:ph type="title"/>
          </p:nvPr>
        </p:nvSpPr>
        <p:spPr>
          <a:xfrm>
            <a:off x="742484" y="2685879"/>
            <a:ext cx="9314795" cy="1174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0985" tIns="40481" rIns="80985" bIns="40481" anchor="ctr" anchorCtr="0">
            <a:noAutofit/>
          </a:bodyPr>
          <a:lstStyle/>
          <a:p>
            <a:r>
              <a:rPr lang="en-IN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My first RC plane</a:t>
            </a:r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16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914930" y="3979600"/>
            <a:ext cx="6969903" cy="38544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>
            <a:spLocks noGrp="1"/>
          </p:cNvSpPr>
          <p:nvPr>
            <p:ph type="title"/>
          </p:nvPr>
        </p:nvSpPr>
        <p:spPr>
          <a:xfrm>
            <a:off x="742484" y="2685879"/>
            <a:ext cx="9314795" cy="1174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0985" tIns="40481" rIns="80985" bIns="40481" anchor="ctr" anchorCtr="0">
            <a:noAutofit/>
          </a:bodyPr>
          <a:lstStyle/>
          <a:p>
            <a:r>
              <a:rPr lang="en-IN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Plane with dihedral</a:t>
            </a:r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9" name="Google Shape;109;p17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830250" y="3979600"/>
            <a:ext cx="5139263" cy="38544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>
            <a:spLocks noGrp="1"/>
          </p:cNvSpPr>
          <p:nvPr>
            <p:ph type="title"/>
          </p:nvPr>
        </p:nvSpPr>
        <p:spPr>
          <a:xfrm>
            <a:off x="742484" y="2685879"/>
            <a:ext cx="9314795" cy="1174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0985" tIns="40481" rIns="80985" bIns="40481" anchor="ctr" anchorCtr="0">
            <a:noAutofit/>
          </a:bodyPr>
          <a:lstStyle/>
          <a:p>
            <a:r>
              <a:rPr lang="en-IN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Delta wing</a:t>
            </a:r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1" name="Google Shape;91;p14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384411" y="3979600"/>
            <a:ext cx="6030941" cy="38544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>
            <a:spLocks noGrp="1"/>
          </p:cNvSpPr>
          <p:nvPr>
            <p:ph type="title"/>
          </p:nvPr>
        </p:nvSpPr>
        <p:spPr>
          <a:xfrm>
            <a:off x="742484" y="2685879"/>
            <a:ext cx="9314795" cy="1174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0985" tIns="40481" rIns="80985" bIns="40481" anchor="ctr" anchorCtr="0">
            <a:noAutofit/>
          </a:bodyPr>
          <a:lstStyle/>
          <a:p>
            <a:r>
              <a:rPr lang="en-IN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9cc IC engine powered</a:t>
            </a:r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7" name="Google Shape;97;p15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830250" y="3979600"/>
            <a:ext cx="5139263" cy="38544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</Words>
  <Application>Microsoft Office PowerPoint</Application>
  <PresentationFormat>Custom</PresentationFormat>
  <Paragraphs>4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My first RC plane</vt:lpstr>
      <vt:lpstr>Plane with dihedral</vt:lpstr>
      <vt:lpstr>Delta wing</vt:lpstr>
      <vt:lpstr>9cc IC engine powered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first RC plane</dc:title>
  <dc:creator>Nithish</dc:creator>
  <cp:lastModifiedBy>Nithish K Gnani</cp:lastModifiedBy>
  <cp:revision>1</cp:revision>
  <dcterms:modified xsi:type="dcterms:W3CDTF">2023-08-11T09:50:50Z</dcterms:modified>
</cp:coreProperties>
</file>