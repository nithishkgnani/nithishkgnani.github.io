
<file path=[Content_Types].xml><?xml version="1.0" encoding="utf-8"?>
<Types xmlns="http://schemas.openxmlformats.org/package/2006/content-types">
  <Default Extension="jpeg" ContentType="image/jpeg"/>
  <Default Extension="jpg" ContentType="image/pn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18"/>
  </p:notesMasterIdLst>
  <p:handoutMasterIdLst>
    <p:handoutMasterId r:id="rId19"/>
  </p:handoutMasterIdLst>
  <p:sldIdLst>
    <p:sldId id="258" r:id="rId2"/>
    <p:sldId id="341" r:id="rId3"/>
    <p:sldId id="340" r:id="rId4"/>
    <p:sldId id="342" r:id="rId5"/>
    <p:sldId id="343" r:id="rId6"/>
    <p:sldId id="344" r:id="rId7"/>
    <p:sldId id="616" r:id="rId8"/>
    <p:sldId id="614" r:id="rId9"/>
    <p:sldId id="615" r:id="rId10"/>
    <p:sldId id="618" r:id="rId11"/>
    <p:sldId id="624" r:id="rId12"/>
    <p:sldId id="619" r:id="rId13"/>
    <p:sldId id="620" r:id="rId14"/>
    <p:sldId id="621" r:id="rId15"/>
    <p:sldId id="622" r:id="rId16"/>
    <p:sldId id="623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1152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  <p15:guide id="5" orient="horz" pos="3072" userDrawn="1">
          <p15:clr>
            <a:srgbClr val="A4A3A4"/>
          </p15:clr>
        </p15:guide>
        <p15:guide id="6" orient="horz" pos="432" userDrawn="1">
          <p15:clr>
            <a:srgbClr val="A4A3A4"/>
          </p15:clr>
        </p15:guide>
        <p15:guide id="7" orient="horz" pos="3648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766" userDrawn="1">
          <p15:clr>
            <a:srgbClr val="A4A3A4"/>
          </p15:clr>
        </p15:guide>
        <p15:guide id="10" pos="6912" userDrawn="1">
          <p15:clr>
            <a:srgbClr val="A4A3A4"/>
          </p15:clr>
        </p15:guide>
        <p15:guide id="11" pos="5711" userDrawn="1">
          <p15:clr>
            <a:srgbClr val="A4A3A4"/>
          </p15:clr>
        </p15:guide>
        <p15:guide id="12" pos="7247" userDrawn="1">
          <p15:clr>
            <a:srgbClr val="A4A3A4"/>
          </p15:clr>
        </p15:guide>
        <p15:guide id="13" pos="3695" userDrawn="1">
          <p15:clr>
            <a:srgbClr val="A4A3A4"/>
          </p15:clr>
        </p15:guide>
        <p15:guide id="14" pos="431" userDrawn="1">
          <p15:clr>
            <a:srgbClr val="A4A3A4"/>
          </p15:clr>
        </p15:guide>
        <p15:guide id="15" pos="28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C4FF0E"/>
    <a:srgbClr val="99FF99"/>
    <a:srgbClr val="81C0EE"/>
    <a:srgbClr val="F0904E"/>
    <a:srgbClr val="660033"/>
    <a:srgbClr val="F3A671"/>
    <a:srgbClr val="D7E686"/>
    <a:srgbClr val="ED7D31"/>
    <a:srgbClr val="C0E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7427" autoAdjust="0"/>
  </p:normalViewPr>
  <p:slideViewPr>
    <p:cSldViewPr>
      <p:cViewPr varScale="1">
        <p:scale>
          <a:sx n="100" d="100"/>
          <a:sy n="100" d="100"/>
        </p:scale>
        <p:origin x="912" y="90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324"/>
    </p:cViewPr>
  </p:sorterViewPr>
  <p:notesViewPr>
    <p:cSldViewPr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sh K Gnani" userId="43bfcf3e-fe49-4cb5-aa63-8e643e80348d" providerId="ADAL" clId="{E5A66123-5CEA-4FDB-B5C6-0B9123D3B84A}"/>
    <pc:docChg chg="undo redo custSel addSld delSld modSld sldOrd">
      <pc:chgData name="Nithish K Gnani" userId="43bfcf3e-fe49-4cb5-aa63-8e643e80348d" providerId="ADAL" clId="{E5A66123-5CEA-4FDB-B5C6-0B9123D3B84A}" dt="2023-02-15T16:25:38.700" v="1910"/>
      <pc:docMkLst>
        <pc:docMk/>
      </pc:docMkLst>
      <pc:sldChg chg="addSp delSp modSp mod">
        <pc:chgData name="Nithish K Gnani" userId="43bfcf3e-fe49-4cb5-aa63-8e643e80348d" providerId="ADAL" clId="{E5A66123-5CEA-4FDB-B5C6-0B9123D3B84A}" dt="2023-02-15T16:23:53.060" v="1903" actId="20577"/>
        <pc:sldMkLst>
          <pc:docMk/>
          <pc:sldMk cId="607121508" sldId="256"/>
        </pc:sldMkLst>
        <pc:spChg chg="mod">
          <ac:chgData name="Nithish K Gnani" userId="43bfcf3e-fe49-4cb5-aa63-8e643e80348d" providerId="ADAL" clId="{E5A66123-5CEA-4FDB-B5C6-0B9123D3B84A}" dt="2023-02-15T14:28:42.001" v="35" actId="20577"/>
          <ac:spMkLst>
            <pc:docMk/>
            <pc:sldMk cId="607121508" sldId="256"/>
            <ac:spMk id="2" creationId="{B501C397-F2D7-43B2-8C24-79BF87BD6559}"/>
          </ac:spMkLst>
        </pc:spChg>
        <pc:spChg chg="mod">
          <ac:chgData name="Nithish K Gnani" userId="43bfcf3e-fe49-4cb5-aa63-8e643e80348d" providerId="ADAL" clId="{E5A66123-5CEA-4FDB-B5C6-0B9123D3B84A}" dt="2023-02-15T16:23:53.060" v="1903" actId="20577"/>
          <ac:spMkLst>
            <pc:docMk/>
            <pc:sldMk cId="607121508" sldId="256"/>
            <ac:spMk id="3" creationId="{E6318CE5-4DC9-4307-8D86-A0833453D9F6}"/>
          </ac:spMkLst>
        </pc:spChg>
        <pc:picChg chg="add mod modCrop">
          <ac:chgData name="Nithish K Gnani" userId="43bfcf3e-fe49-4cb5-aa63-8e643e80348d" providerId="ADAL" clId="{E5A66123-5CEA-4FDB-B5C6-0B9123D3B84A}" dt="2023-02-15T14:30:31.293" v="45" actId="1076"/>
          <ac:picMkLst>
            <pc:docMk/>
            <pc:sldMk cId="607121508" sldId="256"/>
            <ac:picMk id="6" creationId="{522F9050-3F8A-4B06-9208-9D0C18B0534E}"/>
          </ac:picMkLst>
        </pc:picChg>
        <pc:picChg chg="del">
          <ac:chgData name="Nithish K Gnani" userId="43bfcf3e-fe49-4cb5-aa63-8e643e80348d" providerId="ADAL" clId="{E5A66123-5CEA-4FDB-B5C6-0B9123D3B84A}" dt="2023-02-15T14:30:00.781" v="41" actId="478"/>
          <ac:picMkLst>
            <pc:docMk/>
            <pc:sldMk cId="607121508" sldId="256"/>
            <ac:picMk id="18" creationId="{F75D952E-C144-4AD5-BDCA-A9CDC8254517}"/>
          </ac:picMkLst>
        </pc:picChg>
      </pc:sldChg>
      <pc:sldChg chg="addSp delSp modSp mod">
        <pc:chgData name="Nithish K Gnani" userId="43bfcf3e-fe49-4cb5-aa63-8e643e80348d" providerId="ADAL" clId="{E5A66123-5CEA-4FDB-B5C6-0B9123D3B84A}" dt="2023-02-15T14:46:39.604" v="543"/>
        <pc:sldMkLst>
          <pc:docMk/>
          <pc:sldMk cId="1573052467" sldId="258"/>
        </pc:sldMkLst>
        <pc:spChg chg="mod">
          <ac:chgData name="Nithish K Gnani" userId="43bfcf3e-fe49-4cb5-aa63-8e643e80348d" providerId="ADAL" clId="{E5A66123-5CEA-4FDB-B5C6-0B9123D3B84A}" dt="2023-02-15T14:37:09.708" v="181" actId="20577"/>
          <ac:spMkLst>
            <pc:docMk/>
            <pc:sldMk cId="1573052467" sldId="258"/>
            <ac:spMk id="2" creationId="{8007D223-38C4-43B4-977E-CF0D2F536D19}"/>
          </ac:spMkLst>
        </pc:spChg>
        <pc:spChg chg="mod">
          <ac:chgData name="Nithish K Gnani" userId="43bfcf3e-fe49-4cb5-aa63-8e643e80348d" providerId="ADAL" clId="{E5A66123-5CEA-4FDB-B5C6-0B9123D3B84A}" dt="2023-02-15T14:31:47.036" v="87" actId="2711"/>
          <ac:spMkLst>
            <pc:docMk/>
            <pc:sldMk cId="1573052467" sldId="258"/>
            <ac:spMk id="3" creationId="{2E2ABE4C-938E-4F24-8AD5-3D85B7B432FF}"/>
          </ac:spMkLst>
        </pc:spChg>
        <pc:spChg chg="del">
          <ac:chgData name="Nithish K Gnani" userId="43bfcf3e-fe49-4cb5-aa63-8e643e80348d" providerId="ADAL" clId="{E5A66123-5CEA-4FDB-B5C6-0B9123D3B84A}" dt="2023-02-15T14:31:12.369" v="66" actId="478"/>
          <ac:spMkLst>
            <pc:docMk/>
            <pc:sldMk cId="1573052467" sldId="258"/>
            <ac:spMk id="4" creationId="{6B23E1EB-BDFB-4834-A806-838FB0E89C0F}"/>
          </ac:spMkLst>
        </pc:spChg>
        <pc:spChg chg="add del mod">
          <ac:chgData name="Nithish K Gnani" userId="43bfcf3e-fe49-4cb5-aa63-8e643e80348d" providerId="ADAL" clId="{E5A66123-5CEA-4FDB-B5C6-0B9123D3B84A}" dt="2023-02-15T14:31:16.171" v="67" actId="478"/>
          <ac:spMkLst>
            <pc:docMk/>
            <pc:sldMk cId="1573052467" sldId="258"/>
            <ac:spMk id="6" creationId="{16088057-EB2A-72AF-38E0-8FCBA932F747}"/>
          </ac:spMkLst>
        </pc:spChg>
        <pc:spChg chg="add del mod">
          <ac:chgData name="Nithish K Gnani" userId="43bfcf3e-fe49-4cb5-aa63-8e643e80348d" providerId="ADAL" clId="{E5A66123-5CEA-4FDB-B5C6-0B9123D3B84A}" dt="2023-02-15T14:37:28.132" v="182" actId="207"/>
          <ac:spMkLst>
            <pc:docMk/>
            <pc:sldMk cId="1573052467" sldId="258"/>
            <ac:spMk id="9" creationId="{610033B3-6B83-FAA3-D8BB-0140B20C2770}"/>
          </ac:spMkLst>
        </pc:spChg>
        <pc:spChg chg="mod">
          <ac:chgData name="Nithish K Gnani" userId="43bfcf3e-fe49-4cb5-aa63-8e643e80348d" providerId="ADAL" clId="{E5A66123-5CEA-4FDB-B5C6-0B9123D3B84A}" dt="2023-02-15T14:31:16.559" v="68"/>
          <ac:spMkLst>
            <pc:docMk/>
            <pc:sldMk cId="1573052467" sldId="258"/>
            <ac:spMk id="11" creationId="{34755DEE-08AA-55BC-E665-9DF1F5959A1E}"/>
          </ac:spMkLst>
        </pc:spChg>
        <pc:spChg chg="mod">
          <ac:chgData name="Nithish K Gnani" userId="43bfcf3e-fe49-4cb5-aa63-8e643e80348d" providerId="ADAL" clId="{E5A66123-5CEA-4FDB-B5C6-0B9123D3B84A}" dt="2023-02-15T14:39:42.116" v="288" actId="14838"/>
          <ac:spMkLst>
            <pc:docMk/>
            <pc:sldMk cId="1573052467" sldId="258"/>
            <ac:spMk id="12" creationId="{17E331D3-7B29-DC56-B486-54991CA28950}"/>
          </ac:spMkLst>
        </pc:spChg>
        <pc:spChg chg="mod">
          <ac:chgData name="Nithish K Gnani" userId="43bfcf3e-fe49-4cb5-aa63-8e643e80348d" providerId="ADAL" clId="{E5A66123-5CEA-4FDB-B5C6-0B9123D3B84A}" dt="2023-02-15T14:37:50.372" v="247" actId="207"/>
          <ac:spMkLst>
            <pc:docMk/>
            <pc:sldMk cId="1573052467" sldId="258"/>
            <ac:spMk id="14" creationId="{90E0E83A-29EF-2BF8-CAEB-088EDD8566F6}"/>
          </ac:spMkLst>
        </pc:spChg>
        <pc:spChg chg="mod">
          <ac:chgData name="Nithish K Gnani" userId="43bfcf3e-fe49-4cb5-aa63-8e643e80348d" providerId="ADAL" clId="{E5A66123-5CEA-4FDB-B5C6-0B9123D3B84A}" dt="2023-02-15T14:39:31.953" v="286" actId="14838"/>
          <ac:spMkLst>
            <pc:docMk/>
            <pc:sldMk cId="1573052467" sldId="258"/>
            <ac:spMk id="15" creationId="{8D1F7B3B-DC40-8BA5-3D93-1B5B2313AD0D}"/>
          </ac:spMkLst>
        </pc:spChg>
        <pc:spChg chg="add del mod">
          <ac:chgData name="Nithish K Gnani" userId="43bfcf3e-fe49-4cb5-aa63-8e643e80348d" providerId="ADAL" clId="{E5A66123-5CEA-4FDB-B5C6-0B9123D3B84A}" dt="2023-02-15T14:33:55.314" v="113" actId="108"/>
          <ac:spMkLst>
            <pc:docMk/>
            <pc:sldMk cId="1573052467" sldId="258"/>
            <ac:spMk id="18" creationId="{98249FA0-034A-45B9-4781-40696C77A2A8}"/>
          </ac:spMkLst>
        </pc:spChg>
        <pc:spChg chg="add del mod">
          <ac:chgData name="Nithish K Gnani" userId="43bfcf3e-fe49-4cb5-aa63-8e643e80348d" providerId="ADAL" clId="{E5A66123-5CEA-4FDB-B5C6-0B9123D3B84A}" dt="2023-02-15T14:35:23.269" v="130" actId="1076"/>
          <ac:spMkLst>
            <pc:docMk/>
            <pc:sldMk cId="1573052467" sldId="258"/>
            <ac:spMk id="19" creationId="{B457A216-B913-737E-F109-48007552DD86}"/>
          </ac:spMkLst>
        </pc:spChg>
        <pc:spChg chg="add del mod">
          <ac:chgData name="Nithish K Gnani" userId="43bfcf3e-fe49-4cb5-aa63-8e643e80348d" providerId="ADAL" clId="{E5A66123-5CEA-4FDB-B5C6-0B9123D3B84A}" dt="2023-02-15T14:39:37.806" v="287" actId="14838"/>
          <ac:spMkLst>
            <pc:docMk/>
            <pc:sldMk cId="1573052467" sldId="258"/>
            <ac:spMk id="21" creationId="{4C24A79C-2231-011A-FB70-CE8DC0119B59}"/>
          </ac:spMkLst>
        </pc:spChg>
        <pc:grpChg chg="add del mod">
          <ac:chgData name="Nithish K Gnani" userId="43bfcf3e-fe49-4cb5-aa63-8e643e80348d" providerId="ADAL" clId="{E5A66123-5CEA-4FDB-B5C6-0B9123D3B84A}" dt="2023-02-15T14:35:16.539" v="128" actId="1076"/>
          <ac:grpSpMkLst>
            <pc:docMk/>
            <pc:sldMk cId="1573052467" sldId="258"/>
            <ac:grpSpMk id="10" creationId="{4381F085-3B0D-FBE3-9020-442ED89F47C6}"/>
          </ac:grpSpMkLst>
        </pc:grpChg>
        <pc:grpChg chg="add del mod">
          <ac:chgData name="Nithish K Gnani" userId="43bfcf3e-fe49-4cb5-aa63-8e643e80348d" providerId="ADAL" clId="{E5A66123-5CEA-4FDB-B5C6-0B9123D3B84A}" dt="2023-02-15T14:35:05.133" v="125" actId="1076"/>
          <ac:grpSpMkLst>
            <pc:docMk/>
            <pc:sldMk cId="1573052467" sldId="258"/>
            <ac:grpSpMk id="13" creationId="{55EE4559-E422-8B43-D477-0698F37DD59C}"/>
          </ac:grpSpMkLst>
        </pc:grpChg>
        <pc:graphicFrameChg chg="add del mod modGraphic">
          <ac:chgData name="Nithish K Gnani" userId="43bfcf3e-fe49-4cb5-aa63-8e643e80348d" providerId="ADAL" clId="{E5A66123-5CEA-4FDB-B5C6-0B9123D3B84A}" dt="2023-02-15T14:46:39.604" v="543"/>
          <ac:graphicFrameMkLst>
            <pc:docMk/>
            <pc:sldMk cId="1573052467" sldId="258"/>
            <ac:graphicFrameMk id="7" creationId="{A1E24F50-4B4F-EE89-DA31-BEFA8B7D2D8D}"/>
          </ac:graphicFrameMkLst>
        </pc:graphicFrameChg>
        <pc:graphicFrameChg chg="add del mod modGraphic">
          <ac:chgData name="Nithish K Gnani" userId="43bfcf3e-fe49-4cb5-aa63-8e643e80348d" providerId="ADAL" clId="{E5A66123-5CEA-4FDB-B5C6-0B9123D3B84A}" dt="2023-02-15T14:35:53.294" v="133" actId="1076"/>
          <ac:graphicFrameMkLst>
            <pc:docMk/>
            <pc:sldMk cId="1573052467" sldId="258"/>
            <ac:graphicFrameMk id="8" creationId="{3B3C451E-2276-4BDB-B1E1-494EED2895AB}"/>
          </ac:graphicFrameMkLst>
        </pc:graphicFrameChg>
        <pc:cxnChg chg="add del mod">
          <ac:chgData name="Nithish K Gnani" userId="43bfcf3e-fe49-4cb5-aa63-8e643e80348d" providerId="ADAL" clId="{E5A66123-5CEA-4FDB-B5C6-0B9123D3B84A}" dt="2023-02-15T14:35:05.133" v="125" actId="1076"/>
          <ac:cxnSpMkLst>
            <pc:docMk/>
            <pc:sldMk cId="1573052467" sldId="258"/>
            <ac:cxnSpMk id="16" creationId="{3F792164-128B-748D-D195-D3F307ADF25D}"/>
          </ac:cxnSpMkLst>
        </pc:cxnChg>
        <pc:cxnChg chg="add del mod">
          <ac:chgData name="Nithish K Gnani" userId="43bfcf3e-fe49-4cb5-aa63-8e643e80348d" providerId="ADAL" clId="{E5A66123-5CEA-4FDB-B5C6-0B9123D3B84A}" dt="2023-02-15T14:35:16.539" v="128" actId="1076"/>
          <ac:cxnSpMkLst>
            <pc:docMk/>
            <pc:sldMk cId="1573052467" sldId="258"/>
            <ac:cxnSpMk id="17" creationId="{888CDF4A-C7B6-EA8A-6D2F-9185F3A8C332}"/>
          </ac:cxnSpMkLst>
        </pc:cxnChg>
        <pc:cxnChg chg="add del mod">
          <ac:chgData name="Nithish K Gnani" userId="43bfcf3e-fe49-4cb5-aa63-8e643e80348d" providerId="ADAL" clId="{E5A66123-5CEA-4FDB-B5C6-0B9123D3B84A}" dt="2023-02-15T14:35:19.964" v="129" actId="1076"/>
          <ac:cxnSpMkLst>
            <pc:docMk/>
            <pc:sldMk cId="1573052467" sldId="258"/>
            <ac:cxnSpMk id="20" creationId="{CD4FA796-66B1-5D8F-C3CE-83787A17ACF4}"/>
          </ac:cxnSpMkLst>
        </pc:cxnChg>
      </pc:sldChg>
      <pc:sldChg chg="del">
        <pc:chgData name="Nithish K Gnani" userId="43bfcf3e-fe49-4cb5-aa63-8e643e80348d" providerId="ADAL" clId="{E5A66123-5CEA-4FDB-B5C6-0B9123D3B84A}" dt="2023-02-15T14:28:15.945" v="1" actId="47"/>
        <pc:sldMkLst>
          <pc:docMk/>
          <pc:sldMk cId="1303733256" sldId="260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903960065" sldId="262"/>
        </pc:sldMkLst>
      </pc:sldChg>
      <pc:sldChg chg="del">
        <pc:chgData name="Nithish K Gnani" userId="43bfcf3e-fe49-4cb5-aa63-8e643e80348d" providerId="ADAL" clId="{E5A66123-5CEA-4FDB-B5C6-0B9123D3B84A}" dt="2023-02-15T14:47:16.052" v="545" actId="47"/>
        <pc:sldMkLst>
          <pc:docMk/>
          <pc:sldMk cId="351255564" sldId="270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815141624" sldId="283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639314574" sldId="293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4006283620" sldId="317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057338365" sldId="319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653460105" sldId="322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436460687" sldId="324"/>
        </pc:sldMkLst>
      </pc:sldChg>
      <pc:sldChg chg="del">
        <pc:chgData name="Nithish K Gnani" userId="43bfcf3e-fe49-4cb5-aa63-8e643e80348d" providerId="ADAL" clId="{E5A66123-5CEA-4FDB-B5C6-0B9123D3B84A}" dt="2023-02-15T14:28:20.873" v="2" actId="47"/>
        <pc:sldMkLst>
          <pc:docMk/>
          <pc:sldMk cId="1329952152" sldId="325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1742067673" sldId="326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593656925" sldId="327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855277144" sldId="328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635959473" sldId="329"/>
        </pc:sldMkLst>
      </pc:sldChg>
      <pc:sldChg chg="del">
        <pc:chgData name="Nithish K Gnani" userId="43bfcf3e-fe49-4cb5-aa63-8e643e80348d" providerId="ADAL" clId="{E5A66123-5CEA-4FDB-B5C6-0B9123D3B84A}" dt="2023-02-15T14:28:08.453" v="0" actId="47"/>
        <pc:sldMkLst>
          <pc:docMk/>
          <pc:sldMk cId="292403373" sldId="330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555994928" sldId="331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973688862" sldId="332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4200014508" sldId="338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854711915" sldId="339"/>
        </pc:sldMkLst>
      </pc:sldChg>
      <pc:sldChg chg="addSp delSp modSp mod">
        <pc:chgData name="Nithish K Gnani" userId="43bfcf3e-fe49-4cb5-aa63-8e643e80348d" providerId="ADAL" clId="{E5A66123-5CEA-4FDB-B5C6-0B9123D3B84A}" dt="2023-02-15T14:44:42.115" v="514" actId="1076"/>
        <pc:sldMkLst>
          <pc:docMk/>
          <pc:sldMk cId="671011420" sldId="340"/>
        </pc:sldMkLst>
        <pc:spChg chg="mod">
          <ac:chgData name="Nithish K Gnani" userId="43bfcf3e-fe49-4cb5-aa63-8e643e80348d" providerId="ADAL" clId="{E5A66123-5CEA-4FDB-B5C6-0B9123D3B84A}" dt="2023-02-15T14:42:37.821" v="471" actId="20577"/>
          <ac:spMkLst>
            <pc:docMk/>
            <pc:sldMk cId="671011420" sldId="340"/>
            <ac:spMk id="2" creationId="{AFFC73B9-FD3F-422A-A171-554257B1114D}"/>
          </ac:spMkLst>
        </pc:spChg>
        <pc:spChg chg="del">
          <ac:chgData name="Nithish K Gnani" userId="43bfcf3e-fe49-4cb5-aa63-8e643e80348d" providerId="ADAL" clId="{E5A66123-5CEA-4FDB-B5C6-0B9123D3B84A}" dt="2023-02-15T14:42:42.137" v="472" actId="478"/>
          <ac:spMkLst>
            <pc:docMk/>
            <pc:sldMk cId="671011420" sldId="340"/>
            <ac:spMk id="4" creationId="{6A40A91C-6594-4756-A187-B3D53BB3AE0C}"/>
          </ac:spMkLst>
        </pc:spChg>
        <pc:spChg chg="add del mod">
          <ac:chgData name="Nithish K Gnani" userId="43bfcf3e-fe49-4cb5-aa63-8e643e80348d" providerId="ADAL" clId="{E5A66123-5CEA-4FDB-B5C6-0B9123D3B84A}" dt="2023-02-15T14:42:42.788" v="473" actId="478"/>
          <ac:spMkLst>
            <pc:docMk/>
            <pc:sldMk cId="671011420" sldId="340"/>
            <ac:spMk id="6" creationId="{CC32C644-24D3-D261-04F8-678FBA106D40}"/>
          </ac:spMkLst>
        </pc:spChg>
        <pc:spChg chg="add del mod">
          <ac:chgData name="Nithish K Gnani" userId="43bfcf3e-fe49-4cb5-aa63-8e643e80348d" providerId="ADAL" clId="{E5A66123-5CEA-4FDB-B5C6-0B9123D3B84A}" dt="2023-02-15T14:44:42.115" v="514" actId="1076"/>
          <ac:spMkLst>
            <pc:docMk/>
            <pc:sldMk cId="671011420" sldId="340"/>
            <ac:spMk id="8" creationId="{B7AA0FF5-36FA-1437-AC1A-46E9A5DCF6AE}"/>
          </ac:spMkLst>
        </pc:spChg>
        <pc:graphicFrameChg chg="add del mod">
          <ac:chgData name="Nithish K Gnani" userId="43bfcf3e-fe49-4cb5-aa63-8e643e80348d" providerId="ADAL" clId="{E5A66123-5CEA-4FDB-B5C6-0B9123D3B84A}" dt="2023-02-15T14:44:06.279" v="500"/>
          <ac:graphicFrameMkLst>
            <pc:docMk/>
            <pc:sldMk cId="671011420" sldId="340"/>
            <ac:graphicFrameMk id="7" creationId="{C61852F5-B8FC-4DE4-ACE7-8FA2E0F972A4}"/>
          </ac:graphicFrameMkLst>
        </pc:graphicFrameChg>
      </pc:sldChg>
      <pc:sldChg chg="addSp delSp modSp add mod modNotesTx">
        <pc:chgData name="Nithish K Gnani" userId="43bfcf3e-fe49-4cb5-aa63-8e643e80348d" providerId="ADAL" clId="{E5A66123-5CEA-4FDB-B5C6-0B9123D3B84A}" dt="2023-02-15T16:24:29.800" v="1909" actId="1076"/>
        <pc:sldMkLst>
          <pc:docMk/>
          <pc:sldMk cId="2325394367" sldId="341"/>
        </pc:sldMkLst>
        <pc:spChg chg="mod">
          <ac:chgData name="Nithish K Gnani" userId="43bfcf3e-fe49-4cb5-aa63-8e643e80348d" providerId="ADAL" clId="{E5A66123-5CEA-4FDB-B5C6-0B9123D3B84A}" dt="2023-02-15T14:36:57.947" v="168" actId="20577"/>
          <ac:spMkLst>
            <pc:docMk/>
            <pc:sldMk cId="2325394367" sldId="341"/>
            <ac:spMk id="2" creationId="{8007D223-38C4-43B4-977E-CF0D2F536D19}"/>
          </ac:spMkLst>
        </pc:spChg>
        <pc:spChg chg="del">
          <ac:chgData name="Nithish K Gnani" userId="43bfcf3e-fe49-4cb5-aa63-8e643e80348d" providerId="ADAL" clId="{E5A66123-5CEA-4FDB-B5C6-0B9123D3B84A}" dt="2023-02-15T14:40:00.186" v="289" actId="478"/>
          <ac:spMkLst>
            <pc:docMk/>
            <pc:sldMk cId="2325394367" sldId="341"/>
            <ac:spMk id="9" creationId="{610033B3-6B83-FAA3-D8BB-0140B20C2770}"/>
          </ac:spMkLst>
        </pc:spChg>
        <pc:spChg chg="del">
          <ac:chgData name="Nithish K Gnani" userId="43bfcf3e-fe49-4cb5-aa63-8e643e80348d" providerId="ADAL" clId="{E5A66123-5CEA-4FDB-B5C6-0B9123D3B84A}" dt="2023-02-15T14:40:00.186" v="289" actId="478"/>
          <ac:spMkLst>
            <pc:docMk/>
            <pc:sldMk cId="2325394367" sldId="341"/>
            <ac:spMk id="18" creationId="{98249FA0-034A-45B9-4781-40696C77A2A8}"/>
          </ac:spMkLst>
        </pc:spChg>
        <pc:spChg chg="del">
          <ac:chgData name="Nithish K Gnani" userId="43bfcf3e-fe49-4cb5-aa63-8e643e80348d" providerId="ADAL" clId="{E5A66123-5CEA-4FDB-B5C6-0B9123D3B84A}" dt="2023-02-15T14:40:00.186" v="289" actId="478"/>
          <ac:spMkLst>
            <pc:docMk/>
            <pc:sldMk cId="2325394367" sldId="341"/>
            <ac:spMk id="19" creationId="{B457A216-B913-737E-F109-48007552DD86}"/>
          </ac:spMkLst>
        </pc:spChg>
        <pc:spChg chg="del">
          <ac:chgData name="Nithish K Gnani" userId="43bfcf3e-fe49-4cb5-aa63-8e643e80348d" providerId="ADAL" clId="{E5A66123-5CEA-4FDB-B5C6-0B9123D3B84A}" dt="2023-02-15T14:40:00.186" v="289" actId="478"/>
          <ac:spMkLst>
            <pc:docMk/>
            <pc:sldMk cId="2325394367" sldId="341"/>
            <ac:spMk id="21" creationId="{4C24A79C-2231-011A-FB70-CE8DC0119B59}"/>
          </ac:spMkLst>
        </pc:spChg>
        <pc:grpChg chg="del">
          <ac:chgData name="Nithish K Gnani" userId="43bfcf3e-fe49-4cb5-aa63-8e643e80348d" providerId="ADAL" clId="{E5A66123-5CEA-4FDB-B5C6-0B9123D3B84A}" dt="2023-02-15T14:40:00.186" v="289" actId="478"/>
          <ac:grpSpMkLst>
            <pc:docMk/>
            <pc:sldMk cId="2325394367" sldId="341"/>
            <ac:grpSpMk id="10" creationId="{4381F085-3B0D-FBE3-9020-442ED89F47C6}"/>
          </ac:grpSpMkLst>
        </pc:grpChg>
        <pc:grpChg chg="del">
          <ac:chgData name="Nithish K Gnani" userId="43bfcf3e-fe49-4cb5-aa63-8e643e80348d" providerId="ADAL" clId="{E5A66123-5CEA-4FDB-B5C6-0B9123D3B84A}" dt="2023-02-15T14:40:00.186" v="289" actId="478"/>
          <ac:grpSpMkLst>
            <pc:docMk/>
            <pc:sldMk cId="2325394367" sldId="341"/>
            <ac:grpSpMk id="13" creationId="{55EE4559-E422-8B43-D477-0698F37DD59C}"/>
          </ac:grpSpMkLst>
        </pc:grpChg>
        <pc:graphicFrameChg chg="del">
          <ac:chgData name="Nithish K Gnani" userId="43bfcf3e-fe49-4cb5-aa63-8e643e80348d" providerId="ADAL" clId="{E5A66123-5CEA-4FDB-B5C6-0B9123D3B84A}" dt="2023-02-15T14:40:00.186" v="289" actId="478"/>
          <ac:graphicFrameMkLst>
            <pc:docMk/>
            <pc:sldMk cId="2325394367" sldId="341"/>
            <ac:graphicFrameMk id="7" creationId="{A1E24F50-4B4F-EE89-DA31-BEFA8B7D2D8D}"/>
          </ac:graphicFrameMkLst>
        </pc:graphicFrameChg>
        <pc:graphicFrameChg chg="del">
          <ac:chgData name="Nithish K Gnani" userId="43bfcf3e-fe49-4cb5-aa63-8e643e80348d" providerId="ADAL" clId="{E5A66123-5CEA-4FDB-B5C6-0B9123D3B84A}" dt="2023-02-15T14:40:00.186" v="289" actId="478"/>
          <ac:graphicFrameMkLst>
            <pc:docMk/>
            <pc:sldMk cId="2325394367" sldId="341"/>
            <ac:graphicFrameMk id="8" creationId="{3B3C451E-2276-4BDB-B1E1-494EED2895AB}"/>
          </ac:graphicFrameMkLst>
        </pc:graphicFrameChg>
        <pc:picChg chg="add mod">
          <ac:chgData name="Nithish K Gnani" userId="43bfcf3e-fe49-4cb5-aa63-8e643e80348d" providerId="ADAL" clId="{E5A66123-5CEA-4FDB-B5C6-0B9123D3B84A}" dt="2023-02-15T16:24:29.800" v="1909" actId="1076"/>
          <ac:picMkLst>
            <pc:docMk/>
            <pc:sldMk cId="2325394367" sldId="341"/>
            <ac:picMk id="4" creationId="{2C8D66B6-2234-FC93-8C49-BF073D1E1017}"/>
          </ac:picMkLst>
        </pc:picChg>
        <pc:cxnChg chg="del mod">
          <ac:chgData name="Nithish K Gnani" userId="43bfcf3e-fe49-4cb5-aa63-8e643e80348d" providerId="ADAL" clId="{E5A66123-5CEA-4FDB-B5C6-0B9123D3B84A}" dt="2023-02-15T14:40:00.186" v="289" actId="478"/>
          <ac:cxnSpMkLst>
            <pc:docMk/>
            <pc:sldMk cId="2325394367" sldId="341"/>
            <ac:cxnSpMk id="16" creationId="{3F792164-128B-748D-D195-D3F307ADF25D}"/>
          </ac:cxnSpMkLst>
        </pc:cxnChg>
        <pc:cxnChg chg="del mod">
          <ac:chgData name="Nithish K Gnani" userId="43bfcf3e-fe49-4cb5-aa63-8e643e80348d" providerId="ADAL" clId="{E5A66123-5CEA-4FDB-B5C6-0B9123D3B84A}" dt="2023-02-15T14:40:00.186" v="289" actId="478"/>
          <ac:cxnSpMkLst>
            <pc:docMk/>
            <pc:sldMk cId="2325394367" sldId="341"/>
            <ac:cxnSpMk id="17" creationId="{888CDF4A-C7B6-EA8A-6D2F-9185F3A8C332}"/>
          </ac:cxnSpMkLst>
        </pc:cxnChg>
        <pc:cxnChg chg="del mod">
          <ac:chgData name="Nithish K Gnani" userId="43bfcf3e-fe49-4cb5-aa63-8e643e80348d" providerId="ADAL" clId="{E5A66123-5CEA-4FDB-B5C6-0B9123D3B84A}" dt="2023-02-15T14:40:00.186" v="289" actId="478"/>
          <ac:cxnSpMkLst>
            <pc:docMk/>
            <pc:sldMk cId="2325394367" sldId="341"/>
            <ac:cxnSpMk id="20" creationId="{CD4FA796-66B1-5D8F-C3CE-83787A17ACF4}"/>
          </ac:cxnSpMkLst>
        </pc:cxnChg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402698036" sldId="341"/>
        </pc:sldMkLst>
      </pc:sldChg>
      <pc:sldChg chg="del">
        <pc:chgData name="Nithish K Gnani" userId="43bfcf3e-fe49-4cb5-aa63-8e643e80348d" providerId="ADAL" clId="{E5A66123-5CEA-4FDB-B5C6-0B9123D3B84A}" dt="2023-02-15T14:28:20.873" v="2" actId="47"/>
        <pc:sldMkLst>
          <pc:docMk/>
          <pc:sldMk cId="1620280231" sldId="342"/>
        </pc:sldMkLst>
      </pc:sldChg>
      <pc:sldChg chg="addSp delSp modSp add mod">
        <pc:chgData name="Nithish K Gnani" userId="43bfcf3e-fe49-4cb5-aa63-8e643e80348d" providerId="ADAL" clId="{E5A66123-5CEA-4FDB-B5C6-0B9123D3B84A}" dt="2023-02-15T14:47:47.229" v="576" actId="20577"/>
        <pc:sldMkLst>
          <pc:docMk/>
          <pc:sldMk cId="3629891758" sldId="342"/>
        </pc:sldMkLst>
        <pc:spChg chg="mod">
          <ac:chgData name="Nithish K Gnani" userId="43bfcf3e-fe49-4cb5-aa63-8e643e80348d" providerId="ADAL" clId="{E5A66123-5CEA-4FDB-B5C6-0B9123D3B84A}" dt="2023-02-15T14:47:47.229" v="576" actId="20577"/>
          <ac:spMkLst>
            <pc:docMk/>
            <pc:sldMk cId="3629891758" sldId="342"/>
            <ac:spMk id="2" creationId="{AFFC73B9-FD3F-422A-A171-554257B1114D}"/>
          </ac:spMkLst>
        </pc:spChg>
        <pc:spChg chg="add del mod">
          <ac:chgData name="Nithish K Gnani" userId="43bfcf3e-fe49-4cb5-aa63-8e643e80348d" providerId="ADAL" clId="{E5A66123-5CEA-4FDB-B5C6-0B9123D3B84A}" dt="2023-02-15T14:45:19.498" v="523"/>
          <ac:spMkLst>
            <pc:docMk/>
            <pc:sldMk cId="3629891758" sldId="342"/>
            <ac:spMk id="4" creationId="{B68E8D95-E803-A506-8028-FE40E36B22D3}"/>
          </ac:spMkLst>
        </pc:spChg>
        <pc:spChg chg="add del mod">
          <ac:chgData name="Nithish K Gnani" userId="43bfcf3e-fe49-4cb5-aa63-8e643e80348d" providerId="ADAL" clId="{E5A66123-5CEA-4FDB-B5C6-0B9123D3B84A}" dt="2023-02-15T14:45:19.498" v="523"/>
          <ac:spMkLst>
            <pc:docMk/>
            <pc:sldMk cId="3629891758" sldId="342"/>
            <ac:spMk id="5" creationId="{F974D6EF-4F8E-41CC-B98C-29C25F41EA8B}"/>
          </ac:spMkLst>
        </pc:spChg>
        <pc:spChg chg="del">
          <ac:chgData name="Nithish K Gnani" userId="43bfcf3e-fe49-4cb5-aa63-8e643e80348d" providerId="ADAL" clId="{E5A66123-5CEA-4FDB-B5C6-0B9123D3B84A}" dt="2023-02-15T14:45:07.149" v="516" actId="478"/>
          <ac:spMkLst>
            <pc:docMk/>
            <pc:sldMk cId="3629891758" sldId="342"/>
            <ac:spMk id="8" creationId="{B7AA0FF5-36FA-1437-AC1A-46E9A5DCF6AE}"/>
          </ac:spMkLst>
        </pc:spChg>
        <pc:spChg chg="add del mod">
          <ac:chgData name="Nithish K Gnani" userId="43bfcf3e-fe49-4cb5-aa63-8e643e80348d" providerId="ADAL" clId="{E5A66123-5CEA-4FDB-B5C6-0B9123D3B84A}" dt="2023-02-15T14:45:19.498" v="523"/>
          <ac:spMkLst>
            <pc:docMk/>
            <pc:sldMk cId="3629891758" sldId="342"/>
            <ac:spMk id="9" creationId="{1930E6FF-A7B9-156C-8E53-930B4C5BF5AF}"/>
          </ac:spMkLst>
        </pc:spChg>
        <pc:spChg chg="add del mod">
          <ac:chgData name="Nithish K Gnani" userId="43bfcf3e-fe49-4cb5-aa63-8e643e80348d" providerId="ADAL" clId="{E5A66123-5CEA-4FDB-B5C6-0B9123D3B84A}" dt="2023-02-15T14:45:19.498" v="523"/>
          <ac:spMkLst>
            <pc:docMk/>
            <pc:sldMk cId="3629891758" sldId="342"/>
            <ac:spMk id="12" creationId="{1928287D-D786-2A60-FB8D-5535823FDD2D}"/>
          </ac:spMkLst>
        </pc:spChg>
        <pc:spChg chg="add del mod">
          <ac:chgData name="Nithish K Gnani" userId="43bfcf3e-fe49-4cb5-aa63-8e643e80348d" providerId="ADAL" clId="{E5A66123-5CEA-4FDB-B5C6-0B9123D3B84A}" dt="2023-02-15T14:45:19.498" v="523"/>
          <ac:spMkLst>
            <pc:docMk/>
            <pc:sldMk cId="3629891758" sldId="342"/>
            <ac:spMk id="13" creationId="{64269F30-1810-CA0A-8A05-4DADD9AC8188}"/>
          </ac:spMkLst>
        </pc:spChg>
        <pc:spChg chg="add mod">
          <ac:chgData name="Nithish K Gnani" userId="43bfcf3e-fe49-4cb5-aa63-8e643e80348d" providerId="ADAL" clId="{E5A66123-5CEA-4FDB-B5C6-0B9123D3B84A}" dt="2023-02-15T14:46:58.888" v="544" actId="403"/>
          <ac:spMkLst>
            <pc:docMk/>
            <pc:sldMk cId="3629891758" sldId="342"/>
            <ac:spMk id="18" creationId="{3BEB11BA-6C26-F5CF-52AF-A647ACB64F72}"/>
          </ac:spMkLst>
        </pc:spChg>
        <pc:spChg chg="add mod">
          <ac:chgData name="Nithish K Gnani" userId="43bfcf3e-fe49-4cb5-aa63-8e643e80348d" providerId="ADAL" clId="{E5A66123-5CEA-4FDB-B5C6-0B9123D3B84A}" dt="2023-02-15T14:45:19.509" v="524"/>
          <ac:spMkLst>
            <pc:docMk/>
            <pc:sldMk cId="3629891758" sldId="342"/>
            <ac:spMk id="19" creationId="{8F0D2BB1-8D43-7A16-7478-3B4B69B5AA12}"/>
          </ac:spMkLst>
        </pc:spChg>
        <pc:spChg chg="add mod">
          <ac:chgData name="Nithish K Gnani" userId="43bfcf3e-fe49-4cb5-aa63-8e643e80348d" providerId="ADAL" clId="{E5A66123-5CEA-4FDB-B5C6-0B9123D3B84A}" dt="2023-02-15T14:46:58.888" v="544" actId="403"/>
          <ac:spMkLst>
            <pc:docMk/>
            <pc:sldMk cId="3629891758" sldId="342"/>
            <ac:spMk id="21" creationId="{1F25DF7A-832A-9A89-59D6-C92A32D24E7D}"/>
          </ac:spMkLst>
        </pc:spChg>
        <pc:spChg chg="add mod">
          <ac:chgData name="Nithish K Gnani" userId="43bfcf3e-fe49-4cb5-aa63-8e643e80348d" providerId="ADAL" clId="{E5A66123-5CEA-4FDB-B5C6-0B9123D3B84A}" dt="2023-02-15T14:46:25.904" v="542" actId="1076"/>
          <ac:spMkLst>
            <pc:docMk/>
            <pc:sldMk cId="3629891758" sldId="342"/>
            <ac:spMk id="24" creationId="{B4AD16FE-BCB2-151F-79E0-7C84CF975596}"/>
          </ac:spMkLst>
        </pc:spChg>
        <pc:spChg chg="add mod">
          <ac:chgData name="Nithish K Gnani" userId="43bfcf3e-fe49-4cb5-aa63-8e643e80348d" providerId="ADAL" clId="{E5A66123-5CEA-4FDB-B5C6-0B9123D3B84A}" dt="2023-02-15T14:46:58.888" v="544" actId="403"/>
          <ac:spMkLst>
            <pc:docMk/>
            <pc:sldMk cId="3629891758" sldId="342"/>
            <ac:spMk id="25" creationId="{A5A4F4CF-14B0-36B1-7CC8-6AB25668B652}"/>
          </ac:spMkLst>
        </pc:spChg>
        <pc:graphicFrameChg chg="del">
          <ac:chgData name="Nithish K Gnani" userId="43bfcf3e-fe49-4cb5-aa63-8e643e80348d" providerId="ADAL" clId="{E5A66123-5CEA-4FDB-B5C6-0B9123D3B84A}" dt="2023-02-15T14:45:07.149" v="516" actId="478"/>
          <ac:graphicFrameMkLst>
            <pc:docMk/>
            <pc:sldMk cId="3629891758" sldId="342"/>
            <ac:graphicFrameMk id="7" creationId="{C61852F5-B8FC-4DE4-ACE7-8FA2E0F972A4}"/>
          </ac:graphicFrameMkLst>
        </pc:graphicFrameChg>
        <pc:graphicFrameChg chg="add del mod">
          <ac:chgData name="Nithish K Gnani" userId="43bfcf3e-fe49-4cb5-aa63-8e643e80348d" providerId="ADAL" clId="{E5A66123-5CEA-4FDB-B5C6-0B9123D3B84A}" dt="2023-02-15T14:45:19.498" v="523"/>
          <ac:graphicFrameMkLst>
            <pc:docMk/>
            <pc:sldMk cId="3629891758" sldId="342"/>
            <ac:graphicFrameMk id="11" creationId="{1AE50604-AB05-B0A5-4E9B-D42A7536A00E}"/>
          </ac:graphicFrameMkLst>
        </pc:graphicFrameChg>
        <pc:graphicFrameChg chg="add del mod">
          <ac:chgData name="Nithish K Gnani" userId="43bfcf3e-fe49-4cb5-aa63-8e643e80348d" providerId="ADAL" clId="{E5A66123-5CEA-4FDB-B5C6-0B9123D3B84A}" dt="2023-02-15T14:45:19.498" v="523"/>
          <ac:graphicFrameMkLst>
            <pc:docMk/>
            <pc:sldMk cId="3629891758" sldId="342"/>
            <ac:graphicFrameMk id="15" creationId="{2AE05A5A-5A34-D334-929D-0E34C60EFB56}"/>
          </ac:graphicFrameMkLst>
        </pc:graphicFrameChg>
        <pc:graphicFrameChg chg="add mod modGraphic">
          <ac:chgData name="Nithish K Gnani" userId="43bfcf3e-fe49-4cb5-aa63-8e643e80348d" providerId="ADAL" clId="{E5A66123-5CEA-4FDB-B5C6-0B9123D3B84A}" dt="2023-02-15T14:46:22.534" v="541" actId="1076"/>
          <ac:graphicFrameMkLst>
            <pc:docMk/>
            <pc:sldMk cId="3629891758" sldId="342"/>
            <ac:graphicFrameMk id="23" creationId="{608DB076-2801-E30E-2715-2B49A2D2CF8A}"/>
          </ac:graphicFrameMkLst>
        </pc:graphicFrameChg>
        <pc:graphicFrameChg chg="add mod modGraphic">
          <ac:chgData name="Nithish K Gnani" userId="43bfcf3e-fe49-4cb5-aa63-8e643e80348d" providerId="ADAL" clId="{E5A66123-5CEA-4FDB-B5C6-0B9123D3B84A}" dt="2023-02-15T14:46:14.362" v="538" actId="1076"/>
          <ac:graphicFrameMkLst>
            <pc:docMk/>
            <pc:sldMk cId="3629891758" sldId="342"/>
            <ac:graphicFrameMk id="27" creationId="{092983B6-ADCC-F896-315F-8EFEC4936B16}"/>
          </ac:graphicFrameMkLst>
        </pc:graphicFrameChg>
        <pc:cxnChg chg="add del mod">
          <ac:chgData name="Nithish K Gnani" userId="43bfcf3e-fe49-4cb5-aa63-8e643e80348d" providerId="ADAL" clId="{E5A66123-5CEA-4FDB-B5C6-0B9123D3B84A}" dt="2023-02-15T14:45:19.498" v="523"/>
          <ac:cxnSpMkLst>
            <pc:docMk/>
            <pc:sldMk cId="3629891758" sldId="342"/>
            <ac:cxnSpMk id="6" creationId="{A578981F-B0F3-D86F-63B1-E0AF0DEB354C}"/>
          </ac:cxnSpMkLst>
        </pc:cxnChg>
        <pc:cxnChg chg="add del mod">
          <ac:chgData name="Nithish K Gnani" userId="43bfcf3e-fe49-4cb5-aa63-8e643e80348d" providerId="ADAL" clId="{E5A66123-5CEA-4FDB-B5C6-0B9123D3B84A}" dt="2023-02-15T14:45:19.498" v="523"/>
          <ac:cxnSpMkLst>
            <pc:docMk/>
            <pc:sldMk cId="3629891758" sldId="342"/>
            <ac:cxnSpMk id="10" creationId="{1C7FDABE-67F9-185D-6D43-DAABA8094BE7}"/>
          </ac:cxnSpMkLst>
        </pc:cxnChg>
        <pc:cxnChg chg="add del mod">
          <ac:chgData name="Nithish K Gnani" userId="43bfcf3e-fe49-4cb5-aa63-8e643e80348d" providerId="ADAL" clId="{E5A66123-5CEA-4FDB-B5C6-0B9123D3B84A}" dt="2023-02-15T14:45:19.498" v="523"/>
          <ac:cxnSpMkLst>
            <pc:docMk/>
            <pc:sldMk cId="3629891758" sldId="342"/>
            <ac:cxnSpMk id="14" creationId="{45864AC9-4BF7-7C64-354A-481A9D4FC379}"/>
          </ac:cxnSpMkLst>
        </pc:cxnChg>
        <pc:cxnChg chg="add del mod">
          <ac:chgData name="Nithish K Gnani" userId="43bfcf3e-fe49-4cb5-aa63-8e643e80348d" providerId="ADAL" clId="{E5A66123-5CEA-4FDB-B5C6-0B9123D3B84A}" dt="2023-02-15T14:45:19.498" v="523"/>
          <ac:cxnSpMkLst>
            <pc:docMk/>
            <pc:sldMk cId="3629891758" sldId="342"/>
            <ac:cxnSpMk id="16" creationId="{A41E7A6D-279E-2DB9-88EC-8E0D6F6CD436}"/>
          </ac:cxnSpMkLst>
        </pc:cxnChg>
        <pc:cxnChg chg="add del mod">
          <ac:chgData name="Nithish K Gnani" userId="43bfcf3e-fe49-4cb5-aa63-8e643e80348d" providerId="ADAL" clId="{E5A66123-5CEA-4FDB-B5C6-0B9123D3B84A}" dt="2023-02-15T14:45:19.498" v="523"/>
          <ac:cxnSpMkLst>
            <pc:docMk/>
            <pc:sldMk cId="3629891758" sldId="342"/>
            <ac:cxnSpMk id="17" creationId="{BD36FAE3-9E6B-A675-26BF-99D89974FE0D}"/>
          </ac:cxnSpMkLst>
        </pc:cxnChg>
        <pc:cxnChg chg="add mod">
          <ac:chgData name="Nithish K Gnani" userId="43bfcf3e-fe49-4cb5-aa63-8e643e80348d" providerId="ADAL" clId="{E5A66123-5CEA-4FDB-B5C6-0B9123D3B84A}" dt="2023-02-15T14:45:19.509" v="524"/>
          <ac:cxnSpMkLst>
            <pc:docMk/>
            <pc:sldMk cId="3629891758" sldId="342"/>
            <ac:cxnSpMk id="20" creationId="{9390D634-3761-D451-B7EC-1F5F69A362F3}"/>
          </ac:cxnSpMkLst>
        </pc:cxnChg>
        <pc:cxnChg chg="add mod">
          <ac:chgData name="Nithish K Gnani" userId="43bfcf3e-fe49-4cb5-aa63-8e643e80348d" providerId="ADAL" clId="{E5A66123-5CEA-4FDB-B5C6-0B9123D3B84A}" dt="2023-02-15T14:45:19.509" v="524"/>
          <ac:cxnSpMkLst>
            <pc:docMk/>
            <pc:sldMk cId="3629891758" sldId="342"/>
            <ac:cxnSpMk id="22" creationId="{F03A6637-F18E-4CDB-0B88-40FF4AF33797}"/>
          </ac:cxnSpMkLst>
        </pc:cxnChg>
        <pc:cxnChg chg="add mod">
          <ac:chgData name="Nithish K Gnani" userId="43bfcf3e-fe49-4cb5-aa63-8e643e80348d" providerId="ADAL" clId="{E5A66123-5CEA-4FDB-B5C6-0B9123D3B84A}" dt="2023-02-15T14:45:19.509" v="524"/>
          <ac:cxnSpMkLst>
            <pc:docMk/>
            <pc:sldMk cId="3629891758" sldId="342"/>
            <ac:cxnSpMk id="26" creationId="{F38DF993-1535-8FE5-C3E0-3C10C7A817F6}"/>
          </ac:cxnSpMkLst>
        </pc:cxnChg>
        <pc:cxnChg chg="add mod">
          <ac:chgData name="Nithish K Gnani" userId="43bfcf3e-fe49-4cb5-aa63-8e643e80348d" providerId="ADAL" clId="{E5A66123-5CEA-4FDB-B5C6-0B9123D3B84A}" dt="2023-02-15T14:45:19.509" v="524"/>
          <ac:cxnSpMkLst>
            <pc:docMk/>
            <pc:sldMk cId="3629891758" sldId="342"/>
            <ac:cxnSpMk id="28" creationId="{F9D987A6-9372-B4A3-2916-476F27B2F307}"/>
          </ac:cxnSpMkLst>
        </pc:cxnChg>
        <pc:cxnChg chg="add mod">
          <ac:chgData name="Nithish K Gnani" userId="43bfcf3e-fe49-4cb5-aa63-8e643e80348d" providerId="ADAL" clId="{E5A66123-5CEA-4FDB-B5C6-0B9123D3B84A}" dt="2023-02-15T14:45:19.509" v="524"/>
          <ac:cxnSpMkLst>
            <pc:docMk/>
            <pc:sldMk cId="3629891758" sldId="342"/>
            <ac:cxnSpMk id="29" creationId="{D7075652-7BF0-F7B9-CD17-5EA5FB36CEC4}"/>
          </ac:cxnSpMkLst>
        </pc:cxnChg>
      </pc:sldChg>
      <pc:sldChg chg="addSp delSp modSp new mod modNotesTx">
        <pc:chgData name="Nithish K Gnani" userId="43bfcf3e-fe49-4cb5-aa63-8e643e80348d" providerId="ADAL" clId="{E5A66123-5CEA-4FDB-B5C6-0B9123D3B84A}" dt="2023-02-15T14:56:06.487" v="723" actId="20577"/>
        <pc:sldMkLst>
          <pc:docMk/>
          <pc:sldMk cId="3610643620" sldId="343"/>
        </pc:sldMkLst>
        <pc:spChg chg="mod">
          <ac:chgData name="Nithish K Gnani" userId="43bfcf3e-fe49-4cb5-aa63-8e643e80348d" providerId="ADAL" clId="{E5A66123-5CEA-4FDB-B5C6-0B9123D3B84A}" dt="2023-02-15T14:47:40.696" v="573" actId="20577"/>
          <ac:spMkLst>
            <pc:docMk/>
            <pc:sldMk cId="3610643620" sldId="343"/>
            <ac:spMk id="2" creationId="{012F06C7-7AB3-FBF9-D653-D15E58A72F6D}"/>
          </ac:spMkLst>
        </pc:spChg>
        <pc:spChg chg="del">
          <ac:chgData name="Nithish K Gnani" userId="43bfcf3e-fe49-4cb5-aa63-8e643e80348d" providerId="ADAL" clId="{E5A66123-5CEA-4FDB-B5C6-0B9123D3B84A}" dt="2023-02-15T14:47:58.441" v="577" actId="478"/>
          <ac:spMkLst>
            <pc:docMk/>
            <pc:sldMk cId="3610643620" sldId="343"/>
            <ac:spMk id="4" creationId="{3789D763-7A93-D514-3598-16E557CEDC0A}"/>
          </ac:spMkLst>
        </pc:spChg>
        <pc:spChg chg="add del mod">
          <ac:chgData name="Nithish K Gnani" userId="43bfcf3e-fe49-4cb5-aa63-8e643e80348d" providerId="ADAL" clId="{E5A66123-5CEA-4FDB-B5C6-0B9123D3B84A}" dt="2023-02-15T14:48:00.926" v="579" actId="478"/>
          <ac:spMkLst>
            <pc:docMk/>
            <pc:sldMk cId="3610643620" sldId="343"/>
            <ac:spMk id="5" creationId="{C7CC2242-8DB3-C6BE-A26D-C016DDC6A237}"/>
          </ac:spMkLst>
        </pc:spChg>
        <pc:spChg chg="add del mod">
          <ac:chgData name="Nithish K Gnani" userId="43bfcf3e-fe49-4cb5-aa63-8e643e80348d" providerId="ADAL" clId="{E5A66123-5CEA-4FDB-B5C6-0B9123D3B84A}" dt="2023-02-15T14:48:00.926" v="579" actId="478"/>
          <ac:spMkLst>
            <pc:docMk/>
            <pc:sldMk cId="3610643620" sldId="343"/>
            <ac:spMk id="6" creationId="{2F51C4FB-65A9-81B2-C45A-48484936650C}"/>
          </ac:spMkLst>
        </pc:spChg>
        <pc:spChg chg="add del mod">
          <ac:chgData name="Nithish K Gnani" userId="43bfcf3e-fe49-4cb5-aa63-8e643e80348d" providerId="ADAL" clId="{E5A66123-5CEA-4FDB-B5C6-0B9123D3B84A}" dt="2023-02-15T14:48:00.926" v="579" actId="478"/>
          <ac:spMkLst>
            <pc:docMk/>
            <pc:sldMk cId="3610643620" sldId="343"/>
            <ac:spMk id="8" creationId="{1F99E8F5-8A3B-6C19-6D50-87C440948478}"/>
          </ac:spMkLst>
        </pc:spChg>
        <pc:spChg chg="add del mod">
          <ac:chgData name="Nithish K Gnani" userId="43bfcf3e-fe49-4cb5-aa63-8e643e80348d" providerId="ADAL" clId="{E5A66123-5CEA-4FDB-B5C6-0B9123D3B84A}" dt="2023-02-15T14:48:00.926" v="579" actId="478"/>
          <ac:spMkLst>
            <pc:docMk/>
            <pc:sldMk cId="3610643620" sldId="343"/>
            <ac:spMk id="11" creationId="{7A61E886-DB62-97F9-5090-E476EFF25496}"/>
          </ac:spMkLst>
        </pc:spChg>
        <pc:spChg chg="add del mod">
          <ac:chgData name="Nithish K Gnani" userId="43bfcf3e-fe49-4cb5-aa63-8e643e80348d" providerId="ADAL" clId="{E5A66123-5CEA-4FDB-B5C6-0B9123D3B84A}" dt="2023-02-15T14:48:00.926" v="579" actId="478"/>
          <ac:spMkLst>
            <pc:docMk/>
            <pc:sldMk cId="3610643620" sldId="343"/>
            <ac:spMk id="12" creationId="{82B13DC1-1F4B-056E-4419-ADFD21C5EC8D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17" creationId="{AA08D251-F99E-658A-296D-156EAB900AD3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18" creationId="{95B4F581-5D73-3001-FCC0-C31B8A4F4696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19" creationId="{006B8F3D-9EBA-C3C2-3EAA-2B1A72886568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0" creationId="{9C38F844-F5F3-9F55-F6B2-A94CD3602E98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1" creationId="{F8534D11-1EB6-9D81-AF27-58D6C55C9B13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2" creationId="{540A7AAD-6804-64AA-8EB2-B8AEF94E4D42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3" creationId="{F7CEC5D0-E96B-8C21-989C-153F44268789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4" creationId="{4B4A897E-94EE-8A4E-79C1-2DCE5CC113A7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5" creationId="{7B9DBBF7-F2A2-BD97-C508-EBE687CCD277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6" creationId="{51634653-81DE-5631-F469-E83731AA06BB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7" creationId="{0452AF22-40EF-DAA4-152D-663354398F16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8" creationId="{63DC39C7-AC3B-D736-82DE-09D09B2A06D9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29" creationId="{29CC308F-BC0A-826F-21A7-93EA3127AAEB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35" creationId="{9270D01A-0872-77CE-3BF0-45A7EC343EE2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37" creationId="{FEB6DED9-D8F9-1752-F264-30F284749C02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38" creationId="{552EBE2D-A120-A583-DE92-B9B38625B488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39" creationId="{1949C420-77BC-1D39-6C93-672F74ED3120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40" creationId="{52431FE7-B26E-1754-3121-83B69B461A40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41" creationId="{B5EAE9AF-1EF3-45A0-D04C-B67DDED07993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0" creationId="{D0703D8E-1AC9-D2CA-1BAB-F73E2A8B8617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3" creationId="{392062A6-B975-255A-CAA1-98DE307B9C27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4" creationId="{DBC2D29E-2425-3AD8-556B-766A75BA225B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5" creationId="{2E70FCA8-4DF9-B5EF-F2A3-3B8B7FB914CF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6" creationId="{D1E7E43C-AFCF-DEE1-048C-FF3F9C751356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7" creationId="{692B74CF-3A76-150E-0523-AD0C6F06CC87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8" creationId="{45FCCCF0-E7A1-9700-967C-3758D122D072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59" creationId="{060EDC2E-D379-F459-863B-BB469342DBAD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60" creationId="{90E9C3A1-E0B3-5634-6A81-71E9D0E6B304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61" creationId="{D3DF34E8-A640-3AA4-B6AC-77CEEF8FC18D}"/>
          </ac:spMkLst>
        </pc:spChg>
        <pc:spChg chg="add del mod">
          <ac:chgData name="Nithish K Gnani" userId="43bfcf3e-fe49-4cb5-aa63-8e643e80348d" providerId="ADAL" clId="{E5A66123-5CEA-4FDB-B5C6-0B9123D3B84A}" dt="2023-02-15T14:48:07.751" v="583"/>
          <ac:spMkLst>
            <pc:docMk/>
            <pc:sldMk cId="3610643620" sldId="343"/>
            <ac:spMk id="62" creationId="{A168C31F-A039-4415-6B91-9B794766ACEB}"/>
          </ac:spMkLst>
        </pc:spChg>
        <pc:spChg chg="add mod">
          <ac:chgData name="Nithish K Gnani" userId="43bfcf3e-fe49-4cb5-aa63-8e643e80348d" providerId="ADAL" clId="{E5A66123-5CEA-4FDB-B5C6-0B9123D3B84A}" dt="2023-02-15T14:52:39.421" v="658" actId="1076"/>
          <ac:spMkLst>
            <pc:docMk/>
            <pc:sldMk cId="3610643620" sldId="343"/>
            <ac:spMk id="64" creationId="{FE04425B-82DB-6895-6372-17FD4A91A535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65" creationId="{ED78FCE8-C0F9-D048-3306-13D8596E1C87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66" creationId="{810BD857-F72F-8CC6-7ACE-7889BE662DA0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67" creationId="{0B508978-BBCE-D55E-8C8F-8EA46269BA96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68" creationId="{04A8B7B8-A14B-EC33-74BD-4CBC14D86770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69" creationId="{184E0F69-CE8D-A93D-276B-449D0B02711A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70" creationId="{EE81E71A-9EFC-C2FC-F594-1EE612CDA66C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71" creationId="{89B61599-625A-64BB-EE2B-A88A6C94BCAC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72" creationId="{9BCEFDF0-1767-CF2D-64DA-E5FD518605A3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73" creationId="{D5056494-B062-32F7-2331-FBDFB7C20782}"/>
          </ac:spMkLst>
        </pc:spChg>
        <pc:spChg chg="add mod">
          <ac:chgData name="Nithish K Gnani" userId="43bfcf3e-fe49-4cb5-aa63-8e643e80348d" providerId="ADAL" clId="{E5A66123-5CEA-4FDB-B5C6-0B9123D3B84A}" dt="2023-02-15T14:48:10.912" v="585" actId="1076"/>
          <ac:spMkLst>
            <pc:docMk/>
            <pc:sldMk cId="3610643620" sldId="343"/>
            <ac:spMk id="74" creationId="{DF02D543-EB9D-328F-10B7-1138E71FCC61}"/>
          </ac:spMkLst>
        </pc:spChg>
        <pc:spChg chg="add mod">
          <ac:chgData name="Nithish K Gnani" userId="43bfcf3e-fe49-4cb5-aa63-8e643e80348d" providerId="ADAL" clId="{E5A66123-5CEA-4FDB-B5C6-0B9123D3B84A}" dt="2023-02-15T14:51:46.313" v="646" actId="1076"/>
          <ac:spMkLst>
            <pc:docMk/>
            <pc:sldMk cId="3610643620" sldId="343"/>
            <ac:spMk id="75" creationId="{510FA3FF-276E-CFAB-7BB3-34B1BFED61A1}"/>
          </ac:spMkLst>
        </pc:spChg>
        <pc:spChg chg="add mod">
          <ac:chgData name="Nithish K Gnani" userId="43bfcf3e-fe49-4cb5-aa63-8e643e80348d" providerId="ADAL" clId="{E5A66123-5CEA-4FDB-B5C6-0B9123D3B84A}" dt="2023-02-15T14:48:10.912" v="585" actId="1076"/>
          <ac:spMkLst>
            <pc:docMk/>
            <pc:sldMk cId="3610643620" sldId="343"/>
            <ac:spMk id="76" creationId="{8C370008-5CB1-1E43-D088-02A87B5DD327}"/>
          </ac:spMkLst>
        </pc:spChg>
        <pc:spChg chg="add mod">
          <ac:chgData name="Nithish K Gnani" userId="43bfcf3e-fe49-4cb5-aa63-8e643e80348d" providerId="ADAL" clId="{E5A66123-5CEA-4FDB-B5C6-0B9123D3B84A}" dt="2023-02-15T14:50:18.774" v="631" actId="1076"/>
          <ac:spMkLst>
            <pc:docMk/>
            <pc:sldMk cId="3610643620" sldId="343"/>
            <ac:spMk id="82" creationId="{E3EE9167-54AB-E8EB-D0C0-92D4BCEBC46D}"/>
          </ac:spMkLst>
        </pc:spChg>
        <pc:spChg chg="add mod">
          <ac:chgData name="Nithish K Gnani" userId="43bfcf3e-fe49-4cb5-aa63-8e643e80348d" providerId="ADAL" clId="{E5A66123-5CEA-4FDB-B5C6-0B9123D3B84A}" dt="2023-02-15T14:52:16.860" v="652" actId="1076"/>
          <ac:spMkLst>
            <pc:docMk/>
            <pc:sldMk cId="3610643620" sldId="343"/>
            <ac:spMk id="84" creationId="{F7BD6991-03F2-88AD-FE50-3621BC7211CE}"/>
          </ac:spMkLst>
        </pc:spChg>
        <pc:spChg chg="add mod">
          <ac:chgData name="Nithish K Gnani" userId="43bfcf3e-fe49-4cb5-aa63-8e643e80348d" providerId="ADAL" clId="{E5A66123-5CEA-4FDB-B5C6-0B9123D3B84A}" dt="2023-02-15T14:52:19.503" v="653" actId="1076"/>
          <ac:spMkLst>
            <pc:docMk/>
            <pc:sldMk cId="3610643620" sldId="343"/>
            <ac:spMk id="85" creationId="{56FC549D-36BC-A15F-6481-533987383274}"/>
          </ac:spMkLst>
        </pc:spChg>
        <pc:spChg chg="add mod">
          <ac:chgData name="Nithish K Gnani" userId="43bfcf3e-fe49-4cb5-aa63-8e643e80348d" providerId="ADAL" clId="{E5A66123-5CEA-4FDB-B5C6-0B9123D3B84A}" dt="2023-02-15T14:52:36.706" v="656" actId="14100"/>
          <ac:spMkLst>
            <pc:docMk/>
            <pc:sldMk cId="3610643620" sldId="343"/>
            <ac:spMk id="86" creationId="{04C55461-C4C4-1C08-41DF-36093D545CA7}"/>
          </ac:spMkLst>
        </pc:spChg>
        <pc:spChg chg="add mod">
          <ac:chgData name="Nithish K Gnani" userId="43bfcf3e-fe49-4cb5-aa63-8e643e80348d" providerId="ADAL" clId="{E5A66123-5CEA-4FDB-B5C6-0B9123D3B84A}" dt="2023-02-15T14:52:52.162" v="661" actId="1076"/>
          <ac:spMkLst>
            <pc:docMk/>
            <pc:sldMk cId="3610643620" sldId="343"/>
            <ac:spMk id="87" creationId="{D175C7A4-4A6F-EF37-7AF3-9B2642330DF7}"/>
          </ac:spMkLst>
        </pc:spChg>
        <pc:spChg chg="add mod">
          <ac:chgData name="Nithish K Gnani" userId="43bfcf3e-fe49-4cb5-aa63-8e643e80348d" providerId="ADAL" clId="{E5A66123-5CEA-4FDB-B5C6-0B9123D3B84A}" dt="2023-02-15T14:52:57.646" v="664" actId="1076"/>
          <ac:spMkLst>
            <pc:docMk/>
            <pc:sldMk cId="3610643620" sldId="343"/>
            <ac:spMk id="88" creationId="{1FC61A0A-B568-9BC2-23AE-B90F587A5129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97" creationId="{58AE0C9D-D2CB-6E03-1658-CEEB27CBF54F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0" creationId="{9D26DF32-236D-CE8E-3BDA-754DF6A8F7AE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1" creationId="{26C719FA-5F58-3C27-DCC3-1B0B0DFDB33E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2" creationId="{5EB84B84-2381-8CB8-8F8C-209B89CB9D47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3" creationId="{28CAD156-9BAB-98BA-C468-B8E759F2172B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4" creationId="{7ED2184F-2B33-FC33-279D-04A84B354A64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5" creationId="{53000817-09B2-37DD-5F1F-AAC979EAD31B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6" creationId="{BE1FB958-75CF-F7D2-DCA3-A33936D6586C}"/>
          </ac:spMkLst>
        </pc:spChg>
        <pc:spChg chg="add mod">
          <ac:chgData name="Nithish K Gnani" userId="43bfcf3e-fe49-4cb5-aa63-8e643e80348d" providerId="ADAL" clId="{E5A66123-5CEA-4FDB-B5C6-0B9123D3B84A}" dt="2023-02-15T14:50:48.724" v="633" actId="403"/>
          <ac:spMkLst>
            <pc:docMk/>
            <pc:sldMk cId="3610643620" sldId="343"/>
            <ac:spMk id="107" creationId="{930EE7E3-7ED6-A256-467B-7CC4B365F558}"/>
          </ac:spMkLst>
        </pc:spChg>
        <pc:spChg chg="add mod">
          <ac:chgData name="Nithish K Gnani" userId="43bfcf3e-fe49-4cb5-aa63-8e643e80348d" providerId="ADAL" clId="{E5A66123-5CEA-4FDB-B5C6-0B9123D3B84A}" dt="2023-02-15T14:48:10.912" v="585" actId="1076"/>
          <ac:spMkLst>
            <pc:docMk/>
            <pc:sldMk cId="3610643620" sldId="343"/>
            <ac:spMk id="108" creationId="{18AF9F87-8FB4-D6E6-E361-54A4147E864C}"/>
          </ac:spMkLst>
        </pc:spChg>
        <pc:spChg chg="add mod">
          <ac:chgData name="Nithish K Gnani" userId="43bfcf3e-fe49-4cb5-aa63-8e643e80348d" providerId="ADAL" clId="{E5A66123-5CEA-4FDB-B5C6-0B9123D3B84A}" dt="2023-02-15T14:50:58.142" v="634" actId="1076"/>
          <ac:spMkLst>
            <pc:docMk/>
            <pc:sldMk cId="3610643620" sldId="343"/>
            <ac:spMk id="109" creationId="{23BB910B-0534-203D-8F5F-EC537839C4E2}"/>
          </ac:spMkLst>
        </pc:spChg>
        <pc:graphicFrameChg chg="add del mod">
          <ac:chgData name="Nithish K Gnani" userId="43bfcf3e-fe49-4cb5-aa63-8e643e80348d" providerId="ADAL" clId="{E5A66123-5CEA-4FDB-B5C6-0B9123D3B84A}" dt="2023-02-15T14:48:00.926" v="579" actId="478"/>
          <ac:graphicFrameMkLst>
            <pc:docMk/>
            <pc:sldMk cId="3610643620" sldId="343"/>
            <ac:graphicFrameMk id="10" creationId="{497FE6D5-CE2B-473A-D7CC-264DFD4B2F39}"/>
          </ac:graphicFrameMkLst>
        </pc:graphicFrameChg>
        <pc:graphicFrameChg chg="add del mod">
          <ac:chgData name="Nithish K Gnani" userId="43bfcf3e-fe49-4cb5-aa63-8e643e80348d" providerId="ADAL" clId="{E5A66123-5CEA-4FDB-B5C6-0B9123D3B84A}" dt="2023-02-15T14:48:00.926" v="579" actId="478"/>
          <ac:graphicFrameMkLst>
            <pc:docMk/>
            <pc:sldMk cId="3610643620" sldId="343"/>
            <ac:graphicFrameMk id="14" creationId="{5CBBD43F-0072-3696-4BFD-409A7DB1D50D}"/>
          </ac:graphicFrameMkLst>
        </pc:graphicFrameChg>
        <pc:graphicFrameChg chg="add del mod">
          <ac:chgData name="Nithish K Gnani" userId="43bfcf3e-fe49-4cb5-aa63-8e643e80348d" providerId="ADAL" clId="{E5A66123-5CEA-4FDB-B5C6-0B9123D3B84A}" dt="2023-02-15T14:48:07.751" v="583"/>
          <ac:graphicFrameMkLst>
            <pc:docMk/>
            <pc:sldMk cId="3610643620" sldId="343"/>
            <ac:graphicFrameMk id="63" creationId="{CED5A00C-28AC-9F97-F990-4A823F2E214D}"/>
          </ac:graphicFrameMkLst>
        </pc:graphicFrameChg>
        <pc:graphicFrameChg chg="add mod modGraphic">
          <ac:chgData name="Nithish K Gnani" userId="43bfcf3e-fe49-4cb5-aa63-8e643e80348d" providerId="ADAL" clId="{E5A66123-5CEA-4FDB-B5C6-0B9123D3B84A}" dt="2023-02-15T14:50:11.598" v="630" actId="403"/>
          <ac:graphicFrameMkLst>
            <pc:docMk/>
            <pc:sldMk cId="3610643620" sldId="343"/>
            <ac:graphicFrameMk id="110" creationId="{329587F9-0761-1E9F-A641-79A4E18A77EF}"/>
          </ac:graphicFrameMkLst>
        </pc:graphicFrameChg>
        <pc:cxnChg chg="add del mod">
          <ac:chgData name="Nithish K Gnani" userId="43bfcf3e-fe49-4cb5-aa63-8e643e80348d" providerId="ADAL" clId="{E5A66123-5CEA-4FDB-B5C6-0B9123D3B84A}" dt="2023-02-15T14:48:00.926" v="579" actId="478"/>
          <ac:cxnSpMkLst>
            <pc:docMk/>
            <pc:sldMk cId="3610643620" sldId="343"/>
            <ac:cxnSpMk id="7" creationId="{3D4D11D7-FA26-48FD-A7AC-EBA4E02D9288}"/>
          </ac:cxnSpMkLst>
        </pc:cxnChg>
        <pc:cxnChg chg="add del mod">
          <ac:chgData name="Nithish K Gnani" userId="43bfcf3e-fe49-4cb5-aa63-8e643e80348d" providerId="ADAL" clId="{E5A66123-5CEA-4FDB-B5C6-0B9123D3B84A}" dt="2023-02-15T14:48:00.926" v="579" actId="478"/>
          <ac:cxnSpMkLst>
            <pc:docMk/>
            <pc:sldMk cId="3610643620" sldId="343"/>
            <ac:cxnSpMk id="9" creationId="{475324E9-9C18-77F1-8038-57CA6D956E59}"/>
          </ac:cxnSpMkLst>
        </pc:cxnChg>
        <pc:cxnChg chg="add del mod">
          <ac:chgData name="Nithish K Gnani" userId="43bfcf3e-fe49-4cb5-aa63-8e643e80348d" providerId="ADAL" clId="{E5A66123-5CEA-4FDB-B5C6-0B9123D3B84A}" dt="2023-02-15T14:48:00.926" v="579" actId="478"/>
          <ac:cxnSpMkLst>
            <pc:docMk/>
            <pc:sldMk cId="3610643620" sldId="343"/>
            <ac:cxnSpMk id="13" creationId="{F203FD70-5057-2BB5-EE65-8B4DC99BCAEF}"/>
          </ac:cxnSpMkLst>
        </pc:cxnChg>
        <pc:cxnChg chg="add del mod">
          <ac:chgData name="Nithish K Gnani" userId="43bfcf3e-fe49-4cb5-aa63-8e643e80348d" providerId="ADAL" clId="{E5A66123-5CEA-4FDB-B5C6-0B9123D3B84A}" dt="2023-02-15T14:48:00.926" v="579" actId="478"/>
          <ac:cxnSpMkLst>
            <pc:docMk/>
            <pc:sldMk cId="3610643620" sldId="343"/>
            <ac:cxnSpMk id="15" creationId="{57BA4F63-CF3C-F36A-B030-9474134DE414}"/>
          </ac:cxnSpMkLst>
        </pc:cxnChg>
        <pc:cxnChg chg="add del mod">
          <ac:chgData name="Nithish K Gnani" userId="43bfcf3e-fe49-4cb5-aa63-8e643e80348d" providerId="ADAL" clId="{E5A66123-5CEA-4FDB-B5C6-0B9123D3B84A}" dt="2023-02-15T14:48:00.926" v="579" actId="478"/>
          <ac:cxnSpMkLst>
            <pc:docMk/>
            <pc:sldMk cId="3610643620" sldId="343"/>
            <ac:cxnSpMk id="16" creationId="{B93212DD-2B2F-0139-36B2-B0604F5BDDD8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30" creationId="{78F0F66F-EDA2-A73F-ECBF-3C519AF82CC2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31" creationId="{3B5C1F58-B5D0-D842-D94D-0F7C5439926F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32" creationId="{65F642D1-0F8A-C601-F595-24CD967B9D52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33" creationId="{10971095-E204-D82A-5D9D-B12BDDD7E9C1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34" creationId="{37266AD0-A6F9-A262-89CF-EBC027F2CD4B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36" creationId="{7AFD024B-407C-A150-D351-8C29BB50B2EC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2" creationId="{CD10AB0F-CE84-88B7-512E-150567AEADCE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3" creationId="{DAA4B7D0-0CD0-52A6-392D-FF9DC3DF9F6F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4" creationId="{F48503AA-E3BE-E60C-9443-6D3D0E5A33E9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5" creationId="{E6C76A20-7ADA-3D05-BFCB-8E9BD53F5B8E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6" creationId="{A80BE640-5F42-D99B-164F-3C65C7B16274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7" creationId="{A728F774-C5DD-04B1-C826-C62621E02AFE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8" creationId="{2D53B1ED-BE97-F1A4-3DB9-6FEA7D772F7E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49" creationId="{F26E0516-427F-1FB6-8BF7-2ABB3D6840AE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51" creationId="{35403A54-EA19-3547-4474-C3093EA4D29B}"/>
          </ac:cxnSpMkLst>
        </pc:cxnChg>
        <pc:cxnChg chg="add del mod">
          <ac:chgData name="Nithish K Gnani" userId="43bfcf3e-fe49-4cb5-aa63-8e643e80348d" providerId="ADAL" clId="{E5A66123-5CEA-4FDB-B5C6-0B9123D3B84A}" dt="2023-02-15T14:48:07.751" v="583"/>
          <ac:cxnSpMkLst>
            <pc:docMk/>
            <pc:sldMk cId="3610643620" sldId="343"/>
            <ac:cxnSpMk id="52" creationId="{45FCE3A8-8564-D19D-EC83-A1C765C8960C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77" creationId="{CDF43F5C-0A77-1E18-FBB5-44A8D38557B5}"/>
          </ac:cxnSpMkLst>
        </pc:cxnChg>
        <pc:cxnChg chg="add mod">
          <ac:chgData name="Nithish K Gnani" userId="43bfcf3e-fe49-4cb5-aa63-8e643e80348d" providerId="ADAL" clId="{E5A66123-5CEA-4FDB-B5C6-0B9123D3B84A}" dt="2023-02-15T14:51:46.313" v="646" actId="1076"/>
          <ac:cxnSpMkLst>
            <pc:docMk/>
            <pc:sldMk cId="3610643620" sldId="343"/>
            <ac:cxnSpMk id="78" creationId="{658B5FAB-F465-DC82-5657-D3FCF3C1B949}"/>
          </ac:cxnSpMkLst>
        </pc:cxnChg>
        <pc:cxnChg chg="add mod">
          <ac:chgData name="Nithish K Gnani" userId="43bfcf3e-fe49-4cb5-aa63-8e643e80348d" providerId="ADAL" clId="{E5A66123-5CEA-4FDB-B5C6-0B9123D3B84A}" dt="2023-02-15T14:52:02.503" v="649" actId="14100"/>
          <ac:cxnSpMkLst>
            <pc:docMk/>
            <pc:sldMk cId="3610643620" sldId="343"/>
            <ac:cxnSpMk id="79" creationId="{DA92E440-AE50-24DE-F11F-2D8DFD10BF95}"/>
          </ac:cxnSpMkLst>
        </pc:cxnChg>
        <pc:cxnChg chg="add mod">
          <ac:chgData name="Nithish K Gnani" userId="43bfcf3e-fe49-4cb5-aa63-8e643e80348d" providerId="ADAL" clId="{E5A66123-5CEA-4FDB-B5C6-0B9123D3B84A}" dt="2023-02-15T14:51:58.495" v="648" actId="14100"/>
          <ac:cxnSpMkLst>
            <pc:docMk/>
            <pc:sldMk cId="3610643620" sldId="343"/>
            <ac:cxnSpMk id="80" creationId="{74F5249A-06FA-9DD2-4B1A-ED40F70373FF}"/>
          </ac:cxnSpMkLst>
        </pc:cxnChg>
        <pc:cxnChg chg="add mod">
          <ac:chgData name="Nithish K Gnani" userId="43bfcf3e-fe49-4cb5-aa63-8e643e80348d" providerId="ADAL" clId="{E5A66123-5CEA-4FDB-B5C6-0B9123D3B84A}" dt="2023-02-15T14:51:49.380" v="647" actId="14100"/>
          <ac:cxnSpMkLst>
            <pc:docMk/>
            <pc:sldMk cId="3610643620" sldId="343"/>
            <ac:cxnSpMk id="81" creationId="{1C1CCFF5-3FCE-B4BD-BDD3-756299510641}"/>
          </ac:cxnSpMkLst>
        </pc:cxnChg>
        <pc:cxnChg chg="add mod">
          <ac:chgData name="Nithish K Gnani" userId="43bfcf3e-fe49-4cb5-aa63-8e643e80348d" providerId="ADAL" clId="{E5A66123-5CEA-4FDB-B5C6-0B9123D3B84A}" dt="2023-02-15T14:50:32.616" v="632" actId="1582"/>
          <ac:cxnSpMkLst>
            <pc:docMk/>
            <pc:sldMk cId="3610643620" sldId="343"/>
            <ac:cxnSpMk id="83" creationId="{CC4EF1CA-F88E-F381-5DA7-AF1AB2DE1195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89" creationId="{E85BFA8C-947A-6064-42EB-39148EF4A63C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0" creationId="{02FD8A2F-EAEC-0B39-9A5A-5ECA82283BCD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1" creationId="{0AE57D0F-11B3-2C2B-6583-D695FC0587B7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2" creationId="{C1336A7D-54CD-1397-CBA3-CB99E2135019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3" creationId="{AFD2FFB3-F78F-3A9C-4519-B17F73ECEF07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4" creationId="{69D562DD-2F6F-6ECA-D429-EEDD74ECFABB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5" creationId="{6D37CE52-C6AB-2ACF-45A1-E756D52D735E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6" creationId="{A209AEB0-63CE-E17B-253E-7AC86BFA6FF1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8" creationId="{E9847F6D-F487-E27A-3080-FCCAD7A13F33}"/>
          </ac:cxnSpMkLst>
        </pc:cxnChg>
        <pc:cxnChg chg="add mod">
          <ac:chgData name="Nithish K Gnani" userId="43bfcf3e-fe49-4cb5-aa63-8e643e80348d" providerId="ADAL" clId="{E5A66123-5CEA-4FDB-B5C6-0B9123D3B84A}" dt="2023-02-15T14:48:10.912" v="585" actId="1076"/>
          <ac:cxnSpMkLst>
            <pc:docMk/>
            <pc:sldMk cId="3610643620" sldId="343"/>
            <ac:cxnSpMk id="99" creationId="{224B9222-F4FC-5A21-191A-AD33593E49FF}"/>
          </ac:cxnSpMkLst>
        </pc:cxnChg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4061288009" sldId="343"/>
        </pc:sldMkLst>
      </pc:sldChg>
      <pc:sldChg chg="new del">
        <pc:chgData name="Nithish K Gnani" userId="43bfcf3e-fe49-4cb5-aa63-8e643e80348d" providerId="ADAL" clId="{E5A66123-5CEA-4FDB-B5C6-0B9123D3B84A}" dt="2023-02-15T14:54:31.835" v="679" actId="680"/>
        <pc:sldMkLst>
          <pc:docMk/>
          <pc:sldMk cId="959341319" sldId="344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378156662" sldId="344"/>
        </pc:sldMkLst>
      </pc:sldChg>
      <pc:sldChg chg="addSp delSp modSp new mod modNotesTx">
        <pc:chgData name="Nithish K Gnani" userId="43bfcf3e-fe49-4cb5-aa63-8e643e80348d" providerId="ADAL" clId="{E5A66123-5CEA-4FDB-B5C6-0B9123D3B84A}" dt="2023-02-15T15:58:01.099" v="1326" actId="20577"/>
        <pc:sldMkLst>
          <pc:docMk/>
          <pc:sldMk cId="4159375344" sldId="344"/>
        </pc:sldMkLst>
        <pc:spChg chg="mod">
          <ac:chgData name="Nithish K Gnani" userId="43bfcf3e-fe49-4cb5-aa63-8e643e80348d" providerId="ADAL" clId="{E5A66123-5CEA-4FDB-B5C6-0B9123D3B84A}" dt="2023-02-15T14:54:44.309" v="688" actId="20577"/>
          <ac:spMkLst>
            <pc:docMk/>
            <pc:sldMk cId="4159375344" sldId="344"/>
            <ac:spMk id="2" creationId="{CA3F71E8-0205-5AD8-C76A-8030B0EFA9F0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6" creationId="{EB801F92-6ACD-E0F3-58E9-10F204067957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7" creationId="{19D8891F-B0CA-F273-DFD9-226F5B8FC0B4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8" creationId="{E52BDD52-CD04-B0E7-BFC5-2C21BB1FDDE3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10" creationId="{DB2F63F2-7C42-4E37-508E-C1E4146EDDCC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11" creationId="{C498848C-5397-1FAC-CDA4-6B03C9993DCB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12" creationId="{8ED09666-6B1C-6880-2AF7-E63E71B62A65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13" creationId="{9980E399-08F8-61A8-8F2A-E6C5E9F497F4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14" creationId="{E6BB233D-0C93-9795-2344-1EB3DF3B9C27}"/>
          </ac:spMkLst>
        </pc:spChg>
        <pc:spChg chg="add mod">
          <ac:chgData name="Nithish K Gnani" userId="43bfcf3e-fe49-4cb5-aa63-8e643e80348d" providerId="ADAL" clId="{E5A66123-5CEA-4FDB-B5C6-0B9123D3B84A}" dt="2023-02-15T14:56:38.847" v="729" actId="1037"/>
          <ac:spMkLst>
            <pc:docMk/>
            <pc:sldMk cId="4159375344" sldId="344"/>
            <ac:spMk id="15" creationId="{65D9C081-AC3A-9DA5-DAA2-A95DB407704D}"/>
          </ac:spMkLst>
        </pc:spChg>
        <pc:spChg chg="add del mod">
          <ac:chgData name="Nithish K Gnani" userId="43bfcf3e-fe49-4cb5-aa63-8e643e80348d" providerId="ADAL" clId="{E5A66123-5CEA-4FDB-B5C6-0B9123D3B84A}" dt="2023-02-15T14:55:15.649" v="693"/>
          <ac:spMkLst>
            <pc:docMk/>
            <pc:sldMk cId="4159375344" sldId="344"/>
            <ac:spMk id="16" creationId="{B99367F5-1491-58C2-CBD9-11D83877B3B6}"/>
          </ac:spMkLst>
        </pc:spChg>
        <pc:picChg chg="add mod">
          <ac:chgData name="Nithish K Gnani" userId="43bfcf3e-fe49-4cb5-aa63-8e643e80348d" providerId="ADAL" clId="{E5A66123-5CEA-4FDB-B5C6-0B9123D3B84A}" dt="2023-02-15T14:56:38.847" v="729" actId="1037"/>
          <ac:picMkLst>
            <pc:docMk/>
            <pc:sldMk cId="4159375344" sldId="344"/>
            <ac:picMk id="4" creationId="{0D0FAE3D-1205-D432-055C-81382381A137}"/>
          </ac:picMkLst>
        </pc:picChg>
        <pc:picChg chg="add mod">
          <ac:chgData name="Nithish K Gnani" userId="43bfcf3e-fe49-4cb5-aa63-8e643e80348d" providerId="ADAL" clId="{E5A66123-5CEA-4FDB-B5C6-0B9123D3B84A}" dt="2023-02-15T14:56:38.847" v="729" actId="1037"/>
          <ac:picMkLst>
            <pc:docMk/>
            <pc:sldMk cId="4159375344" sldId="344"/>
            <ac:picMk id="5" creationId="{A15DF502-4AB5-FEF9-9864-635EA91390AF}"/>
          </ac:picMkLst>
        </pc:picChg>
        <pc:picChg chg="add mod">
          <ac:chgData name="Nithish K Gnani" userId="43bfcf3e-fe49-4cb5-aa63-8e643e80348d" providerId="ADAL" clId="{E5A66123-5CEA-4FDB-B5C6-0B9123D3B84A}" dt="2023-02-15T14:56:38.847" v="729" actId="1037"/>
          <ac:picMkLst>
            <pc:docMk/>
            <pc:sldMk cId="4159375344" sldId="344"/>
            <ac:picMk id="9" creationId="{FA5DE9BF-24C6-4A1B-1A10-7947E2B8C9C3}"/>
          </ac:picMkLst>
        </pc:picChg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2532558" sldId="347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797860888" sldId="349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4034355098" sldId="354"/>
        </pc:sldMkLst>
      </pc:sldChg>
      <pc:sldChg chg="del">
        <pc:chgData name="Nithish K Gnani" userId="43bfcf3e-fe49-4cb5-aa63-8e643e80348d" providerId="ADAL" clId="{E5A66123-5CEA-4FDB-B5C6-0B9123D3B84A}" dt="2023-02-15T14:28:20.873" v="2" actId="47"/>
        <pc:sldMkLst>
          <pc:docMk/>
          <pc:sldMk cId="980165423" sldId="355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043714256" sldId="357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077021292" sldId="358"/>
        </pc:sldMkLst>
      </pc:sldChg>
      <pc:sldChg chg="del">
        <pc:chgData name="Nithish K Gnani" userId="43bfcf3e-fe49-4cb5-aa63-8e643e80348d" providerId="ADAL" clId="{E5A66123-5CEA-4FDB-B5C6-0B9123D3B84A}" dt="2023-02-15T14:28:20.873" v="2" actId="47"/>
        <pc:sldMkLst>
          <pc:docMk/>
          <pc:sldMk cId="3496940821" sldId="359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1417356855" sldId="360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4176300225" sldId="361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482503453" sldId="362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777312071" sldId="363"/>
        </pc:sldMkLst>
      </pc:sldChg>
      <pc:sldChg chg="del">
        <pc:chgData name="Nithish K Gnani" userId="43bfcf3e-fe49-4cb5-aa63-8e643e80348d" providerId="ADAL" clId="{E5A66123-5CEA-4FDB-B5C6-0B9123D3B84A}" dt="2023-02-15T14:28:20.873" v="2" actId="47"/>
        <pc:sldMkLst>
          <pc:docMk/>
          <pc:sldMk cId="4018470940" sldId="364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1213310556" sldId="365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968507967" sldId="367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551830201" sldId="368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1930989867" sldId="369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965568436" sldId="370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3237551976" sldId="371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398632098" sldId="372"/>
        </pc:sldMkLst>
      </pc:sldChg>
      <pc:sldChg chg="del">
        <pc:chgData name="Nithish K Gnani" userId="43bfcf3e-fe49-4cb5-aa63-8e643e80348d" providerId="ADAL" clId="{E5A66123-5CEA-4FDB-B5C6-0B9123D3B84A}" dt="2023-02-15T14:28:29.562" v="3" actId="47"/>
        <pc:sldMkLst>
          <pc:docMk/>
          <pc:sldMk cId="2515013299" sldId="373"/>
        </pc:sldMkLst>
      </pc:sldChg>
      <pc:sldChg chg="add del">
        <pc:chgData name="Nithish K Gnani" userId="43bfcf3e-fe49-4cb5-aa63-8e643e80348d" providerId="ADAL" clId="{E5A66123-5CEA-4FDB-B5C6-0B9123D3B84A}" dt="2023-02-15T14:54:25.727" v="677"/>
        <pc:sldMkLst>
          <pc:docMk/>
          <pc:sldMk cId="4092942250" sldId="605"/>
        </pc:sldMkLst>
      </pc:sldChg>
      <pc:sldChg chg="add del">
        <pc:chgData name="Nithish K Gnani" userId="43bfcf3e-fe49-4cb5-aa63-8e643e80348d" providerId="ADAL" clId="{E5A66123-5CEA-4FDB-B5C6-0B9123D3B84A}" dt="2023-02-15T14:59:53.866" v="788" actId="47"/>
        <pc:sldMkLst>
          <pc:docMk/>
          <pc:sldMk cId="388205027" sldId="613"/>
        </pc:sldMkLst>
      </pc:sldChg>
      <pc:sldChg chg="addSp delSp modSp add mod ord modAnim modNotesTx">
        <pc:chgData name="Nithish K Gnani" userId="43bfcf3e-fe49-4cb5-aa63-8e643e80348d" providerId="ADAL" clId="{E5A66123-5CEA-4FDB-B5C6-0B9123D3B84A}" dt="2023-02-15T16:25:38.700" v="1910"/>
        <pc:sldMkLst>
          <pc:docMk/>
          <pc:sldMk cId="981899432" sldId="614"/>
        </pc:sldMkLst>
        <pc:spChg chg="mod">
          <ac:chgData name="Nithish K Gnani" userId="43bfcf3e-fe49-4cb5-aa63-8e643e80348d" providerId="ADAL" clId="{E5A66123-5CEA-4FDB-B5C6-0B9123D3B84A}" dt="2023-02-15T14:58:21.418" v="783"/>
          <ac:spMkLst>
            <pc:docMk/>
            <pc:sldMk cId="981899432" sldId="614"/>
            <ac:spMk id="2" creationId="{CA3F71E8-0205-5AD8-C76A-8030B0EFA9F0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6" creationId="{EB801F92-6ACD-E0F3-58E9-10F204067957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7" creationId="{19D8891F-B0CA-F273-DFD9-226F5B8FC0B4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8" creationId="{E52BDD52-CD04-B0E7-BFC5-2C21BB1FDDE3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10" creationId="{DB2F63F2-7C42-4E37-508E-C1E4146EDDCC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11" creationId="{C498848C-5397-1FAC-CDA4-6B03C9993DCB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12" creationId="{8ED09666-6B1C-6880-2AF7-E63E71B62A65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13" creationId="{9980E399-08F8-61A8-8F2A-E6C5E9F497F4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14" creationId="{E6BB233D-0C93-9795-2344-1EB3DF3B9C27}"/>
          </ac:spMkLst>
        </pc:spChg>
        <pc:spChg chg="del">
          <ac:chgData name="Nithish K Gnani" userId="43bfcf3e-fe49-4cb5-aa63-8e643e80348d" providerId="ADAL" clId="{E5A66123-5CEA-4FDB-B5C6-0B9123D3B84A}" dt="2023-02-15T14:58:30.820" v="784" actId="478"/>
          <ac:spMkLst>
            <pc:docMk/>
            <pc:sldMk cId="981899432" sldId="614"/>
            <ac:spMk id="15" creationId="{65D9C081-AC3A-9DA5-DAA2-A95DB407704D}"/>
          </ac:spMkLst>
        </pc:spChg>
        <pc:spChg chg="add mod">
          <ac:chgData name="Nithish K Gnani" userId="43bfcf3e-fe49-4cb5-aa63-8e643e80348d" providerId="ADAL" clId="{E5A66123-5CEA-4FDB-B5C6-0B9123D3B84A}" dt="2023-02-15T15:56:37.303" v="1206" actId="1076"/>
          <ac:spMkLst>
            <pc:docMk/>
            <pc:sldMk cId="981899432" sldId="614"/>
            <ac:spMk id="17" creationId="{CBC0975C-323F-A005-54D0-691F2C0E6BA9}"/>
          </ac:spMkLst>
        </pc:spChg>
        <pc:picChg chg="del">
          <ac:chgData name="Nithish K Gnani" userId="43bfcf3e-fe49-4cb5-aa63-8e643e80348d" providerId="ADAL" clId="{E5A66123-5CEA-4FDB-B5C6-0B9123D3B84A}" dt="2023-02-15T14:58:30.820" v="784" actId="478"/>
          <ac:picMkLst>
            <pc:docMk/>
            <pc:sldMk cId="981899432" sldId="614"/>
            <ac:picMk id="4" creationId="{0D0FAE3D-1205-D432-055C-81382381A137}"/>
          </ac:picMkLst>
        </pc:picChg>
        <pc:picChg chg="del">
          <ac:chgData name="Nithish K Gnani" userId="43bfcf3e-fe49-4cb5-aa63-8e643e80348d" providerId="ADAL" clId="{E5A66123-5CEA-4FDB-B5C6-0B9123D3B84A}" dt="2023-02-15T14:58:30.820" v="784" actId="478"/>
          <ac:picMkLst>
            <pc:docMk/>
            <pc:sldMk cId="981899432" sldId="614"/>
            <ac:picMk id="5" creationId="{A15DF502-4AB5-FEF9-9864-635EA91390AF}"/>
          </ac:picMkLst>
        </pc:picChg>
        <pc:picChg chg="del">
          <ac:chgData name="Nithish K Gnani" userId="43bfcf3e-fe49-4cb5-aa63-8e643e80348d" providerId="ADAL" clId="{E5A66123-5CEA-4FDB-B5C6-0B9123D3B84A}" dt="2023-02-15T14:58:30.820" v="784" actId="478"/>
          <ac:picMkLst>
            <pc:docMk/>
            <pc:sldMk cId="981899432" sldId="614"/>
            <ac:picMk id="9" creationId="{FA5DE9BF-24C6-4A1B-1A10-7947E2B8C9C3}"/>
          </ac:picMkLst>
        </pc:picChg>
        <pc:picChg chg="add mod">
          <ac:chgData name="Nithish K Gnani" userId="43bfcf3e-fe49-4cb5-aa63-8e643e80348d" providerId="ADAL" clId="{E5A66123-5CEA-4FDB-B5C6-0B9123D3B84A}" dt="2023-02-15T15:56:38.181" v="1208" actId="14100"/>
          <ac:picMkLst>
            <pc:docMk/>
            <pc:sldMk cId="981899432" sldId="614"/>
            <ac:picMk id="16" creationId="{A33575C7-9FDF-20C3-883E-527AC379B476}"/>
          </ac:picMkLst>
        </pc:picChg>
        <pc:cxnChg chg="add mod">
          <ac:chgData name="Nithish K Gnani" userId="43bfcf3e-fe49-4cb5-aa63-8e643e80348d" providerId="ADAL" clId="{E5A66123-5CEA-4FDB-B5C6-0B9123D3B84A}" dt="2023-02-15T15:56:37.303" v="1206" actId="1076"/>
          <ac:cxnSpMkLst>
            <pc:docMk/>
            <pc:sldMk cId="981899432" sldId="614"/>
            <ac:cxnSpMk id="18" creationId="{ABDEE63F-10E6-E8C4-2BCF-6C80FA31D583}"/>
          </ac:cxnSpMkLst>
        </pc:cxnChg>
      </pc:sldChg>
      <pc:sldChg chg="addSp delSp modSp add mod delAnim modNotesTx">
        <pc:chgData name="Nithish K Gnani" userId="43bfcf3e-fe49-4cb5-aa63-8e643e80348d" providerId="ADAL" clId="{E5A66123-5CEA-4FDB-B5C6-0B9123D3B84A}" dt="2023-02-15T15:48:46.226" v="841" actId="6549"/>
        <pc:sldMkLst>
          <pc:docMk/>
          <pc:sldMk cId="1225824527" sldId="615"/>
        </pc:sldMkLst>
        <pc:spChg chg="mod">
          <ac:chgData name="Nithish K Gnani" userId="43bfcf3e-fe49-4cb5-aa63-8e643e80348d" providerId="ADAL" clId="{E5A66123-5CEA-4FDB-B5C6-0B9123D3B84A}" dt="2023-02-15T15:47:51.010" v="816" actId="20577"/>
          <ac:spMkLst>
            <pc:docMk/>
            <pc:sldMk cId="1225824527" sldId="615"/>
            <ac:spMk id="2" creationId="{CA3F71E8-0205-5AD8-C76A-8030B0EFA9F0}"/>
          </ac:spMkLst>
        </pc:spChg>
        <pc:spChg chg="add del mod">
          <ac:chgData name="Nithish K Gnani" userId="43bfcf3e-fe49-4cb5-aa63-8e643e80348d" providerId="ADAL" clId="{E5A66123-5CEA-4FDB-B5C6-0B9123D3B84A}" dt="2023-02-15T15:48:00.139" v="818"/>
          <ac:spMkLst>
            <pc:docMk/>
            <pc:sldMk cId="1225824527" sldId="615"/>
            <ac:spMk id="7" creationId="{160C5B54-FBC4-BF85-44FF-257156ACE290}"/>
          </ac:spMkLst>
        </pc:spChg>
        <pc:spChg chg="add del mod">
          <ac:chgData name="Nithish K Gnani" userId="43bfcf3e-fe49-4cb5-aa63-8e643e80348d" providerId="ADAL" clId="{E5A66123-5CEA-4FDB-B5C6-0B9123D3B84A}" dt="2023-02-15T15:48:00.139" v="818"/>
          <ac:spMkLst>
            <pc:docMk/>
            <pc:sldMk cId="1225824527" sldId="615"/>
            <ac:spMk id="8" creationId="{5C931BA8-4B08-A85F-5495-A61CF9FBE496}"/>
          </ac:spMkLst>
        </pc:spChg>
        <pc:spChg chg="add del mod">
          <ac:chgData name="Nithish K Gnani" userId="43bfcf3e-fe49-4cb5-aa63-8e643e80348d" providerId="ADAL" clId="{E5A66123-5CEA-4FDB-B5C6-0B9123D3B84A}" dt="2023-02-15T15:48:00.139" v="818"/>
          <ac:spMkLst>
            <pc:docMk/>
            <pc:sldMk cId="1225824527" sldId="615"/>
            <ac:spMk id="9" creationId="{12D1F5F3-7C3F-5B59-4ED3-98BC010003D8}"/>
          </ac:spMkLst>
        </pc:spChg>
        <pc:spChg chg="add del mod">
          <ac:chgData name="Nithish K Gnani" userId="43bfcf3e-fe49-4cb5-aa63-8e643e80348d" providerId="ADAL" clId="{E5A66123-5CEA-4FDB-B5C6-0B9123D3B84A}" dt="2023-02-15T15:48:00.139" v="818"/>
          <ac:spMkLst>
            <pc:docMk/>
            <pc:sldMk cId="1225824527" sldId="615"/>
            <ac:spMk id="10" creationId="{835A2D9F-C28E-FF1B-6FC7-A663F1A2F3DC}"/>
          </ac:spMkLst>
        </pc:spChg>
        <pc:spChg chg="add del mod">
          <ac:chgData name="Nithish K Gnani" userId="43bfcf3e-fe49-4cb5-aa63-8e643e80348d" providerId="ADAL" clId="{E5A66123-5CEA-4FDB-B5C6-0B9123D3B84A}" dt="2023-02-15T15:48:00.139" v="818"/>
          <ac:spMkLst>
            <pc:docMk/>
            <pc:sldMk cId="1225824527" sldId="615"/>
            <ac:spMk id="11" creationId="{0FA532CB-DFF1-A66C-02B6-34FADCEDD322}"/>
          </ac:spMkLst>
        </pc:spChg>
        <pc:spChg chg="add del mod">
          <ac:chgData name="Nithish K Gnani" userId="43bfcf3e-fe49-4cb5-aa63-8e643e80348d" providerId="ADAL" clId="{E5A66123-5CEA-4FDB-B5C6-0B9123D3B84A}" dt="2023-02-15T15:48:02.235" v="820"/>
          <ac:spMkLst>
            <pc:docMk/>
            <pc:sldMk cId="1225824527" sldId="615"/>
            <ac:spMk id="15" creationId="{31C12A67-06E8-D06A-B617-A3E896C944D4}"/>
          </ac:spMkLst>
        </pc:spChg>
        <pc:spChg chg="del">
          <ac:chgData name="Nithish K Gnani" userId="43bfcf3e-fe49-4cb5-aa63-8e643e80348d" providerId="ADAL" clId="{E5A66123-5CEA-4FDB-B5C6-0B9123D3B84A}" dt="2023-02-15T15:47:43.217" v="791" actId="478"/>
          <ac:spMkLst>
            <pc:docMk/>
            <pc:sldMk cId="1225824527" sldId="615"/>
            <ac:spMk id="17" creationId="{CBC0975C-323F-A005-54D0-691F2C0E6BA9}"/>
          </ac:spMkLst>
        </pc:spChg>
        <pc:spChg chg="add del mod">
          <ac:chgData name="Nithish K Gnani" userId="43bfcf3e-fe49-4cb5-aa63-8e643e80348d" providerId="ADAL" clId="{E5A66123-5CEA-4FDB-B5C6-0B9123D3B84A}" dt="2023-02-15T15:48:02.235" v="820"/>
          <ac:spMkLst>
            <pc:docMk/>
            <pc:sldMk cId="1225824527" sldId="615"/>
            <ac:spMk id="19" creationId="{513DAC6E-36BA-2591-DF31-FAD8233C115C}"/>
          </ac:spMkLst>
        </pc:spChg>
        <pc:spChg chg="add del mod">
          <ac:chgData name="Nithish K Gnani" userId="43bfcf3e-fe49-4cb5-aa63-8e643e80348d" providerId="ADAL" clId="{E5A66123-5CEA-4FDB-B5C6-0B9123D3B84A}" dt="2023-02-15T15:48:02.235" v="820"/>
          <ac:spMkLst>
            <pc:docMk/>
            <pc:sldMk cId="1225824527" sldId="615"/>
            <ac:spMk id="20" creationId="{3FBD6E5E-A53B-845A-5ADC-76B2F4CA8DD0}"/>
          </ac:spMkLst>
        </pc:spChg>
        <pc:spChg chg="add del mod">
          <ac:chgData name="Nithish K Gnani" userId="43bfcf3e-fe49-4cb5-aa63-8e643e80348d" providerId="ADAL" clId="{E5A66123-5CEA-4FDB-B5C6-0B9123D3B84A}" dt="2023-02-15T15:48:02.235" v="820"/>
          <ac:spMkLst>
            <pc:docMk/>
            <pc:sldMk cId="1225824527" sldId="615"/>
            <ac:spMk id="21" creationId="{BD170C73-E24D-CF66-A195-712DACEE74ED}"/>
          </ac:spMkLst>
        </pc:spChg>
        <pc:spChg chg="add del mod">
          <ac:chgData name="Nithish K Gnani" userId="43bfcf3e-fe49-4cb5-aa63-8e643e80348d" providerId="ADAL" clId="{E5A66123-5CEA-4FDB-B5C6-0B9123D3B84A}" dt="2023-02-15T15:48:02.235" v="820"/>
          <ac:spMkLst>
            <pc:docMk/>
            <pc:sldMk cId="1225824527" sldId="615"/>
            <ac:spMk id="22" creationId="{CCDA2A9A-8687-06C9-DFB0-2ACD544050FB}"/>
          </ac:spMkLst>
        </pc:spChg>
        <pc:spChg chg="add del mod">
          <ac:chgData name="Nithish K Gnani" userId="43bfcf3e-fe49-4cb5-aa63-8e643e80348d" providerId="ADAL" clId="{E5A66123-5CEA-4FDB-B5C6-0B9123D3B84A}" dt="2023-02-15T15:48:08.045" v="828"/>
          <ac:spMkLst>
            <pc:docMk/>
            <pc:sldMk cId="1225824527" sldId="615"/>
            <ac:spMk id="26" creationId="{C078FC9B-5ACD-6D9E-2E78-5FF3C9916B1D}"/>
          </ac:spMkLst>
        </pc:spChg>
        <pc:spChg chg="add del mod">
          <ac:chgData name="Nithish K Gnani" userId="43bfcf3e-fe49-4cb5-aa63-8e643e80348d" providerId="ADAL" clId="{E5A66123-5CEA-4FDB-B5C6-0B9123D3B84A}" dt="2023-02-15T15:48:08.045" v="828"/>
          <ac:spMkLst>
            <pc:docMk/>
            <pc:sldMk cId="1225824527" sldId="615"/>
            <ac:spMk id="27" creationId="{8770F5AC-E8CC-CFB5-4414-3EA6CFA864CB}"/>
          </ac:spMkLst>
        </pc:spChg>
        <pc:spChg chg="add del mod">
          <ac:chgData name="Nithish K Gnani" userId="43bfcf3e-fe49-4cb5-aa63-8e643e80348d" providerId="ADAL" clId="{E5A66123-5CEA-4FDB-B5C6-0B9123D3B84A}" dt="2023-02-15T15:48:08.045" v="828"/>
          <ac:spMkLst>
            <pc:docMk/>
            <pc:sldMk cId="1225824527" sldId="615"/>
            <ac:spMk id="28" creationId="{3038C47D-1F3B-52B1-B892-EEBE4F9F894E}"/>
          </ac:spMkLst>
        </pc:spChg>
        <pc:spChg chg="add del mod">
          <ac:chgData name="Nithish K Gnani" userId="43bfcf3e-fe49-4cb5-aa63-8e643e80348d" providerId="ADAL" clId="{E5A66123-5CEA-4FDB-B5C6-0B9123D3B84A}" dt="2023-02-15T15:48:08.045" v="828"/>
          <ac:spMkLst>
            <pc:docMk/>
            <pc:sldMk cId="1225824527" sldId="615"/>
            <ac:spMk id="29" creationId="{26EDC3FD-C9B5-2FE2-8730-C268B299FEC7}"/>
          </ac:spMkLst>
        </pc:spChg>
        <pc:spChg chg="add del mod">
          <ac:chgData name="Nithish K Gnani" userId="43bfcf3e-fe49-4cb5-aa63-8e643e80348d" providerId="ADAL" clId="{E5A66123-5CEA-4FDB-B5C6-0B9123D3B84A}" dt="2023-02-15T15:48:08.045" v="828"/>
          <ac:spMkLst>
            <pc:docMk/>
            <pc:sldMk cId="1225824527" sldId="615"/>
            <ac:spMk id="30" creationId="{22AA0983-211D-A0D4-AE27-7753FC5B8F8D}"/>
          </ac:spMkLst>
        </pc:spChg>
        <pc:spChg chg="add mod">
          <ac:chgData name="Nithish K Gnani" userId="43bfcf3e-fe49-4cb5-aa63-8e643e80348d" providerId="ADAL" clId="{E5A66123-5CEA-4FDB-B5C6-0B9123D3B84A}" dt="2023-02-15T15:48:08.070" v="829"/>
          <ac:spMkLst>
            <pc:docMk/>
            <pc:sldMk cId="1225824527" sldId="615"/>
            <ac:spMk id="34" creationId="{88478713-BCE4-0072-C3DC-0765C46807F8}"/>
          </ac:spMkLst>
        </pc:spChg>
        <pc:spChg chg="add mod">
          <ac:chgData name="Nithish K Gnani" userId="43bfcf3e-fe49-4cb5-aa63-8e643e80348d" providerId="ADAL" clId="{E5A66123-5CEA-4FDB-B5C6-0B9123D3B84A}" dt="2023-02-15T15:48:32.536" v="838" actId="1076"/>
          <ac:spMkLst>
            <pc:docMk/>
            <pc:sldMk cId="1225824527" sldId="615"/>
            <ac:spMk id="35" creationId="{5DD35AED-EC19-62E5-C5CF-AE299AF245CA}"/>
          </ac:spMkLst>
        </pc:spChg>
        <pc:spChg chg="add mod">
          <ac:chgData name="Nithish K Gnani" userId="43bfcf3e-fe49-4cb5-aa63-8e643e80348d" providerId="ADAL" clId="{E5A66123-5CEA-4FDB-B5C6-0B9123D3B84A}" dt="2023-02-15T15:48:32.536" v="838" actId="1076"/>
          <ac:spMkLst>
            <pc:docMk/>
            <pc:sldMk cId="1225824527" sldId="615"/>
            <ac:spMk id="36" creationId="{2A2AA368-0FA3-985B-4FA7-486EF3C9626D}"/>
          </ac:spMkLst>
        </pc:spChg>
        <pc:spChg chg="add mod">
          <ac:chgData name="Nithish K Gnani" userId="43bfcf3e-fe49-4cb5-aa63-8e643e80348d" providerId="ADAL" clId="{E5A66123-5CEA-4FDB-B5C6-0B9123D3B84A}" dt="2023-02-15T15:48:32.536" v="838" actId="1076"/>
          <ac:spMkLst>
            <pc:docMk/>
            <pc:sldMk cId="1225824527" sldId="615"/>
            <ac:spMk id="37" creationId="{F2C209A1-8E4C-4B04-28C4-C330EDF27CA1}"/>
          </ac:spMkLst>
        </pc:spChg>
        <pc:spChg chg="add mod">
          <ac:chgData name="Nithish K Gnani" userId="43bfcf3e-fe49-4cb5-aa63-8e643e80348d" providerId="ADAL" clId="{E5A66123-5CEA-4FDB-B5C6-0B9123D3B84A}" dt="2023-02-15T15:48:20.427" v="834" actId="1076"/>
          <ac:spMkLst>
            <pc:docMk/>
            <pc:sldMk cId="1225824527" sldId="615"/>
            <ac:spMk id="38" creationId="{20F394A3-4893-A5C9-84C8-8256AA7B6B35}"/>
          </ac:spMkLst>
        </pc:spChg>
        <pc:picChg chg="add del mod">
          <ac:chgData name="Nithish K Gnani" userId="43bfcf3e-fe49-4cb5-aa63-8e643e80348d" providerId="ADAL" clId="{E5A66123-5CEA-4FDB-B5C6-0B9123D3B84A}" dt="2023-02-15T15:48:00.139" v="818"/>
          <ac:picMkLst>
            <pc:docMk/>
            <pc:sldMk cId="1225824527" sldId="615"/>
            <ac:picMk id="4" creationId="{CCBB36ED-696A-D593-5235-593426108E03}"/>
          </ac:picMkLst>
        </pc:picChg>
        <pc:picChg chg="add del mod">
          <ac:chgData name="Nithish K Gnani" userId="43bfcf3e-fe49-4cb5-aa63-8e643e80348d" providerId="ADAL" clId="{E5A66123-5CEA-4FDB-B5C6-0B9123D3B84A}" dt="2023-02-15T15:48:00.139" v="818"/>
          <ac:picMkLst>
            <pc:docMk/>
            <pc:sldMk cId="1225824527" sldId="615"/>
            <ac:picMk id="5" creationId="{A63FAB6C-99C3-3646-BED1-139F19E72C93}"/>
          </ac:picMkLst>
        </pc:picChg>
        <pc:picChg chg="add del mod">
          <ac:chgData name="Nithish K Gnani" userId="43bfcf3e-fe49-4cb5-aa63-8e643e80348d" providerId="ADAL" clId="{E5A66123-5CEA-4FDB-B5C6-0B9123D3B84A}" dt="2023-02-15T15:48:00.139" v="818"/>
          <ac:picMkLst>
            <pc:docMk/>
            <pc:sldMk cId="1225824527" sldId="615"/>
            <ac:picMk id="6" creationId="{2B448488-78AA-208C-EF6A-AB850C114680}"/>
          </ac:picMkLst>
        </pc:picChg>
        <pc:picChg chg="add del mod">
          <ac:chgData name="Nithish K Gnani" userId="43bfcf3e-fe49-4cb5-aa63-8e643e80348d" providerId="ADAL" clId="{E5A66123-5CEA-4FDB-B5C6-0B9123D3B84A}" dt="2023-02-15T15:48:02.235" v="820"/>
          <ac:picMkLst>
            <pc:docMk/>
            <pc:sldMk cId="1225824527" sldId="615"/>
            <ac:picMk id="12" creationId="{2400F350-33FA-E94A-3EEE-0C3BA653C412}"/>
          </ac:picMkLst>
        </pc:picChg>
        <pc:picChg chg="add del mod">
          <ac:chgData name="Nithish K Gnani" userId="43bfcf3e-fe49-4cb5-aa63-8e643e80348d" providerId="ADAL" clId="{E5A66123-5CEA-4FDB-B5C6-0B9123D3B84A}" dt="2023-02-15T15:48:02.235" v="820"/>
          <ac:picMkLst>
            <pc:docMk/>
            <pc:sldMk cId="1225824527" sldId="615"/>
            <ac:picMk id="13" creationId="{AE408C99-6F65-FA6B-7602-C47993475F42}"/>
          </ac:picMkLst>
        </pc:picChg>
        <pc:picChg chg="add del mod">
          <ac:chgData name="Nithish K Gnani" userId="43bfcf3e-fe49-4cb5-aa63-8e643e80348d" providerId="ADAL" clId="{E5A66123-5CEA-4FDB-B5C6-0B9123D3B84A}" dt="2023-02-15T15:48:02.235" v="820"/>
          <ac:picMkLst>
            <pc:docMk/>
            <pc:sldMk cId="1225824527" sldId="615"/>
            <ac:picMk id="14" creationId="{4CD9356D-85A1-E3DA-3F8F-DC50014F0A36}"/>
          </ac:picMkLst>
        </pc:picChg>
        <pc:picChg chg="del">
          <ac:chgData name="Nithish K Gnani" userId="43bfcf3e-fe49-4cb5-aa63-8e643e80348d" providerId="ADAL" clId="{E5A66123-5CEA-4FDB-B5C6-0B9123D3B84A}" dt="2023-02-15T15:47:41.848" v="790" actId="478"/>
          <ac:picMkLst>
            <pc:docMk/>
            <pc:sldMk cId="1225824527" sldId="615"/>
            <ac:picMk id="16" creationId="{A33575C7-9FDF-20C3-883E-527AC379B476}"/>
          </ac:picMkLst>
        </pc:picChg>
        <pc:picChg chg="add del mod">
          <ac:chgData name="Nithish K Gnani" userId="43bfcf3e-fe49-4cb5-aa63-8e643e80348d" providerId="ADAL" clId="{E5A66123-5CEA-4FDB-B5C6-0B9123D3B84A}" dt="2023-02-15T15:48:08.045" v="828"/>
          <ac:picMkLst>
            <pc:docMk/>
            <pc:sldMk cId="1225824527" sldId="615"/>
            <ac:picMk id="23" creationId="{3D827FDD-A4DD-5528-5B79-5A59E56B0443}"/>
          </ac:picMkLst>
        </pc:picChg>
        <pc:picChg chg="add del mod">
          <ac:chgData name="Nithish K Gnani" userId="43bfcf3e-fe49-4cb5-aa63-8e643e80348d" providerId="ADAL" clId="{E5A66123-5CEA-4FDB-B5C6-0B9123D3B84A}" dt="2023-02-15T15:48:08.045" v="828"/>
          <ac:picMkLst>
            <pc:docMk/>
            <pc:sldMk cId="1225824527" sldId="615"/>
            <ac:picMk id="24" creationId="{DF71F1F2-0DB8-654B-77A9-0DBD899D17F7}"/>
          </ac:picMkLst>
        </pc:picChg>
        <pc:picChg chg="add del mod">
          <ac:chgData name="Nithish K Gnani" userId="43bfcf3e-fe49-4cb5-aa63-8e643e80348d" providerId="ADAL" clId="{E5A66123-5CEA-4FDB-B5C6-0B9123D3B84A}" dt="2023-02-15T15:48:08.045" v="828"/>
          <ac:picMkLst>
            <pc:docMk/>
            <pc:sldMk cId="1225824527" sldId="615"/>
            <ac:picMk id="25" creationId="{EAB90AEB-24A2-49D8-F919-6C9FACDAA8D6}"/>
          </ac:picMkLst>
        </pc:picChg>
        <pc:picChg chg="add mod">
          <ac:chgData name="Nithish K Gnani" userId="43bfcf3e-fe49-4cb5-aa63-8e643e80348d" providerId="ADAL" clId="{E5A66123-5CEA-4FDB-B5C6-0B9123D3B84A}" dt="2023-02-15T15:48:08.070" v="829"/>
          <ac:picMkLst>
            <pc:docMk/>
            <pc:sldMk cId="1225824527" sldId="615"/>
            <ac:picMk id="31" creationId="{80860E2F-ED64-7134-5710-EEEAB263F6BA}"/>
          </ac:picMkLst>
        </pc:picChg>
        <pc:picChg chg="add mod">
          <ac:chgData name="Nithish K Gnani" userId="43bfcf3e-fe49-4cb5-aa63-8e643e80348d" providerId="ADAL" clId="{E5A66123-5CEA-4FDB-B5C6-0B9123D3B84A}" dt="2023-02-15T15:48:08.070" v="829"/>
          <ac:picMkLst>
            <pc:docMk/>
            <pc:sldMk cId="1225824527" sldId="615"/>
            <ac:picMk id="32" creationId="{953FDA34-7662-7F2A-95C3-2A2A60F83857}"/>
          </ac:picMkLst>
        </pc:picChg>
        <pc:picChg chg="add mod">
          <ac:chgData name="Nithish K Gnani" userId="43bfcf3e-fe49-4cb5-aa63-8e643e80348d" providerId="ADAL" clId="{E5A66123-5CEA-4FDB-B5C6-0B9123D3B84A}" dt="2023-02-15T15:48:08.070" v="829"/>
          <ac:picMkLst>
            <pc:docMk/>
            <pc:sldMk cId="1225824527" sldId="615"/>
            <ac:picMk id="33" creationId="{1BF503ED-CD19-5D58-B71A-11F965C6CD2F}"/>
          </ac:picMkLst>
        </pc:picChg>
        <pc:cxnChg chg="del mod">
          <ac:chgData name="Nithish K Gnani" userId="43bfcf3e-fe49-4cb5-aa63-8e643e80348d" providerId="ADAL" clId="{E5A66123-5CEA-4FDB-B5C6-0B9123D3B84A}" dt="2023-02-15T15:47:43.217" v="791" actId="478"/>
          <ac:cxnSpMkLst>
            <pc:docMk/>
            <pc:sldMk cId="1225824527" sldId="615"/>
            <ac:cxnSpMk id="18" creationId="{ABDEE63F-10E6-E8C4-2BCF-6C80FA31D583}"/>
          </ac:cxnSpMkLst>
        </pc:cxnChg>
      </pc:sldChg>
      <pc:sldChg chg="addSp delSp modSp add mod ord delAnim modNotesTx">
        <pc:chgData name="Nithish K Gnani" userId="43bfcf3e-fe49-4cb5-aa63-8e643e80348d" providerId="ADAL" clId="{E5A66123-5CEA-4FDB-B5C6-0B9123D3B84A}" dt="2023-02-15T15:57:44.791" v="1307" actId="20577"/>
        <pc:sldMkLst>
          <pc:docMk/>
          <pc:sldMk cId="1023428338" sldId="616"/>
        </pc:sldMkLst>
        <pc:spChg chg="add del mod">
          <ac:chgData name="Nithish K Gnani" userId="43bfcf3e-fe49-4cb5-aa63-8e643e80348d" providerId="ADAL" clId="{E5A66123-5CEA-4FDB-B5C6-0B9123D3B84A}" dt="2023-02-15T15:51:30.119" v="1142"/>
          <ac:spMkLst>
            <pc:docMk/>
            <pc:sldMk cId="1023428338" sldId="616"/>
            <ac:spMk id="11" creationId="{3644B890-324A-C864-F84A-BCCD2571ADCC}"/>
          </ac:spMkLst>
        </pc:spChg>
        <pc:spChg chg="add del mod">
          <ac:chgData name="Nithish K Gnani" userId="43bfcf3e-fe49-4cb5-aa63-8e643e80348d" providerId="ADAL" clId="{E5A66123-5CEA-4FDB-B5C6-0B9123D3B84A}" dt="2023-02-15T15:51:30.119" v="1142"/>
          <ac:spMkLst>
            <pc:docMk/>
            <pc:sldMk cId="1023428338" sldId="616"/>
            <ac:spMk id="12" creationId="{BA479C47-80A0-9698-212A-C29A43207C13}"/>
          </ac:spMkLst>
        </pc:spChg>
        <pc:spChg chg="add del mod">
          <ac:chgData name="Nithish K Gnani" userId="43bfcf3e-fe49-4cb5-aa63-8e643e80348d" providerId="ADAL" clId="{E5A66123-5CEA-4FDB-B5C6-0B9123D3B84A}" dt="2023-02-15T15:51:30.119" v="1142"/>
          <ac:spMkLst>
            <pc:docMk/>
            <pc:sldMk cId="1023428338" sldId="616"/>
            <ac:spMk id="13" creationId="{947EE915-87DD-2F4F-C4F3-68A1AB658068}"/>
          </ac:spMkLst>
        </pc:spChg>
        <pc:spChg chg="add del mod">
          <ac:chgData name="Nithish K Gnani" userId="43bfcf3e-fe49-4cb5-aa63-8e643e80348d" providerId="ADAL" clId="{E5A66123-5CEA-4FDB-B5C6-0B9123D3B84A}" dt="2023-02-15T15:51:30.119" v="1142"/>
          <ac:spMkLst>
            <pc:docMk/>
            <pc:sldMk cId="1023428338" sldId="616"/>
            <ac:spMk id="14" creationId="{4AB752C6-EB70-761E-57F8-62C5A3232A72}"/>
          </ac:spMkLst>
        </pc:spChg>
        <pc:spChg chg="del">
          <ac:chgData name="Nithish K Gnani" userId="43bfcf3e-fe49-4cb5-aa63-8e643e80348d" providerId="ADAL" clId="{E5A66123-5CEA-4FDB-B5C6-0B9123D3B84A}" dt="2023-02-15T15:51:25.619" v="1139" actId="478"/>
          <ac:spMkLst>
            <pc:docMk/>
            <pc:sldMk cId="1023428338" sldId="616"/>
            <ac:spMk id="17" creationId="{CBC0975C-323F-A005-54D0-691F2C0E6BA9}"/>
          </ac:spMkLst>
        </pc:spChg>
        <pc:spChg chg="add del mod">
          <ac:chgData name="Nithish K Gnani" userId="43bfcf3e-fe49-4cb5-aa63-8e643e80348d" providerId="ADAL" clId="{E5A66123-5CEA-4FDB-B5C6-0B9123D3B84A}" dt="2023-02-15T15:51:30.119" v="1142"/>
          <ac:spMkLst>
            <pc:docMk/>
            <pc:sldMk cId="1023428338" sldId="616"/>
            <ac:spMk id="19" creationId="{FC99B507-31EE-0541-1247-A3C6E814B578}"/>
          </ac:spMkLst>
        </pc:spChg>
        <pc:spChg chg="add del mod">
          <ac:chgData name="Nithish K Gnani" userId="43bfcf3e-fe49-4cb5-aa63-8e643e80348d" providerId="ADAL" clId="{E5A66123-5CEA-4FDB-B5C6-0B9123D3B84A}" dt="2023-02-15T15:51:30.119" v="1142"/>
          <ac:spMkLst>
            <pc:docMk/>
            <pc:sldMk cId="1023428338" sldId="616"/>
            <ac:spMk id="20" creationId="{9E11554F-767C-3D53-E232-AF44DE9998EB}"/>
          </ac:spMkLst>
        </pc:spChg>
        <pc:spChg chg="add mod">
          <ac:chgData name="Nithish K Gnani" userId="43bfcf3e-fe49-4cb5-aa63-8e643e80348d" providerId="ADAL" clId="{E5A66123-5CEA-4FDB-B5C6-0B9123D3B84A}" dt="2023-02-15T15:55:14.993" v="1190" actId="1076"/>
          <ac:spMkLst>
            <pc:docMk/>
            <pc:sldMk cId="1023428338" sldId="616"/>
            <ac:spMk id="36" creationId="{04281EE1-C88A-0583-727D-4A594B2F5760}"/>
          </ac:spMkLst>
        </pc:spChg>
        <pc:spChg chg="add mod">
          <ac:chgData name="Nithish K Gnani" userId="43bfcf3e-fe49-4cb5-aa63-8e643e80348d" providerId="ADAL" clId="{E5A66123-5CEA-4FDB-B5C6-0B9123D3B84A}" dt="2023-02-15T15:55:14.993" v="1190" actId="1076"/>
          <ac:spMkLst>
            <pc:docMk/>
            <pc:sldMk cId="1023428338" sldId="616"/>
            <ac:spMk id="37" creationId="{F7EC58C5-7DEC-EB89-39B1-1906943C28CC}"/>
          </ac:spMkLst>
        </pc:spChg>
        <pc:spChg chg="add mod">
          <ac:chgData name="Nithish K Gnani" userId="43bfcf3e-fe49-4cb5-aa63-8e643e80348d" providerId="ADAL" clId="{E5A66123-5CEA-4FDB-B5C6-0B9123D3B84A}" dt="2023-02-15T15:55:14.993" v="1190" actId="1076"/>
          <ac:spMkLst>
            <pc:docMk/>
            <pc:sldMk cId="1023428338" sldId="616"/>
            <ac:spMk id="38" creationId="{3D42C47D-2DB8-12D3-2A6C-8D2C2133897E}"/>
          </ac:spMkLst>
        </pc:spChg>
        <pc:spChg chg="add mod">
          <ac:chgData name="Nithish K Gnani" userId="43bfcf3e-fe49-4cb5-aa63-8e643e80348d" providerId="ADAL" clId="{E5A66123-5CEA-4FDB-B5C6-0B9123D3B84A}" dt="2023-02-15T15:55:14.993" v="1190" actId="1076"/>
          <ac:spMkLst>
            <pc:docMk/>
            <pc:sldMk cId="1023428338" sldId="616"/>
            <ac:spMk id="39" creationId="{FEA68840-0565-F217-A072-F79E7E1F020C}"/>
          </ac:spMkLst>
        </pc:spChg>
        <pc:spChg chg="add mod">
          <ac:chgData name="Nithish K Gnani" userId="43bfcf3e-fe49-4cb5-aa63-8e643e80348d" providerId="ADAL" clId="{E5A66123-5CEA-4FDB-B5C6-0B9123D3B84A}" dt="2023-02-15T15:55:14.993" v="1190" actId="1076"/>
          <ac:spMkLst>
            <pc:docMk/>
            <pc:sldMk cId="1023428338" sldId="616"/>
            <ac:spMk id="41" creationId="{DF2876F2-FB9B-6334-D3EE-2498129B70A2}"/>
          </ac:spMkLst>
        </pc:spChg>
        <pc:spChg chg="add mod">
          <ac:chgData name="Nithish K Gnani" userId="43bfcf3e-fe49-4cb5-aa63-8e643e80348d" providerId="ADAL" clId="{E5A66123-5CEA-4FDB-B5C6-0B9123D3B84A}" dt="2023-02-15T15:55:14.993" v="1190" actId="1076"/>
          <ac:spMkLst>
            <pc:docMk/>
            <pc:sldMk cId="1023428338" sldId="616"/>
            <ac:spMk id="42" creationId="{6DBE5F46-BF06-F23F-BE65-0E75A10A1144}"/>
          </ac:spMkLst>
        </pc:spChg>
        <pc:graphicFrameChg chg="add del mod">
          <ac:chgData name="Nithish K Gnani" userId="43bfcf3e-fe49-4cb5-aa63-8e643e80348d" providerId="ADAL" clId="{E5A66123-5CEA-4FDB-B5C6-0B9123D3B84A}" dt="2023-02-15T15:51:30.119" v="1142"/>
          <ac:graphicFrameMkLst>
            <pc:docMk/>
            <pc:sldMk cId="1023428338" sldId="616"/>
            <ac:graphicFrameMk id="4" creationId="{C917010A-F136-9965-02E0-C3C8DBC51A9A}"/>
          </ac:graphicFrameMkLst>
        </pc:graphicFrameChg>
        <pc:graphicFrameChg chg="add mod">
          <ac:chgData name="Nithish K Gnani" userId="43bfcf3e-fe49-4cb5-aa63-8e643e80348d" providerId="ADAL" clId="{E5A66123-5CEA-4FDB-B5C6-0B9123D3B84A}" dt="2023-02-15T15:55:57.993" v="1198" actId="207"/>
          <ac:graphicFrameMkLst>
            <pc:docMk/>
            <pc:sldMk cId="1023428338" sldId="616"/>
            <ac:graphicFrameMk id="29" creationId="{3FA94F54-529B-C7B2-8756-F2E46E1D3FD1}"/>
          </ac:graphicFrameMkLst>
        </pc:graphicFrameChg>
        <pc:picChg chg="del">
          <ac:chgData name="Nithish K Gnani" userId="43bfcf3e-fe49-4cb5-aa63-8e643e80348d" providerId="ADAL" clId="{E5A66123-5CEA-4FDB-B5C6-0B9123D3B84A}" dt="2023-02-15T15:51:24.965" v="1138" actId="478"/>
          <ac:picMkLst>
            <pc:docMk/>
            <pc:sldMk cId="1023428338" sldId="616"/>
            <ac:picMk id="16" creationId="{A33575C7-9FDF-20C3-883E-527AC379B476}"/>
          </ac:picMkLst>
        </pc:pic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5" creationId="{91314A16-08CE-3C69-FDE8-55F3CEC9689E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6" creationId="{A07FA685-4D08-03EE-668C-F3C0FE7753E2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7" creationId="{380997FA-783A-E83A-C8DE-B868B19AAA30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8" creationId="{863A539D-BF15-ADAF-4591-A82606E5162F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9" creationId="{743EA842-D16A-C396-BAC0-D973616B3065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10" creationId="{C47514FF-94D4-B163-D5DB-786882421BC1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15" creationId="{63F6F4B3-3C8C-3722-64DB-0F18E77D686E}"/>
          </ac:cxnSpMkLst>
        </pc:cxnChg>
        <pc:cxnChg chg="del mod">
          <ac:chgData name="Nithish K Gnani" userId="43bfcf3e-fe49-4cb5-aa63-8e643e80348d" providerId="ADAL" clId="{E5A66123-5CEA-4FDB-B5C6-0B9123D3B84A}" dt="2023-02-15T15:51:26.074" v="1140" actId="478"/>
          <ac:cxnSpMkLst>
            <pc:docMk/>
            <pc:sldMk cId="1023428338" sldId="616"/>
            <ac:cxnSpMk id="18" creationId="{ABDEE63F-10E6-E8C4-2BCF-6C80FA31D583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1" creationId="{F8B6B4B7-32BC-1537-2543-A1AD6E24AA19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2" creationId="{596B182C-0536-93FA-5126-1072046B1A3D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3" creationId="{8F3F2227-09A5-6DA8-713E-934D87373699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4" creationId="{F67FF0A9-FEBD-2652-6F77-A6E2E9A2EB08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5" creationId="{8E44AB92-BEFE-A2D1-793A-0AD335184434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6" creationId="{20BBBC2E-D072-119F-4EC1-0A7E75CC7FAB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7" creationId="{1F6D9C77-B828-B06A-5B7C-872B9E600EFC}"/>
          </ac:cxnSpMkLst>
        </pc:cxnChg>
        <pc:cxnChg chg="add del mod">
          <ac:chgData name="Nithish K Gnani" userId="43bfcf3e-fe49-4cb5-aa63-8e643e80348d" providerId="ADAL" clId="{E5A66123-5CEA-4FDB-B5C6-0B9123D3B84A}" dt="2023-02-15T15:51:30.119" v="1142"/>
          <ac:cxnSpMkLst>
            <pc:docMk/>
            <pc:sldMk cId="1023428338" sldId="616"/>
            <ac:cxnSpMk id="28" creationId="{5E02081B-6A7E-7090-4208-BBDC3C5B9577}"/>
          </ac:cxnSpMkLst>
        </pc:cxnChg>
        <pc:cxnChg chg="add mod">
          <ac:chgData name="Nithish K Gnani" userId="43bfcf3e-fe49-4cb5-aa63-8e643e80348d" providerId="ADAL" clId="{E5A66123-5CEA-4FDB-B5C6-0B9123D3B84A}" dt="2023-02-15T15:52:34.205" v="1161" actId="1038"/>
          <ac:cxnSpMkLst>
            <pc:docMk/>
            <pc:sldMk cId="1023428338" sldId="616"/>
            <ac:cxnSpMk id="30" creationId="{D2C20EA0-B425-E1B4-812F-C908B90E7B7D}"/>
          </ac:cxnSpMkLst>
        </pc:cxnChg>
        <pc:cxnChg chg="add mod">
          <ac:chgData name="Nithish K Gnani" userId="43bfcf3e-fe49-4cb5-aa63-8e643e80348d" providerId="ADAL" clId="{E5A66123-5CEA-4FDB-B5C6-0B9123D3B84A}" dt="2023-02-15T15:52:28.543" v="1158" actId="1038"/>
          <ac:cxnSpMkLst>
            <pc:docMk/>
            <pc:sldMk cId="1023428338" sldId="616"/>
            <ac:cxnSpMk id="31" creationId="{9E4958C8-BF94-09E8-BBFB-5B4E7CFD8EA1}"/>
          </ac:cxnSpMkLst>
        </pc:cxnChg>
        <pc:cxnChg chg="add mod">
          <ac:chgData name="Nithish K Gnani" userId="43bfcf3e-fe49-4cb5-aa63-8e643e80348d" providerId="ADAL" clId="{E5A66123-5CEA-4FDB-B5C6-0B9123D3B84A}" dt="2023-02-15T15:53:46.215" v="1172" actId="1036"/>
          <ac:cxnSpMkLst>
            <pc:docMk/>
            <pc:sldMk cId="1023428338" sldId="616"/>
            <ac:cxnSpMk id="32" creationId="{243C611E-4833-5E80-2C38-03A017088AE2}"/>
          </ac:cxnSpMkLst>
        </pc:cxnChg>
        <pc:cxnChg chg="add mod">
          <ac:chgData name="Nithish K Gnani" userId="43bfcf3e-fe49-4cb5-aa63-8e643e80348d" providerId="ADAL" clId="{E5A66123-5CEA-4FDB-B5C6-0B9123D3B84A}" dt="2023-02-15T15:53:46.215" v="1172" actId="1036"/>
          <ac:cxnSpMkLst>
            <pc:docMk/>
            <pc:sldMk cId="1023428338" sldId="616"/>
            <ac:cxnSpMk id="33" creationId="{8B5706AD-70CF-4E1C-875C-E11F8ED679C3}"/>
          </ac:cxnSpMkLst>
        </pc:cxnChg>
        <pc:cxnChg chg="add mod">
          <ac:chgData name="Nithish K Gnani" userId="43bfcf3e-fe49-4cb5-aa63-8e643e80348d" providerId="ADAL" clId="{E5A66123-5CEA-4FDB-B5C6-0B9123D3B84A}" dt="2023-02-15T15:51:30.129" v="1143"/>
          <ac:cxnSpMkLst>
            <pc:docMk/>
            <pc:sldMk cId="1023428338" sldId="616"/>
            <ac:cxnSpMk id="34" creationId="{DC841592-8D19-E1B8-915E-A62216BC9792}"/>
          </ac:cxnSpMkLst>
        </pc:cxnChg>
        <pc:cxnChg chg="add mod">
          <ac:chgData name="Nithish K Gnani" userId="43bfcf3e-fe49-4cb5-aa63-8e643e80348d" providerId="ADAL" clId="{E5A66123-5CEA-4FDB-B5C6-0B9123D3B84A}" dt="2023-02-15T15:51:30.129" v="1143"/>
          <ac:cxnSpMkLst>
            <pc:docMk/>
            <pc:sldMk cId="1023428338" sldId="616"/>
            <ac:cxnSpMk id="35" creationId="{1CF92429-40CE-2A79-6FAE-9B466E0F2117}"/>
          </ac:cxnSpMkLst>
        </pc:cxnChg>
        <pc:cxnChg chg="add mod">
          <ac:chgData name="Nithish K Gnani" userId="43bfcf3e-fe49-4cb5-aa63-8e643e80348d" providerId="ADAL" clId="{E5A66123-5CEA-4FDB-B5C6-0B9123D3B84A}" dt="2023-02-15T15:51:30.129" v="1143"/>
          <ac:cxnSpMkLst>
            <pc:docMk/>
            <pc:sldMk cId="1023428338" sldId="616"/>
            <ac:cxnSpMk id="40" creationId="{3C5EE66F-0F95-E912-87D6-42669199EBA1}"/>
          </ac:cxnSpMkLst>
        </pc:cxnChg>
        <pc:cxnChg chg="add mod">
          <ac:chgData name="Nithish K Gnani" userId="43bfcf3e-fe49-4cb5-aa63-8e643e80348d" providerId="ADAL" clId="{E5A66123-5CEA-4FDB-B5C6-0B9123D3B84A}" dt="2023-02-15T15:55:22.982" v="1191" actId="14100"/>
          <ac:cxnSpMkLst>
            <pc:docMk/>
            <pc:sldMk cId="1023428338" sldId="616"/>
            <ac:cxnSpMk id="43" creationId="{6145F035-48CF-710A-2165-F9F6892BCC53}"/>
          </ac:cxnSpMkLst>
        </pc:cxnChg>
        <pc:cxnChg chg="add mod">
          <ac:chgData name="Nithish K Gnani" userId="43bfcf3e-fe49-4cb5-aa63-8e643e80348d" providerId="ADAL" clId="{E5A66123-5CEA-4FDB-B5C6-0B9123D3B84A}" dt="2023-02-15T15:55:25.071" v="1192" actId="14100"/>
          <ac:cxnSpMkLst>
            <pc:docMk/>
            <pc:sldMk cId="1023428338" sldId="616"/>
            <ac:cxnSpMk id="44" creationId="{B73E09EE-A388-7F7F-6AAF-101541BE56E0}"/>
          </ac:cxnSpMkLst>
        </pc:cxnChg>
        <pc:cxnChg chg="add mod">
          <ac:chgData name="Nithish K Gnani" userId="43bfcf3e-fe49-4cb5-aa63-8e643e80348d" providerId="ADAL" clId="{E5A66123-5CEA-4FDB-B5C6-0B9123D3B84A}" dt="2023-02-15T15:53:37.024" v="1171" actId="1038"/>
          <ac:cxnSpMkLst>
            <pc:docMk/>
            <pc:sldMk cId="1023428338" sldId="616"/>
            <ac:cxnSpMk id="45" creationId="{9FA5B9D3-64ED-6D59-2E66-0C01778DB11E}"/>
          </ac:cxnSpMkLst>
        </pc:cxnChg>
        <pc:cxnChg chg="add mod">
          <ac:chgData name="Nithish K Gnani" userId="43bfcf3e-fe49-4cb5-aa63-8e643e80348d" providerId="ADAL" clId="{E5A66123-5CEA-4FDB-B5C6-0B9123D3B84A}" dt="2023-02-15T15:52:23.748" v="1157" actId="1037"/>
          <ac:cxnSpMkLst>
            <pc:docMk/>
            <pc:sldMk cId="1023428338" sldId="616"/>
            <ac:cxnSpMk id="46" creationId="{6F6E15A9-1A93-EAA4-C789-C742222C0F4D}"/>
          </ac:cxnSpMkLst>
        </pc:cxnChg>
        <pc:cxnChg chg="add mod">
          <ac:chgData name="Nithish K Gnani" userId="43bfcf3e-fe49-4cb5-aa63-8e643e80348d" providerId="ADAL" clId="{E5A66123-5CEA-4FDB-B5C6-0B9123D3B84A}" dt="2023-02-15T15:51:30.129" v="1143"/>
          <ac:cxnSpMkLst>
            <pc:docMk/>
            <pc:sldMk cId="1023428338" sldId="616"/>
            <ac:cxnSpMk id="47" creationId="{7434C37E-AFF5-B275-B451-640811AAE443}"/>
          </ac:cxnSpMkLst>
        </pc:cxnChg>
        <pc:cxnChg chg="add mod">
          <ac:chgData name="Nithish K Gnani" userId="43bfcf3e-fe49-4cb5-aa63-8e643e80348d" providerId="ADAL" clId="{E5A66123-5CEA-4FDB-B5C6-0B9123D3B84A}" dt="2023-02-15T15:51:30.129" v="1143"/>
          <ac:cxnSpMkLst>
            <pc:docMk/>
            <pc:sldMk cId="1023428338" sldId="616"/>
            <ac:cxnSpMk id="48" creationId="{7660B008-702B-E0B7-9591-C0995802E147}"/>
          </ac:cxnSpMkLst>
        </pc:cxnChg>
        <pc:cxnChg chg="add mod">
          <ac:chgData name="Nithish K Gnani" userId="43bfcf3e-fe49-4cb5-aa63-8e643e80348d" providerId="ADAL" clId="{E5A66123-5CEA-4FDB-B5C6-0B9123D3B84A}" dt="2023-02-15T15:55:32.316" v="1194" actId="14100"/>
          <ac:cxnSpMkLst>
            <pc:docMk/>
            <pc:sldMk cId="1023428338" sldId="616"/>
            <ac:cxnSpMk id="49" creationId="{A51BF19E-9A6C-498B-CF7B-495785565A9B}"/>
          </ac:cxnSpMkLst>
        </pc:cxnChg>
        <pc:cxnChg chg="add mod">
          <ac:chgData name="Nithish K Gnani" userId="43bfcf3e-fe49-4cb5-aa63-8e643e80348d" providerId="ADAL" clId="{E5A66123-5CEA-4FDB-B5C6-0B9123D3B84A}" dt="2023-02-15T15:51:30.129" v="1143"/>
          <ac:cxnSpMkLst>
            <pc:docMk/>
            <pc:sldMk cId="1023428338" sldId="616"/>
            <ac:cxnSpMk id="50" creationId="{76B228F4-DE1E-21D7-04C7-1889F78DCA93}"/>
          </ac:cxnSpMkLst>
        </pc:cxnChg>
      </pc:sldChg>
      <pc:sldChg chg="add del ord">
        <pc:chgData name="Nithish K Gnani" userId="43bfcf3e-fe49-4cb5-aa63-8e643e80348d" providerId="ADAL" clId="{E5A66123-5CEA-4FDB-B5C6-0B9123D3B84A}" dt="2023-02-15T16:01:52.820" v="1387" actId="47"/>
        <pc:sldMkLst>
          <pc:docMk/>
          <pc:sldMk cId="4216833338" sldId="617"/>
        </pc:sldMkLst>
      </pc:sldChg>
      <pc:sldChg chg="addSp delSp modSp add mod">
        <pc:chgData name="Nithish K Gnani" userId="43bfcf3e-fe49-4cb5-aa63-8e643e80348d" providerId="ADAL" clId="{E5A66123-5CEA-4FDB-B5C6-0B9123D3B84A}" dt="2023-02-15T16:18:44.266" v="1685" actId="21"/>
        <pc:sldMkLst>
          <pc:docMk/>
          <pc:sldMk cId="3413452343" sldId="618"/>
        </pc:sldMkLst>
        <pc:spChg chg="mod">
          <ac:chgData name="Nithish K Gnani" userId="43bfcf3e-fe49-4cb5-aa63-8e643e80348d" providerId="ADAL" clId="{E5A66123-5CEA-4FDB-B5C6-0B9123D3B84A}" dt="2023-02-15T16:00:44.309" v="1375" actId="20577"/>
          <ac:spMkLst>
            <pc:docMk/>
            <pc:sldMk cId="3413452343" sldId="618"/>
            <ac:spMk id="2" creationId="{8007D223-38C4-43B4-977E-CF0D2F536D19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4" creationId="{1B8A8F28-8499-8E60-7752-0710D352CF1D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5" creationId="{F25CCFB3-267A-3213-796F-9AB1BCC3FEDE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6" creationId="{7522098F-BBBA-B7FD-F95B-5FCB2D6BA4F8}"/>
          </ac:spMkLst>
        </pc:spChg>
        <pc:spChg chg="del">
          <ac:chgData name="Nithish K Gnani" userId="43bfcf3e-fe49-4cb5-aa63-8e643e80348d" providerId="ADAL" clId="{E5A66123-5CEA-4FDB-B5C6-0B9123D3B84A}" dt="2023-02-15T16:00:14.567" v="1331" actId="478"/>
          <ac:spMkLst>
            <pc:docMk/>
            <pc:sldMk cId="3413452343" sldId="618"/>
            <ac:spMk id="9" creationId="{610033B3-6B83-FAA3-D8BB-0140B20C2770}"/>
          </ac:spMkLst>
        </pc:spChg>
        <pc:spChg chg="del">
          <ac:chgData name="Nithish K Gnani" userId="43bfcf3e-fe49-4cb5-aa63-8e643e80348d" providerId="ADAL" clId="{E5A66123-5CEA-4FDB-B5C6-0B9123D3B84A}" dt="2023-02-15T16:00:14.567" v="1331" actId="478"/>
          <ac:spMkLst>
            <pc:docMk/>
            <pc:sldMk cId="3413452343" sldId="618"/>
            <ac:spMk id="18" creationId="{98249FA0-034A-45B9-4781-40696C77A2A8}"/>
          </ac:spMkLst>
        </pc:spChg>
        <pc:spChg chg="del">
          <ac:chgData name="Nithish K Gnani" userId="43bfcf3e-fe49-4cb5-aa63-8e643e80348d" providerId="ADAL" clId="{E5A66123-5CEA-4FDB-B5C6-0B9123D3B84A}" dt="2023-02-15T16:00:14.567" v="1331" actId="478"/>
          <ac:spMkLst>
            <pc:docMk/>
            <pc:sldMk cId="3413452343" sldId="618"/>
            <ac:spMk id="19" creationId="{B457A216-B913-737E-F109-48007552DD86}"/>
          </ac:spMkLst>
        </pc:spChg>
        <pc:spChg chg="del">
          <ac:chgData name="Nithish K Gnani" userId="43bfcf3e-fe49-4cb5-aa63-8e643e80348d" providerId="ADAL" clId="{E5A66123-5CEA-4FDB-B5C6-0B9123D3B84A}" dt="2023-02-15T16:00:14.567" v="1331" actId="478"/>
          <ac:spMkLst>
            <pc:docMk/>
            <pc:sldMk cId="3413452343" sldId="618"/>
            <ac:spMk id="21" creationId="{4C24A79C-2231-011A-FB70-CE8DC0119B59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22" creationId="{F727F6F6-3CCC-7033-BBCA-B5A1046B5BF8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24" creationId="{D7506E3A-9B6A-C320-B6F2-84B05D7D1562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27" creationId="{D6DB6BEC-E793-A525-4B06-F0E3738A45BF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28" creationId="{264D8784-4751-C012-4BD8-D5DD4D35AD64}"/>
          </ac:spMkLst>
        </pc:spChg>
        <pc:spChg chg="add del mod">
          <ac:chgData name="Nithish K Gnani" userId="43bfcf3e-fe49-4cb5-aa63-8e643e80348d" providerId="ADAL" clId="{E5A66123-5CEA-4FDB-B5C6-0B9123D3B84A}" dt="2023-02-15T16:00:58.010" v="1377"/>
          <ac:spMkLst>
            <pc:docMk/>
            <pc:sldMk cId="3413452343" sldId="618"/>
            <ac:spMk id="29" creationId="{422CF9A0-951E-AB19-52BF-9E39639E7C06}"/>
          </ac:spMkLst>
        </pc:spChg>
        <pc:spChg chg="add mod">
          <ac:chgData name="Nithish K Gnani" userId="43bfcf3e-fe49-4cb5-aa63-8e643e80348d" providerId="ADAL" clId="{E5A66123-5CEA-4FDB-B5C6-0B9123D3B84A}" dt="2023-02-15T16:01:20.481" v="1382" actId="12789"/>
          <ac:spMkLst>
            <pc:docMk/>
            <pc:sldMk cId="3413452343" sldId="618"/>
            <ac:spMk id="31" creationId="{B62C3B17-DE0D-B911-19D2-7B6B5FB3FF48}"/>
          </ac:spMkLst>
        </pc:spChg>
        <pc:spChg chg="add mod">
          <ac:chgData name="Nithish K Gnani" userId="43bfcf3e-fe49-4cb5-aa63-8e643e80348d" providerId="ADAL" clId="{E5A66123-5CEA-4FDB-B5C6-0B9123D3B84A}" dt="2023-02-15T16:01:20.481" v="1382" actId="12789"/>
          <ac:spMkLst>
            <pc:docMk/>
            <pc:sldMk cId="3413452343" sldId="618"/>
            <ac:spMk id="32" creationId="{DE3DB3E3-DFB9-9F85-4795-F272F300E3B9}"/>
          </ac:spMkLst>
        </pc:spChg>
        <pc:spChg chg="add mod">
          <ac:chgData name="Nithish K Gnani" userId="43bfcf3e-fe49-4cb5-aa63-8e643e80348d" providerId="ADAL" clId="{E5A66123-5CEA-4FDB-B5C6-0B9123D3B84A}" dt="2023-02-15T16:02:42.159" v="1398" actId="404"/>
          <ac:spMkLst>
            <pc:docMk/>
            <pc:sldMk cId="3413452343" sldId="618"/>
            <ac:spMk id="33" creationId="{B62A2D40-6D27-FB26-C2F5-48DC29C55C9A}"/>
          </ac:spMkLst>
        </pc:spChg>
        <pc:spChg chg="add mod">
          <ac:chgData name="Nithish K Gnani" userId="43bfcf3e-fe49-4cb5-aa63-8e643e80348d" providerId="ADAL" clId="{E5A66123-5CEA-4FDB-B5C6-0B9123D3B84A}" dt="2023-02-15T16:01:20.481" v="1382" actId="12789"/>
          <ac:spMkLst>
            <pc:docMk/>
            <pc:sldMk cId="3413452343" sldId="618"/>
            <ac:spMk id="34" creationId="{973213C3-5BB6-07CE-ED24-951739316EA8}"/>
          </ac:spMkLst>
        </pc:spChg>
        <pc:spChg chg="add del mod">
          <ac:chgData name="Nithish K Gnani" userId="43bfcf3e-fe49-4cb5-aa63-8e643e80348d" providerId="ADAL" clId="{E5A66123-5CEA-4FDB-B5C6-0B9123D3B84A}" dt="2023-02-15T16:01:47.080" v="1384" actId="478"/>
          <ac:spMkLst>
            <pc:docMk/>
            <pc:sldMk cId="3413452343" sldId="618"/>
            <ac:spMk id="36" creationId="{7577EAF4-1DD3-5AAB-6B68-153599F80D51}"/>
          </ac:spMkLst>
        </pc:spChg>
        <pc:spChg chg="add mod">
          <ac:chgData name="Nithish K Gnani" userId="43bfcf3e-fe49-4cb5-aa63-8e643e80348d" providerId="ADAL" clId="{E5A66123-5CEA-4FDB-B5C6-0B9123D3B84A}" dt="2023-02-15T16:02:12.319" v="1393" actId="1076"/>
          <ac:spMkLst>
            <pc:docMk/>
            <pc:sldMk cId="3413452343" sldId="618"/>
            <ac:spMk id="39" creationId="{72150A95-7A05-652C-7878-0954873501D7}"/>
          </ac:spMkLst>
        </pc:spChg>
        <pc:spChg chg="add mod">
          <ac:chgData name="Nithish K Gnani" userId="43bfcf3e-fe49-4cb5-aa63-8e643e80348d" providerId="ADAL" clId="{E5A66123-5CEA-4FDB-B5C6-0B9123D3B84A}" dt="2023-02-15T16:02:00.897" v="1389" actId="14100"/>
          <ac:spMkLst>
            <pc:docMk/>
            <pc:sldMk cId="3413452343" sldId="618"/>
            <ac:spMk id="40" creationId="{03FEAE79-B995-E5F0-AB39-D69FB46C0D15}"/>
          </ac:spMkLst>
        </pc:spChg>
        <pc:spChg chg="add mod">
          <ac:chgData name="Nithish K Gnani" userId="43bfcf3e-fe49-4cb5-aa63-8e643e80348d" providerId="ADAL" clId="{E5A66123-5CEA-4FDB-B5C6-0B9123D3B84A}" dt="2023-02-15T16:01:20.481" v="1382" actId="12789"/>
          <ac:spMkLst>
            <pc:docMk/>
            <pc:sldMk cId="3413452343" sldId="618"/>
            <ac:spMk id="41" creationId="{4A7DA36B-F584-0D8F-B362-8CFABC379582}"/>
          </ac:spMkLst>
        </pc:spChg>
        <pc:spChg chg="add mod">
          <ac:chgData name="Nithish K Gnani" userId="43bfcf3e-fe49-4cb5-aa63-8e643e80348d" providerId="ADAL" clId="{E5A66123-5CEA-4FDB-B5C6-0B9123D3B84A}" dt="2023-02-15T16:01:49.934" v="1386" actId="1076"/>
          <ac:spMkLst>
            <pc:docMk/>
            <pc:sldMk cId="3413452343" sldId="618"/>
            <ac:spMk id="44" creationId="{F19D05D7-D9AF-A5CD-3D40-4163B286B31F}"/>
          </ac:spMkLst>
        </pc:spChg>
        <pc:spChg chg="add del mod">
          <ac:chgData name="Nithish K Gnani" userId="43bfcf3e-fe49-4cb5-aa63-8e643e80348d" providerId="ADAL" clId="{E5A66123-5CEA-4FDB-B5C6-0B9123D3B84A}" dt="2023-02-15T16:18:44.266" v="1685" actId="21"/>
          <ac:spMkLst>
            <pc:docMk/>
            <pc:sldMk cId="3413452343" sldId="618"/>
            <ac:spMk id="45" creationId="{70C897C3-7975-8B67-750C-C83D22C00D26}"/>
          </ac:spMkLst>
        </pc:spChg>
        <pc:grpChg chg="del">
          <ac:chgData name="Nithish K Gnani" userId="43bfcf3e-fe49-4cb5-aa63-8e643e80348d" providerId="ADAL" clId="{E5A66123-5CEA-4FDB-B5C6-0B9123D3B84A}" dt="2023-02-15T16:00:14.567" v="1331" actId="478"/>
          <ac:grpSpMkLst>
            <pc:docMk/>
            <pc:sldMk cId="3413452343" sldId="618"/>
            <ac:grpSpMk id="10" creationId="{4381F085-3B0D-FBE3-9020-442ED89F47C6}"/>
          </ac:grpSpMkLst>
        </pc:grpChg>
        <pc:grpChg chg="del">
          <ac:chgData name="Nithish K Gnani" userId="43bfcf3e-fe49-4cb5-aa63-8e643e80348d" providerId="ADAL" clId="{E5A66123-5CEA-4FDB-B5C6-0B9123D3B84A}" dt="2023-02-15T16:00:14.567" v="1331" actId="478"/>
          <ac:grpSpMkLst>
            <pc:docMk/>
            <pc:sldMk cId="3413452343" sldId="618"/>
            <ac:grpSpMk id="13" creationId="{55EE4559-E422-8B43-D477-0698F37DD59C}"/>
          </ac:grpSpMkLst>
        </pc:grpChg>
        <pc:graphicFrameChg chg="del">
          <ac:chgData name="Nithish K Gnani" userId="43bfcf3e-fe49-4cb5-aa63-8e643e80348d" providerId="ADAL" clId="{E5A66123-5CEA-4FDB-B5C6-0B9123D3B84A}" dt="2023-02-15T16:00:14.567" v="1331" actId="478"/>
          <ac:graphicFrameMkLst>
            <pc:docMk/>
            <pc:sldMk cId="3413452343" sldId="618"/>
            <ac:graphicFrameMk id="7" creationId="{A1E24F50-4B4F-EE89-DA31-BEFA8B7D2D8D}"/>
          </ac:graphicFrameMkLst>
        </pc:graphicFrameChg>
        <pc:graphicFrameChg chg="del">
          <ac:chgData name="Nithish K Gnani" userId="43bfcf3e-fe49-4cb5-aa63-8e643e80348d" providerId="ADAL" clId="{E5A66123-5CEA-4FDB-B5C6-0B9123D3B84A}" dt="2023-02-15T16:00:14.567" v="1331" actId="478"/>
          <ac:graphicFrameMkLst>
            <pc:docMk/>
            <pc:sldMk cId="3413452343" sldId="618"/>
            <ac:graphicFrameMk id="8" creationId="{3B3C451E-2276-4BDB-B1E1-494EED2895AB}"/>
          </ac:graphicFrameMkLst>
        </pc:graphicFrameChg>
        <pc:cxnChg chg="del mod">
          <ac:chgData name="Nithish K Gnani" userId="43bfcf3e-fe49-4cb5-aa63-8e643e80348d" providerId="ADAL" clId="{E5A66123-5CEA-4FDB-B5C6-0B9123D3B84A}" dt="2023-02-15T16:00:14.567" v="1331" actId="478"/>
          <ac:cxnSpMkLst>
            <pc:docMk/>
            <pc:sldMk cId="3413452343" sldId="618"/>
            <ac:cxnSpMk id="16" creationId="{3F792164-128B-748D-D195-D3F307ADF25D}"/>
          </ac:cxnSpMkLst>
        </pc:cxnChg>
        <pc:cxnChg chg="del mod">
          <ac:chgData name="Nithish K Gnani" userId="43bfcf3e-fe49-4cb5-aa63-8e643e80348d" providerId="ADAL" clId="{E5A66123-5CEA-4FDB-B5C6-0B9123D3B84A}" dt="2023-02-15T16:00:14.567" v="1331" actId="478"/>
          <ac:cxnSpMkLst>
            <pc:docMk/>
            <pc:sldMk cId="3413452343" sldId="618"/>
            <ac:cxnSpMk id="17" creationId="{888CDF4A-C7B6-EA8A-6D2F-9185F3A8C332}"/>
          </ac:cxnSpMkLst>
        </pc:cxnChg>
        <pc:cxnChg chg="del mod">
          <ac:chgData name="Nithish K Gnani" userId="43bfcf3e-fe49-4cb5-aa63-8e643e80348d" providerId="ADAL" clId="{E5A66123-5CEA-4FDB-B5C6-0B9123D3B84A}" dt="2023-02-15T16:00:14.567" v="1331" actId="478"/>
          <ac:cxnSpMkLst>
            <pc:docMk/>
            <pc:sldMk cId="3413452343" sldId="618"/>
            <ac:cxnSpMk id="20" creationId="{CD4FA796-66B1-5D8F-C3CE-83787A17ACF4}"/>
          </ac:cxnSpMkLst>
        </pc:cxnChg>
        <pc:cxnChg chg="add del mod">
          <ac:chgData name="Nithish K Gnani" userId="43bfcf3e-fe49-4cb5-aa63-8e643e80348d" providerId="ADAL" clId="{E5A66123-5CEA-4FDB-B5C6-0B9123D3B84A}" dt="2023-02-15T16:00:58.010" v="1377"/>
          <ac:cxnSpMkLst>
            <pc:docMk/>
            <pc:sldMk cId="3413452343" sldId="618"/>
            <ac:cxnSpMk id="23" creationId="{B9666AA6-E47B-263D-E540-C333CBB45CB2}"/>
          </ac:cxnSpMkLst>
        </pc:cxnChg>
        <pc:cxnChg chg="add del mod">
          <ac:chgData name="Nithish K Gnani" userId="43bfcf3e-fe49-4cb5-aa63-8e643e80348d" providerId="ADAL" clId="{E5A66123-5CEA-4FDB-B5C6-0B9123D3B84A}" dt="2023-02-15T16:00:58.010" v="1377"/>
          <ac:cxnSpMkLst>
            <pc:docMk/>
            <pc:sldMk cId="3413452343" sldId="618"/>
            <ac:cxnSpMk id="25" creationId="{5FE9BC4E-8B89-3555-99E4-5BDF313887F8}"/>
          </ac:cxnSpMkLst>
        </pc:cxnChg>
        <pc:cxnChg chg="add del mod">
          <ac:chgData name="Nithish K Gnani" userId="43bfcf3e-fe49-4cb5-aa63-8e643e80348d" providerId="ADAL" clId="{E5A66123-5CEA-4FDB-B5C6-0B9123D3B84A}" dt="2023-02-15T16:00:58.010" v="1377"/>
          <ac:cxnSpMkLst>
            <pc:docMk/>
            <pc:sldMk cId="3413452343" sldId="618"/>
            <ac:cxnSpMk id="26" creationId="{6930019A-FB66-7DC7-9BF2-911754BBF02A}"/>
          </ac:cxnSpMkLst>
        </pc:cxnChg>
        <pc:cxnChg chg="add del mod">
          <ac:chgData name="Nithish K Gnani" userId="43bfcf3e-fe49-4cb5-aa63-8e643e80348d" providerId="ADAL" clId="{E5A66123-5CEA-4FDB-B5C6-0B9123D3B84A}" dt="2023-02-15T16:00:58.010" v="1377"/>
          <ac:cxnSpMkLst>
            <pc:docMk/>
            <pc:sldMk cId="3413452343" sldId="618"/>
            <ac:cxnSpMk id="30" creationId="{476EEED1-03EA-2300-9B0F-912F7CFAAE8A}"/>
          </ac:cxnSpMkLst>
        </pc:cxnChg>
        <pc:cxnChg chg="add mod">
          <ac:chgData name="Nithish K Gnani" userId="43bfcf3e-fe49-4cb5-aa63-8e643e80348d" providerId="ADAL" clId="{E5A66123-5CEA-4FDB-B5C6-0B9123D3B84A}" dt="2023-02-15T16:01:20.481" v="1382" actId="12789"/>
          <ac:cxnSpMkLst>
            <pc:docMk/>
            <pc:sldMk cId="3413452343" sldId="618"/>
            <ac:cxnSpMk id="35" creationId="{4859A482-9447-951F-3D92-0D1DBCB964D8}"/>
          </ac:cxnSpMkLst>
        </pc:cxnChg>
        <pc:cxnChg chg="add mod">
          <ac:chgData name="Nithish K Gnani" userId="43bfcf3e-fe49-4cb5-aa63-8e643e80348d" providerId="ADAL" clId="{E5A66123-5CEA-4FDB-B5C6-0B9123D3B84A}" dt="2023-02-15T16:01:20.481" v="1382" actId="12789"/>
          <ac:cxnSpMkLst>
            <pc:docMk/>
            <pc:sldMk cId="3413452343" sldId="618"/>
            <ac:cxnSpMk id="37" creationId="{F3CFB529-90C8-974D-8DAB-C801DBFDAE70}"/>
          </ac:cxnSpMkLst>
        </pc:cxnChg>
        <pc:cxnChg chg="add mod">
          <ac:chgData name="Nithish K Gnani" userId="43bfcf3e-fe49-4cb5-aa63-8e643e80348d" providerId="ADAL" clId="{E5A66123-5CEA-4FDB-B5C6-0B9123D3B84A}" dt="2023-02-15T16:01:20.481" v="1382" actId="12789"/>
          <ac:cxnSpMkLst>
            <pc:docMk/>
            <pc:sldMk cId="3413452343" sldId="618"/>
            <ac:cxnSpMk id="38" creationId="{AC8D1F3F-422F-9CA6-2834-41C2C60C2C19}"/>
          </ac:cxnSpMkLst>
        </pc:cxnChg>
        <pc:cxnChg chg="add mod">
          <ac:chgData name="Nithish K Gnani" userId="43bfcf3e-fe49-4cb5-aa63-8e643e80348d" providerId="ADAL" clId="{E5A66123-5CEA-4FDB-B5C6-0B9123D3B84A}" dt="2023-02-15T16:01:20.481" v="1382" actId="12789"/>
          <ac:cxnSpMkLst>
            <pc:docMk/>
            <pc:sldMk cId="3413452343" sldId="618"/>
            <ac:cxnSpMk id="42" creationId="{5D4D514E-F0F7-CB09-33E4-6F706E9A4B55}"/>
          </ac:cxnSpMkLst>
        </pc:cxnChg>
      </pc:sldChg>
      <pc:sldChg chg="addSp delSp modSp add mod">
        <pc:chgData name="Nithish K Gnani" userId="43bfcf3e-fe49-4cb5-aa63-8e643e80348d" providerId="ADAL" clId="{E5A66123-5CEA-4FDB-B5C6-0B9123D3B84A}" dt="2023-02-15T16:13:24.088" v="1612" actId="1036"/>
        <pc:sldMkLst>
          <pc:docMk/>
          <pc:sldMk cId="1465136231" sldId="619"/>
        </pc:sldMkLst>
        <pc:spChg chg="mod">
          <ac:chgData name="Nithish K Gnani" userId="43bfcf3e-fe49-4cb5-aa63-8e643e80348d" providerId="ADAL" clId="{E5A66123-5CEA-4FDB-B5C6-0B9123D3B84A}" dt="2023-02-15T16:03:11.166" v="1407" actId="20577"/>
          <ac:spMkLst>
            <pc:docMk/>
            <pc:sldMk cId="1465136231" sldId="619"/>
            <ac:spMk id="2" creationId="{8007D223-38C4-43B4-977E-CF0D2F536D19}"/>
          </ac:spMkLst>
        </pc:spChg>
        <pc:spChg chg="add mod">
          <ac:chgData name="Nithish K Gnani" userId="43bfcf3e-fe49-4cb5-aa63-8e643e80348d" providerId="ADAL" clId="{E5A66123-5CEA-4FDB-B5C6-0B9123D3B84A}" dt="2023-02-15T16:07:39.468" v="1517" actId="403"/>
          <ac:spMkLst>
            <pc:docMk/>
            <pc:sldMk cId="1465136231" sldId="619"/>
            <ac:spMk id="4" creationId="{D6AF96B6-9F45-BCAF-FC7E-3691237A4DF4}"/>
          </ac:spMkLst>
        </pc:spChg>
        <pc:spChg chg="add mod">
          <ac:chgData name="Nithish K Gnani" userId="43bfcf3e-fe49-4cb5-aa63-8e643e80348d" providerId="ADAL" clId="{E5A66123-5CEA-4FDB-B5C6-0B9123D3B84A}" dt="2023-02-15T16:07:36.364" v="1516" actId="403"/>
          <ac:spMkLst>
            <pc:docMk/>
            <pc:sldMk cId="1465136231" sldId="619"/>
            <ac:spMk id="5" creationId="{5C9EFA33-0FCD-4BF9-5929-4D28F1272757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8" creationId="{01005FB8-38A1-D502-A818-EF256EE8F164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9" creationId="{CDCD5067-965C-5432-CDBB-72405087F9CC}"/>
          </ac:spMkLst>
        </pc:spChg>
        <pc:spChg chg="mod topLvl">
          <ac:chgData name="Nithish K Gnani" userId="43bfcf3e-fe49-4cb5-aa63-8e643e80348d" providerId="ADAL" clId="{E5A66123-5CEA-4FDB-B5C6-0B9123D3B84A}" dt="2023-02-15T16:06:38.117" v="1511" actId="948"/>
          <ac:spMkLst>
            <pc:docMk/>
            <pc:sldMk cId="1465136231" sldId="619"/>
            <ac:spMk id="11" creationId="{C5A16B14-BDD3-EE0E-E2C5-64F2FD2A062D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12" creationId="{EBE2C4DE-DE1A-01A0-270E-60B2FA9FDFBC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13" creationId="{5B9D1E26-1B3A-0D37-05D8-2E814F26AD47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16" creationId="{3B5036E6-93A2-5684-B30E-63729F3FCD44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17" creationId="{2665EE97-6DA7-6B46-4ADA-C42179086C29}"/>
          </ac:spMkLst>
        </pc:spChg>
        <pc:spChg chg="mod topLvl">
          <ac:chgData name="Nithish K Gnani" userId="43bfcf3e-fe49-4cb5-aa63-8e643e80348d" providerId="ADAL" clId="{E5A66123-5CEA-4FDB-B5C6-0B9123D3B84A}" dt="2023-02-15T16:06:26.788" v="1510" actId="165"/>
          <ac:spMkLst>
            <pc:docMk/>
            <pc:sldMk cId="1465136231" sldId="619"/>
            <ac:spMk id="18" creationId="{2CEA600A-B4A4-05B5-4094-22CA26B06396}"/>
          </ac:spMkLst>
        </pc:spChg>
        <pc:spChg chg="add mod">
          <ac:chgData name="Nithish K Gnani" userId="43bfcf3e-fe49-4cb5-aa63-8e643e80348d" providerId="ADAL" clId="{E5A66123-5CEA-4FDB-B5C6-0B9123D3B84A}" dt="2023-02-15T16:13:24.088" v="1612" actId="1036"/>
          <ac:spMkLst>
            <pc:docMk/>
            <pc:sldMk cId="1465136231" sldId="619"/>
            <ac:spMk id="20" creationId="{FADCDB33-1302-96D5-5E9C-42F64DD29182}"/>
          </ac:spMkLst>
        </pc:spChg>
        <pc:spChg chg="add mod">
          <ac:chgData name="Nithish K Gnani" userId="43bfcf3e-fe49-4cb5-aa63-8e643e80348d" providerId="ADAL" clId="{E5A66123-5CEA-4FDB-B5C6-0B9123D3B84A}" dt="2023-02-15T16:13:08.284" v="1606" actId="1076"/>
          <ac:spMkLst>
            <pc:docMk/>
            <pc:sldMk cId="1465136231" sldId="619"/>
            <ac:spMk id="21" creationId="{B9F98025-9D48-C844-8710-B2E5797012FF}"/>
          </ac:spMkLst>
        </pc:spChg>
        <pc:spChg chg="add del mod">
          <ac:chgData name="Nithish K Gnani" userId="43bfcf3e-fe49-4cb5-aa63-8e643e80348d" providerId="ADAL" clId="{E5A66123-5CEA-4FDB-B5C6-0B9123D3B84A}" dt="2023-02-15T16:09:16.636" v="1542"/>
          <ac:spMkLst>
            <pc:docMk/>
            <pc:sldMk cId="1465136231" sldId="619"/>
            <ac:spMk id="22" creationId="{FCAB4CE6-6AEB-5800-617A-28FFA0E227D8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31" creationId="{B62C3B17-DE0D-B911-19D2-7B6B5FB3FF48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32" creationId="{DE3DB3E3-DFB9-9F85-4795-F272F300E3B9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33" creationId="{B62A2D40-6D27-FB26-C2F5-48DC29C55C9A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34" creationId="{973213C3-5BB6-07CE-ED24-951739316EA8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39" creationId="{72150A95-7A05-652C-7878-0954873501D7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40" creationId="{03FEAE79-B995-E5F0-AB39-D69FB46C0D15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41" creationId="{4A7DA36B-F584-0D8F-B362-8CFABC379582}"/>
          </ac:spMkLst>
        </pc:spChg>
        <pc:spChg chg="del">
          <ac:chgData name="Nithish K Gnani" userId="43bfcf3e-fe49-4cb5-aa63-8e643e80348d" providerId="ADAL" clId="{E5A66123-5CEA-4FDB-B5C6-0B9123D3B84A}" dt="2023-02-15T16:02:57.382" v="1400" actId="478"/>
          <ac:spMkLst>
            <pc:docMk/>
            <pc:sldMk cId="1465136231" sldId="619"/>
            <ac:spMk id="44" creationId="{F19D05D7-D9AF-A5CD-3D40-4163B286B31F}"/>
          </ac:spMkLst>
        </pc:spChg>
        <pc:grpChg chg="add del mod">
          <ac:chgData name="Nithish K Gnani" userId="43bfcf3e-fe49-4cb5-aa63-8e643e80348d" providerId="ADAL" clId="{E5A66123-5CEA-4FDB-B5C6-0B9123D3B84A}" dt="2023-02-15T16:06:26.788" v="1510" actId="165"/>
          <ac:grpSpMkLst>
            <pc:docMk/>
            <pc:sldMk cId="1465136231" sldId="619"/>
            <ac:grpSpMk id="7" creationId="{0BE592BD-4C1F-FF15-9145-11A1896BA680}"/>
          </ac:grpSpMkLst>
        </pc:grpChg>
        <pc:picChg chg="add mod">
          <ac:chgData name="Nithish K Gnani" userId="43bfcf3e-fe49-4cb5-aa63-8e643e80348d" providerId="ADAL" clId="{E5A66123-5CEA-4FDB-B5C6-0B9123D3B84A}" dt="2023-02-15T16:03:25.099" v="1412"/>
          <ac:picMkLst>
            <pc:docMk/>
            <pc:sldMk cId="1465136231" sldId="619"/>
            <ac:picMk id="6" creationId="{F517F3E3-81DF-43B0-EB46-7F2D93936921}"/>
          </ac:picMkLst>
        </pc:picChg>
        <pc:cxnChg chg="mod topLvl">
          <ac:chgData name="Nithish K Gnani" userId="43bfcf3e-fe49-4cb5-aa63-8e643e80348d" providerId="ADAL" clId="{E5A66123-5CEA-4FDB-B5C6-0B9123D3B84A}" dt="2023-02-15T16:06:26.788" v="1510" actId="165"/>
          <ac:cxnSpMkLst>
            <pc:docMk/>
            <pc:sldMk cId="1465136231" sldId="619"/>
            <ac:cxnSpMk id="10" creationId="{18C78DF2-6ABF-09D1-59A2-6032089CAC08}"/>
          </ac:cxnSpMkLst>
        </pc:cxnChg>
        <pc:cxnChg chg="mod topLvl">
          <ac:chgData name="Nithish K Gnani" userId="43bfcf3e-fe49-4cb5-aa63-8e643e80348d" providerId="ADAL" clId="{E5A66123-5CEA-4FDB-B5C6-0B9123D3B84A}" dt="2023-02-15T16:06:26.788" v="1510" actId="165"/>
          <ac:cxnSpMkLst>
            <pc:docMk/>
            <pc:sldMk cId="1465136231" sldId="619"/>
            <ac:cxnSpMk id="14" creationId="{D0355500-B777-B521-8FC8-A73970C2F2C0}"/>
          </ac:cxnSpMkLst>
        </pc:cxnChg>
        <pc:cxnChg chg="mod topLvl">
          <ac:chgData name="Nithish K Gnani" userId="43bfcf3e-fe49-4cb5-aa63-8e643e80348d" providerId="ADAL" clId="{E5A66123-5CEA-4FDB-B5C6-0B9123D3B84A}" dt="2023-02-15T16:06:26.788" v="1510" actId="165"/>
          <ac:cxnSpMkLst>
            <pc:docMk/>
            <pc:sldMk cId="1465136231" sldId="619"/>
            <ac:cxnSpMk id="15" creationId="{7500228C-7D49-1068-2CA0-1E4A2C8881DF}"/>
          </ac:cxnSpMkLst>
        </pc:cxnChg>
        <pc:cxnChg chg="mod topLvl">
          <ac:chgData name="Nithish K Gnani" userId="43bfcf3e-fe49-4cb5-aa63-8e643e80348d" providerId="ADAL" clId="{E5A66123-5CEA-4FDB-B5C6-0B9123D3B84A}" dt="2023-02-15T16:06:26.788" v="1510" actId="165"/>
          <ac:cxnSpMkLst>
            <pc:docMk/>
            <pc:sldMk cId="1465136231" sldId="619"/>
            <ac:cxnSpMk id="19" creationId="{B43418EF-4A56-B75E-6A81-9DD8B331F85E}"/>
          </ac:cxnSpMkLst>
        </pc:cxnChg>
        <pc:cxnChg chg="add mod">
          <ac:chgData name="Nithish K Gnani" userId="43bfcf3e-fe49-4cb5-aa63-8e643e80348d" providerId="ADAL" clId="{E5A66123-5CEA-4FDB-B5C6-0B9123D3B84A}" dt="2023-02-15T16:12:42.204" v="1595" actId="14100"/>
          <ac:cxnSpMkLst>
            <pc:docMk/>
            <pc:sldMk cId="1465136231" sldId="619"/>
            <ac:cxnSpMk id="24" creationId="{216C2425-68F4-3C3C-B810-4F7FFED036D4}"/>
          </ac:cxnSpMkLst>
        </pc:cxnChg>
        <pc:cxnChg chg="add mod">
          <ac:chgData name="Nithish K Gnani" userId="43bfcf3e-fe49-4cb5-aa63-8e643e80348d" providerId="ADAL" clId="{E5A66123-5CEA-4FDB-B5C6-0B9123D3B84A}" dt="2023-02-15T16:13:14.154" v="1607" actId="14100"/>
          <ac:cxnSpMkLst>
            <pc:docMk/>
            <pc:sldMk cId="1465136231" sldId="619"/>
            <ac:cxnSpMk id="25" creationId="{A3A10C20-AB83-E3EA-2377-9059B2489843}"/>
          </ac:cxnSpMkLst>
        </pc:cxnChg>
        <pc:cxnChg chg="del mod">
          <ac:chgData name="Nithish K Gnani" userId="43bfcf3e-fe49-4cb5-aa63-8e643e80348d" providerId="ADAL" clId="{E5A66123-5CEA-4FDB-B5C6-0B9123D3B84A}" dt="2023-02-15T16:02:57.382" v="1400" actId="478"/>
          <ac:cxnSpMkLst>
            <pc:docMk/>
            <pc:sldMk cId="1465136231" sldId="619"/>
            <ac:cxnSpMk id="35" creationId="{4859A482-9447-951F-3D92-0D1DBCB964D8}"/>
          </ac:cxnSpMkLst>
        </pc:cxnChg>
        <pc:cxnChg chg="del mod">
          <ac:chgData name="Nithish K Gnani" userId="43bfcf3e-fe49-4cb5-aa63-8e643e80348d" providerId="ADAL" clId="{E5A66123-5CEA-4FDB-B5C6-0B9123D3B84A}" dt="2023-02-15T16:02:57.382" v="1400" actId="478"/>
          <ac:cxnSpMkLst>
            <pc:docMk/>
            <pc:sldMk cId="1465136231" sldId="619"/>
            <ac:cxnSpMk id="37" creationId="{F3CFB529-90C8-974D-8DAB-C801DBFDAE70}"/>
          </ac:cxnSpMkLst>
        </pc:cxnChg>
        <pc:cxnChg chg="del mod">
          <ac:chgData name="Nithish K Gnani" userId="43bfcf3e-fe49-4cb5-aa63-8e643e80348d" providerId="ADAL" clId="{E5A66123-5CEA-4FDB-B5C6-0B9123D3B84A}" dt="2023-02-15T16:02:57.382" v="1400" actId="478"/>
          <ac:cxnSpMkLst>
            <pc:docMk/>
            <pc:sldMk cId="1465136231" sldId="619"/>
            <ac:cxnSpMk id="38" creationId="{AC8D1F3F-422F-9CA6-2834-41C2C60C2C19}"/>
          </ac:cxnSpMkLst>
        </pc:cxnChg>
        <pc:cxnChg chg="del mod">
          <ac:chgData name="Nithish K Gnani" userId="43bfcf3e-fe49-4cb5-aa63-8e643e80348d" providerId="ADAL" clId="{E5A66123-5CEA-4FDB-B5C6-0B9123D3B84A}" dt="2023-02-15T16:02:57.382" v="1400" actId="478"/>
          <ac:cxnSpMkLst>
            <pc:docMk/>
            <pc:sldMk cId="1465136231" sldId="619"/>
            <ac:cxnSpMk id="42" creationId="{5D4D514E-F0F7-CB09-33E4-6F706E9A4B55}"/>
          </ac:cxnSpMkLst>
        </pc:cxnChg>
      </pc:sldChg>
      <pc:sldChg chg="addSp delSp modSp add mod">
        <pc:chgData name="Nithish K Gnani" userId="43bfcf3e-fe49-4cb5-aa63-8e643e80348d" providerId="ADAL" clId="{E5A66123-5CEA-4FDB-B5C6-0B9123D3B84A}" dt="2023-02-15T16:07:47.252" v="1519"/>
        <pc:sldMkLst>
          <pc:docMk/>
          <pc:sldMk cId="1965702819" sldId="620"/>
        </pc:sldMkLst>
        <pc:spChg chg="mod">
          <ac:chgData name="Nithish K Gnani" userId="43bfcf3e-fe49-4cb5-aa63-8e643e80348d" providerId="ADAL" clId="{E5A66123-5CEA-4FDB-B5C6-0B9123D3B84A}" dt="2023-02-15T16:03:50.460" v="1421" actId="20577"/>
          <ac:spMkLst>
            <pc:docMk/>
            <pc:sldMk cId="1965702819" sldId="620"/>
            <ac:spMk id="2" creationId="{8007D223-38C4-43B4-977E-CF0D2F536D19}"/>
          </ac:spMkLst>
        </pc:spChg>
        <pc:spChg chg="add del mod">
          <ac:chgData name="Nithish K Gnani" userId="43bfcf3e-fe49-4cb5-aa63-8e643e80348d" providerId="ADAL" clId="{E5A66123-5CEA-4FDB-B5C6-0B9123D3B84A}" dt="2023-02-15T16:07:46.975" v="1518" actId="478"/>
          <ac:spMkLst>
            <pc:docMk/>
            <pc:sldMk cId="1965702819" sldId="620"/>
            <ac:spMk id="5" creationId="{C6E29268-FFFE-155B-1994-71C7E4E5B8ED}"/>
          </ac:spMkLst>
        </pc:spChg>
        <pc:spChg chg="add del mod">
          <ac:chgData name="Nithish K Gnani" userId="43bfcf3e-fe49-4cb5-aa63-8e643e80348d" providerId="ADAL" clId="{E5A66123-5CEA-4FDB-B5C6-0B9123D3B84A}" dt="2023-02-15T16:07:46.975" v="1518" actId="478"/>
          <ac:spMkLst>
            <pc:docMk/>
            <pc:sldMk cId="1965702819" sldId="620"/>
            <ac:spMk id="6" creationId="{4B587990-621B-04CC-30AB-DBD3CE7B185A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8" creationId="{6CF73026-8545-2A94-F562-BAC40EB5611B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9" creationId="{E8B107E2-2630-3D80-5A98-A0E49B1D67AD}"/>
          </ac:spMkLst>
        </pc:spChg>
        <pc:spChg chg="mod">
          <ac:chgData name="Nithish K Gnani" userId="43bfcf3e-fe49-4cb5-aa63-8e643e80348d" providerId="ADAL" clId="{E5A66123-5CEA-4FDB-B5C6-0B9123D3B84A}" dt="2023-02-15T16:06:51.315" v="1512" actId="948"/>
          <ac:spMkLst>
            <pc:docMk/>
            <pc:sldMk cId="1965702819" sldId="620"/>
            <ac:spMk id="11" creationId="{ABCB4F0A-C0A0-7128-77E5-FA72C1DCF95E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12" creationId="{E35AF5D4-5BCB-8B66-9A17-3BE23FAA7CE5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13" creationId="{6D555848-00FE-D253-0B85-FF8035FE34BC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16" creationId="{BFC7AB84-58A3-0F2A-94EE-9E3F94D6CF71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17" creationId="{301780FD-AD1E-004E-D521-AE997E4ECC5A}"/>
          </ac:spMkLst>
        </pc:spChg>
        <pc:spChg chg="mod">
          <ac:chgData name="Nithish K Gnani" userId="43bfcf3e-fe49-4cb5-aa63-8e643e80348d" providerId="ADAL" clId="{E5A66123-5CEA-4FDB-B5C6-0B9123D3B84A}" dt="2023-02-15T16:03:36.511" v="1413"/>
          <ac:spMkLst>
            <pc:docMk/>
            <pc:sldMk cId="1965702819" sldId="620"/>
            <ac:spMk id="18" creationId="{3029F859-0704-3FD1-8B68-DFD9ADF224A2}"/>
          </ac:spMkLst>
        </pc:spChg>
        <pc:spChg chg="add mod">
          <ac:chgData name="Nithish K Gnani" userId="43bfcf3e-fe49-4cb5-aa63-8e643e80348d" providerId="ADAL" clId="{E5A66123-5CEA-4FDB-B5C6-0B9123D3B84A}" dt="2023-02-15T16:07:47.252" v="1519"/>
          <ac:spMkLst>
            <pc:docMk/>
            <pc:sldMk cId="1965702819" sldId="620"/>
            <ac:spMk id="20" creationId="{34F7D09E-7FAC-DBE4-92FE-9ABED511AFC6}"/>
          </ac:spMkLst>
        </pc:spChg>
        <pc:spChg chg="add mod">
          <ac:chgData name="Nithish K Gnani" userId="43bfcf3e-fe49-4cb5-aa63-8e643e80348d" providerId="ADAL" clId="{E5A66123-5CEA-4FDB-B5C6-0B9123D3B84A}" dt="2023-02-15T16:07:47.252" v="1519"/>
          <ac:spMkLst>
            <pc:docMk/>
            <pc:sldMk cId="1965702819" sldId="620"/>
            <ac:spMk id="21" creationId="{54FD2F58-A158-9326-E2D7-BCCE568333FC}"/>
          </ac:spMkLst>
        </pc:spChg>
        <pc:grpChg chg="add mod">
          <ac:chgData name="Nithish K Gnani" userId="43bfcf3e-fe49-4cb5-aa63-8e643e80348d" providerId="ADAL" clId="{E5A66123-5CEA-4FDB-B5C6-0B9123D3B84A}" dt="2023-02-15T16:03:36.511" v="1413"/>
          <ac:grpSpMkLst>
            <pc:docMk/>
            <pc:sldMk cId="1965702819" sldId="620"/>
            <ac:grpSpMk id="7" creationId="{609BED03-45C3-01D5-3442-C031CAAE5576}"/>
          </ac:grpSpMkLst>
        </pc:grpChg>
        <pc:picChg chg="add mod">
          <ac:chgData name="Nithish K Gnani" userId="43bfcf3e-fe49-4cb5-aa63-8e643e80348d" providerId="ADAL" clId="{E5A66123-5CEA-4FDB-B5C6-0B9123D3B84A}" dt="2023-02-15T16:03:36.511" v="1413"/>
          <ac:picMkLst>
            <pc:docMk/>
            <pc:sldMk cId="1965702819" sldId="620"/>
            <ac:picMk id="4" creationId="{6B54CA15-C2F9-6DCC-598F-2309A4C8901F}"/>
          </ac:picMkLst>
        </pc:picChg>
        <pc:cxnChg chg="mod">
          <ac:chgData name="Nithish K Gnani" userId="43bfcf3e-fe49-4cb5-aa63-8e643e80348d" providerId="ADAL" clId="{E5A66123-5CEA-4FDB-B5C6-0B9123D3B84A}" dt="2023-02-15T16:03:36.511" v="1413"/>
          <ac:cxnSpMkLst>
            <pc:docMk/>
            <pc:sldMk cId="1965702819" sldId="620"/>
            <ac:cxnSpMk id="10" creationId="{D901D010-D7F0-92DC-8DD9-DF57E9E7728D}"/>
          </ac:cxnSpMkLst>
        </pc:cxnChg>
        <pc:cxnChg chg="mod">
          <ac:chgData name="Nithish K Gnani" userId="43bfcf3e-fe49-4cb5-aa63-8e643e80348d" providerId="ADAL" clId="{E5A66123-5CEA-4FDB-B5C6-0B9123D3B84A}" dt="2023-02-15T16:03:36.511" v="1413"/>
          <ac:cxnSpMkLst>
            <pc:docMk/>
            <pc:sldMk cId="1965702819" sldId="620"/>
            <ac:cxnSpMk id="14" creationId="{055C7D77-26A1-D4B5-07D2-BF30053B619F}"/>
          </ac:cxnSpMkLst>
        </pc:cxnChg>
        <pc:cxnChg chg="mod">
          <ac:chgData name="Nithish K Gnani" userId="43bfcf3e-fe49-4cb5-aa63-8e643e80348d" providerId="ADAL" clId="{E5A66123-5CEA-4FDB-B5C6-0B9123D3B84A}" dt="2023-02-15T16:03:36.511" v="1413"/>
          <ac:cxnSpMkLst>
            <pc:docMk/>
            <pc:sldMk cId="1965702819" sldId="620"/>
            <ac:cxnSpMk id="15" creationId="{81214E79-0865-CB4D-5D54-79517E0B1545}"/>
          </ac:cxnSpMkLst>
        </pc:cxnChg>
        <pc:cxnChg chg="mod">
          <ac:chgData name="Nithish K Gnani" userId="43bfcf3e-fe49-4cb5-aa63-8e643e80348d" providerId="ADAL" clId="{E5A66123-5CEA-4FDB-B5C6-0B9123D3B84A}" dt="2023-02-15T16:03:36.511" v="1413"/>
          <ac:cxnSpMkLst>
            <pc:docMk/>
            <pc:sldMk cId="1965702819" sldId="620"/>
            <ac:cxnSpMk id="19" creationId="{34EA9C53-540E-1C14-47BB-469BFD457AF2}"/>
          </ac:cxnSpMkLst>
        </pc:cxnChg>
      </pc:sldChg>
      <pc:sldChg chg="addSp delSp modSp add mod">
        <pc:chgData name="Nithish K Gnani" userId="43bfcf3e-fe49-4cb5-aa63-8e643e80348d" providerId="ADAL" clId="{E5A66123-5CEA-4FDB-B5C6-0B9123D3B84A}" dt="2023-02-15T16:07:51.453" v="1521"/>
        <pc:sldMkLst>
          <pc:docMk/>
          <pc:sldMk cId="1580831736" sldId="621"/>
        </pc:sldMkLst>
        <pc:spChg chg="mod">
          <ac:chgData name="Nithish K Gnani" userId="43bfcf3e-fe49-4cb5-aa63-8e643e80348d" providerId="ADAL" clId="{E5A66123-5CEA-4FDB-B5C6-0B9123D3B84A}" dt="2023-02-15T16:04:24.707" v="1442" actId="20577"/>
          <ac:spMkLst>
            <pc:docMk/>
            <pc:sldMk cId="1580831736" sldId="621"/>
            <ac:spMk id="2" creationId="{8007D223-38C4-43B4-977E-CF0D2F536D19}"/>
          </ac:spMkLst>
        </pc:spChg>
        <pc:spChg chg="add del mod">
          <ac:chgData name="Nithish K Gnani" userId="43bfcf3e-fe49-4cb5-aa63-8e643e80348d" providerId="ADAL" clId="{E5A66123-5CEA-4FDB-B5C6-0B9123D3B84A}" dt="2023-02-15T16:07:51.225" v="1520" actId="478"/>
          <ac:spMkLst>
            <pc:docMk/>
            <pc:sldMk cId="1580831736" sldId="621"/>
            <ac:spMk id="5" creationId="{7E6CE64F-0D6B-17FD-C0F5-EE18AF1648FE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7" creationId="{60E74B9C-BB2A-126C-0530-D578FFD9F920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8" creationId="{C00DE17E-B279-22B1-6504-DC7CAAC64FAD}"/>
          </ac:spMkLst>
        </pc:spChg>
        <pc:spChg chg="mod">
          <ac:chgData name="Nithish K Gnani" userId="43bfcf3e-fe49-4cb5-aa63-8e643e80348d" providerId="ADAL" clId="{E5A66123-5CEA-4FDB-B5C6-0B9123D3B84A}" dt="2023-02-15T16:07:01.133" v="1513" actId="948"/>
          <ac:spMkLst>
            <pc:docMk/>
            <pc:sldMk cId="1580831736" sldId="621"/>
            <ac:spMk id="10" creationId="{A5B554B0-DE4E-480E-03F0-9AC4C530F52C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11" creationId="{26395F59-507D-3D7A-7C17-C5BB4813328A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12" creationId="{982521FF-DF4A-3F4F-8364-CEBE1AD52F86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15" creationId="{AFF4D779-2BDB-FBAB-95C6-90FF126E81C6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16" creationId="{CD4844CB-EA6A-686B-601B-2D4FD3D02FDF}"/>
          </ac:spMkLst>
        </pc:spChg>
        <pc:spChg chg="mod">
          <ac:chgData name="Nithish K Gnani" userId="43bfcf3e-fe49-4cb5-aa63-8e643e80348d" providerId="ADAL" clId="{E5A66123-5CEA-4FDB-B5C6-0B9123D3B84A}" dt="2023-02-15T16:04:18.644" v="1422"/>
          <ac:spMkLst>
            <pc:docMk/>
            <pc:sldMk cId="1580831736" sldId="621"/>
            <ac:spMk id="17" creationId="{E92556F6-904F-86AD-D0CB-70FAE10C7B0B}"/>
          </ac:spMkLst>
        </pc:spChg>
        <pc:spChg chg="add mod">
          <ac:chgData name="Nithish K Gnani" userId="43bfcf3e-fe49-4cb5-aa63-8e643e80348d" providerId="ADAL" clId="{E5A66123-5CEA-4FDB-B5C6-0B9123D3B84A}" dt="2023-02-15T16:07:51.453" v="1521"/>
          <ac:spMkLst>
            <pc:docMk/>
            <pc:sldMk cId="1580831736" sldId="621"/>
            <ac:spMk id="19" creationId="{E3753507-D6A3-1C05-D945-2F813B5E68A7}"/>
          </ac:spMkLst>
        </pc:spChg>
        <pc:spChg chg="add mod">
          <ac:chgData name="Nithish K Gnani" userId="43bfcf3e-fe49-4cb5-aa63-8e643e80348d" providerId="ADAL" clId="{E5A66123-5CEA-4FDB-B5C6-0B9123D3B84A}" dt="2023-02-15T16:07:51.453" v="1521"/>
          <ac:spMkLst>
            <pc:docMk/>
            <pc:sldMk cId="1580831736" sldId="621"/>
            <ac:spMk id="20" creationId="{3672AF28-F23A-0258-F494-58A8E9E196B2}"/>
          </ac:spMkLst>
        </pc:spChg>
        <pc:grpChg chg="add mod">
          <ac:chgData name="Nithish K Gnani" userId="43bfcf3e-fe49-4cb5-aa63-8e643e80348d" providerId="ADAL" clId="{E5A66123-5CEA-4FDB-B5C6-0B9123D3B84A}" dt="2023-02-15T16:04:18.644" v="1422"/>
          <ac:grpSpMkLst>
            <pc:docMk/>
            <pc:sldMk cId="1580831736" sldId="621"/>
            <ac:grpSpMk id="6" creationId="{28F87A9D-3C6F-5E36-3D92-C337C7063B8D}"/>
          </ac:grpSpMkLst>
        </pc:grpChg>
        <pc:picChg chg="add mod">
          <ac:chgData name="Nithish K Gnani" userId="43bfcf3e-fe49-4cb5-aa63-8e643e80348d" providerId="ADAL" clId="{E5A66123-5CEA-4FDB-B5C6-0B9123D3B84A}" dt="2023-02-15T16:04:18.644" v="1422"/>
          <ac:picMkLst>
            <pc:docMk/>
            <pc:sldMk cId="1580831736" sldId="621"/>
            <ac:picMk id="4" creationId="{A450A64C-DBB9-7926-69AC-D6BACAFA459C}"/>
          </ac:picMkLst>
        </pc:picChg>
        <pc:cxnChg chg="mod">
          <ac:chgData name="Nithish K Gnani" userId="43bfcf3e-fe49-4cb5-aa63-8e643e80348d" providerId="ADAL" clId="{E5A66123-5CEA-4FDB-B5C6-0B9123D3B84A}" dt="2023-02-15T16:04:18.644" v="1422"/>
          <ac:cxnSpMkLst>
            <pc:docMk/>
            <pc:sldMk cId="1580831736" sldId="621"/>
            <ac:cxnSpMk id="9" creationId="{215ACD16-A470-4901-2A48-655A1D3A2DD1}"/>
          </ac:cxnSpMkLst>
        </pc:cxnChg>
        <pc:cxnChg chg="mod">
          <ac:chgData name="Nithish K Gnani" userId="43bfcf3e-fe49-4cb5-aa63-8e643e80348d" providerId="ADAL" clId="{E5A66123-5CEA-4FDB-B5C6-0B9123D3B84A}" dt="2023-02-15T16:04:18.644" v="1422"/>
          <ac:cxnSpMkLst>
            <pc:docMk/>
            <pc:sldMk cId="1580831736" sldId="621"/>
            <ac:cxnSpMk id="13" creationId="{391C0474-CFB8-BD2A-CB9C-D5DAA743E60D}"/>
          </ac:cxnSpMkLst>
        </pc:cxnChg>
        <pc:cxnChg chg="mod">
          <ac:chgData name="Nithish K Gnani" userId="43bfcf3e-fe49-4cb5-aa63-8e643e80348d" providerId="ADAL" clId="{E5A66123-5CEA-4FDB-B5C6-0B9123D3B84A}" dt="2023-02-15T16:04:18.644" v="1422"/>
          <ac:cxnSpMkLst>
            <pc:docMk/>
            <pc:sldMk cId="1580831736" sldId="621"/>
            <ac:cxnSpMk id="14" creationId="{8C98277A-1902-60CE-630A-48A4FA102EB4}"/>
          </ac:cxnSpMkLst>
        </pc:cxnChg>
        <pc:cxnChg chg="mod">
          <ac:chgData name="Nithish K Gnani" userId="43bfcf3e-fe49-4cb5-aa63-8e643e80348d" providerId="ADAL" clId="{E5A66123-5CEA-4FDB-B5C6-0B9123D3B84A}" dt="2023-02-15T16:04:18.644" v="1422"/>
          <ac:cxnSpMkLst>
            <pc:docMk/>
            <pc:sldMk cId="1580831736" sldId="621"/>
            <ac:cxnSpMk id="18" creationId="{B9B28AA8-9F59-54A6-4E84-B7694255C8BE}"/>
          </ac:cxnSpMkLst>
        </pc:cxnChg>
      </pc:sldChg>
      <pc:sldChg chg="addSp delSp modSp add mod">
        <pc:chgData name="Nithish K Gnani" userId="43bfcf3e-fe49-4cb5-aa63-8e643e80348d" providerId="ADAL" clId="{E5A66123-5CEA-4FDB-B5C6-0B9123D3B84A}" dt="2023-02-15T16:07:58.096" v="1523"/>
        <pc:sldMkLst>
          <pc:docMk/>
          <pc:sldMk cId="1230819528" sldId="622"/>
        </pc:sldMkLst>
        <pc:spChg chg="mod">
          <ac:chgData name="Nithish K Gnani" userId="43bfcf3e-fe49-4cb5-aa63-8e643e80348d" providerId="ADAL" clId="{E5A66123-5CEA-4FDB-B5C6-0B9123D3B84A}" dt="2023-02-15T16:04:44.151" v="1449" actId="20577"/>
          <ac:spMkLst>
            <pc:docMk/>
            <pc:sldMk cId="1230819528" sldId="622"/>
            <ac:spMk id="2" creationId="{8007D223-38C4-43B4-977E-CF0D2F536D19}"/>
          </ac:spMkLst>
        </pc:spChg>
        <pc:spChg chg="add del mod">
          <ac:chgData name="Nithish K Gnani" userId="43bfcf3e-fe49-4cb5-aa63-8e643e80348d" providerId="ADAL" clId="{E5A66123-5CEA-4FDB-B5C6-0B9123D3B84A}" dt="2023-02-15T16:07:57.727" v="1522" actId="478"/>
          <ac:spMkLst>
            <pc:docMk/>
            <pc:sldMk cId="1230819528" sldId="622"/>
            <ac:spMk id="5" creationId="{1D004786-6217-1E97-47B0-37366842E584}"/>
          </ac:spMkLst>
        </pc:spChg>
        <pc:spChg chg="add del mod">
          <ac:chgData name="Nithish K Gnani" userId="43bfcf3e-fe49-4cb5-aa63-8e643e80348d" providerId="ADAL" clId="{E5A66123-5CEA-4FDB-B5C6-0B9123D3B84A}" dt="2023-02-15T16:07:57.727" v="1522" actId="478"/>
          <ac:spMkLst>
            <pc:docMk/>
            <pc:sldMk cId="1230819528" sldId="622"/>
            <ac:spMk id="6" creationId="{522D9DD3-A8F5-491C-D376-01C485272BBD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8" creationId="{ADA980AC-0FF5-19A2-8666-930895CA3DC6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9" creationId="{D6D97CF1-CACA-6E7B-BECB-8C45A4EB3A7A}"/>
          </ac:spMkLst>
        </pc:spChg>
        <pc:spChg chg="mod">
          <ac:chgData name="Nithish K Gnani" userId="43bfcf3e-fe49-4cb5-aa63-8e643e80348d" providerId="ADAL" clId="{E5A66123-5CEA-4FDB-B5C6-0B9123D3B84A}" dt="2023-02-15T16:07:09.795" v="1514" actId="948"/>
          <ac:spMkLst>
            <pc:docMk/>
            <pc:sldMk cId="1230819528" sldId="622"/>
            <ac:spMk id="11" creationId="{2015C96B-4CBC-3C3D-F94C-092E36C52963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12" creationId="{6D522E3F-EA51-F2C2-3684-ACF4E3A0CBDA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13" creationId="{0FEEAC08-CE2A-7878-B968-117D20BC3F60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16" creationId="{004633C0-626A-F8B8-9B0C-5C15E3D22B2A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17" creationId="{FBE18985-4BB1-8F94-498C-4F4EE013450D}"/>
          </ac:spMkLst>
        </pc:spChg>
        <pc:spChg chg="mod">
          <ac:chgData name="Nithish K Gnani" userId="43bfcf3e-fe49-4cb5-aa63-8e643e80348d" providerId="ADAL" clId="{E5A66123-5CEA-4FDB-B5C6-0B9123D3B84A}" dt="2023-02-15T16:04:34.211" v="1443"/>
          <ac:spMkLst>
            <pc:docMk/>
            <pc:sldMk cId="1230819528" sldId="622"/>
            <ac:spMk id="18" creationId="{CD8DA8A7-538D-8962-C855-86BC362FB7DE}"/>
          </ac:spMkLst>
        </pc:spChg>
        <pc:spChg chg="add mod">
          <ac:chgData name="Nithish K Gnani" userId="43bfcf3e-fe49-4cb5-aa63-8e643e80348d" providerId="ADAL" clId="{E5A66123-5CEA-4FDB-B5C6-0B9123D3B84A}" dt="2023-02-15T16:07:58.096" v="1523"/>
          <ac:spMkLst>
            <pc:docMk/>
            <pc:sldMk cId="1230819528" sldId="622"/>
            <ac:spMk id="20" creationId="{0D78BA0D-4D1B-C437-2B58-12E2863ECA63}"/>
          </ac:spMkLst>
        </pc:spChg>
        <pc:spChg chg="add mod">
          <ac:chgData name="Nithish K Gnani" userId="43bfcf3e-fe49-4cb5-aa63-8e643e80348d" providerId="ADAL" clId="{E5A66123-5CEA-4FDB-B5C6-0B9123D3B84A}" dt="2023-02-15T16:07:58.096" v="1523"/>
          <ac:spMkLst>
            <pc:docMk/>
            <pc:sldMk cId="1230819528" sldId="622"/>
            <ac:spMk id="21" creationId="{42B00CA0-9411-1248-BF43-6EDBEACEE09E}"/>
          </ac:spMkLst>
        </pc:spChg>
        <pc:grpChg chg="add mod">
          <ac:chgData name="Nithish K Gnani" userId="43bfcf3e-fe49-4cb5-aa63-8e643e80348d" providerId="ADAL" clId="{E5A66123-5CEA-4FDB-B5C6-0B9123D3B84A}" dt="2023-02-15T16:04:34.211" v="1443"/>
          <ac:grpSpMkLst>
            <pc:docMk/>
            <pc:sldMk cId="1230819528" sldId="622"/>
            <ac:grpSpMk id="7" creationId="{B15039C1-016E-5CA9-F697-7B80847D3FBE}"/>
          </ac:grpSpMkLst>
        </pc:grpChg>
        <pc:picChg chg="add mod">
          <ac:chgData name="Nithish K Gnani" userId="43bfcf3e-fe49-4cb5-aa63-8e643e80348d" providerId="ADAL" clId="{E5A66123-5CEA-4FDB-B5C6-0B9123D3B84A}" dt="2023-02-15T16:04:34.211" v="1443"/>
          <ac:picMkLst>
            <pc:docMk/>
            <pc:sldMk cId="1230819528" sldId="622"/>
            <ac:picMk id="4" creationId="{329C45EA-7987-AAC4-E643-ACAA443EEBF2}"/>
          </ac:picMkLst>
        </pc:picChg>
        <pc:cxnChg chg="mod">
          <ac:chgData name="Nithish K Gnani" userId="43bfcf3e-fe49-4cb5-aa63-8e643e80348d" providerId="ADAL" clId="{E5A66123-5CEA-4FDB-B5C6-0B9123D3B84A}" dt="2023-02-15T16:04:34.211" v="1443"/>
          <ac:cxnSpMkLst>
            <pc:docMk/>
            <pc:sldMk cId="1230819528" sldId="622"/>
            <ac:cxnSpMk id="10" creationId="{984C22CF-DB06-5B43-AC3F-60D4D154F6BB}"/>
          </ac:cxnSpMkLst>
        </pc:cxnChg>
        <pc:cxnChg chg="mod">
          <ac:chgData name="Nithish K Gnani" userId="43bfcf3e-fe49-4cb5-aa63-8e643e80348d" providerId="ADAL" clId="{E5A66123-5CEA-4FDB-B5C6-0B9123D3B84A}" dt="2023-02-15T16:04:34.211" v="1443"/>
          <ac:cxnSpMkLst>
            <pc:docMk/>
            <pc:sldMk cId="1230819528" sldId="622"/>
            <ac:cxnSpMk id="14" creationId="{4E5BB088-A86C-6868-CA99-9A15B805EDF2}"/>
          </ac:cxnSpMkLst>
        </pc:cxnChg>
        <pc:cxnChg chg="mod">
          <ac:chgData name="Nithish K Gnani" userId="43bfcf3e-fe49-4cb5-aa63-8e643e80348d" providerId="ADAL" clId="{E5A66123-5CEA-4FDB-B5C6-0B9123D3B84A}" dt="2023-02-15T16:04:34.211" v="1443"/>
          <ac:cxnSpMkLst>
            <pc:docMk/>
            <pc:sldMk cId="1230819528" sldId="622"/>
            <ac:cxnSpMk id="15" creationId="{12400433-ACEE-1958-A0F2-64049E2F2D79}"/>
          </ac:cxnSpMkLst>
        </pc:cxnChg>
        <pc:cxnChg chg="mod">
          <ac:chgData name="Nithish K Gnani" userId="43bfcf3e-fe49-4cb5-aa63-8e643e80348d" providerId="ADAL" clId="{E5A66123-5CEA-4FDB-B5C6-0B9123D3B84A}" dt="2023-02-15T16:04:34.211" v="1443"/>
          <ac:cxnSpMkLst>
            <pc:docMk/>
            <pc:sldMk cId="1230819528" sldId="622"/>
            <ac:cxnSpMk id="19" creationId="{BB78A2A0-1ADF-010F-25A7-786B9AA7193D}"/>
          </ac:cxnSpMkLst>
        </pc:cxnChg>
      </pc:sldChg>
      <pc:sldChg chg="addSp delSp modSp add mod">
        <pc:chgData name="Nithish K Gnani" userId="43bfcf3e-fe49-4cb5-aa63-8e643e80348d" providerId="ADAL" clId="{E5A66123-5CEA-4FDB-B5C6-0B9123D3B84A}" dt="2023-02-15T16:08:02.768" v="1525"/>
        <pc:sldMkLst>
          <pc:docMk/>
          <pc:sldMk cId="2956660923" sldId="623"/>
        </pc:sldMkLst>
        <pc:spChg chg="mod">
          <ac:chgData name="Nithish K Gnani" userId="43bfcf3e-fe49-4cb5-aa63-8e643e80348d" providerId="ADAL" clId="{E5A66123-5CEA-4FDB-B5C6-0B9123D3B84A}" dt="2023-02-15T16:05:04.583" v="1468" actId="20577"/>
          <ac:spMkLst>
            <pc:docMk/>
            <pc:sldMk cId="2956660923" sldId="623"/>
            <ac:spMk id="2" creationId="{8007D223-38C4-43B4-977E-CF0D2F536D19}"/>
          </ac:spMkLst>
        </pc:spChg>
        <pc:spChg chg="add del mod">
          <ac:chgData name="Nithish K Gnani" userId="43bfcf3e-fe49-4cb5-aa63-8e643e80348d" providerId="ADAL" clId="{E5A66123-5CEA-4FDB-B5C6-0B9123D3B84A}" dt="2023-02-15T16:08:02.513" v="1524" actId="478"/>
          <ac:spMkLst>
            <pc:docMk/>
            <pc:sldMk cId="2956660923" sldId="623"/>
            <ac:spMk id="5" creationId="{54999DCD-83AD-1630-6064-7A1C6058D0D9}"/>
          </ac:spMkLst>
        </pc:spChg>
        <pc:spChg chg="add del mod">
          <ac:chgData name="Nithish K Gnani" userId="43bfcf3e-fe49-4cb5-aa63-8e643e80348d" providerId="ADAL" clId="{E5A66123-5CEA-4FDB-B5C6-0B9123D3B84A}" dt="2023-02-15T16:08:02.513" v="1524" actId="478"/>
          <ac:spMkLst>
            <pc:docMk/>
            <pc:sldMk cId="2956660923" sldId="623"/>
            <ac:spMk id="6" creationId="{E0F76799-2603-5D38-023F-3A38B5160D76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8" creationId="{9A5406AD-7ACE-D241-6CA7-3C474B7DADB0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9" creationId="{A0A44159-2735-4CB6-8972-372967781A71}"/>
          </ac:spMkLst>
        </pc:spChg>
        <pc:spChg chg="mod">
          <ac:chgData name="Nithish K Gnani" userId="43bfcf3e-fe49-4cb5-aa63-8e643e80348d" providerId="ADAL" clId="{E5A66123-5CEA-4FDB-B5C6-0B9123D3B84A}" dt="2023-02-15T16:07:21.495" v="1515" actId="948"/>
          <ac:spMkLst>
            <pc:docMk/>
            <pc:sldMk cId="2956660923" sldId="623"/>
            <ac:spMk id="11" creationId="{A97ACB67-6EA6-BB7D-5053-98B8012EA294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12" creationId="{73295B74-6E30-C38B-B288-8C7B6A199095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13" creationId="{DFC6A969-498F-5F8A-6EC0-66FC0EFA43D4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16" creationId="{7EE97230-F90E-9024-6B89-4AA90D63E8A8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17" creationId="{871112E8-F844-85F4-321A-14AB01D5F55D}"/>
          </ac:spMkLst>
        </pc:spChg>
        <pc:spChg chg="mod">
          <ac:chgData name="Nithish K Gnani" userId="43bfcf3e-fe49-4cb5-aa63-8e643e80348d" providerId="ADAL" clId="{E5A66123-5CEA-4FDB-B5C6-0B9123D3B84A}" dt="2023-02-15T16:04:57.814" v="1450"/>
          <ac:spMkLst>
            <pc:docMk/>
            <pc:sldMk cId="2956660923" sldId="623"/>
            <ac:spMk id="18" creationId="{EE082ADB-E4C3-F205-E6C8-07A32A70C151}"/>
          </ac:spMkLst>
        </pc:spChg>
        <pc:spChg chg="add mod">
          <ac:chgData name="Nithish K Gnani" userId="43bfcf3e-fe49-4cb5-aa63-8e643e80348d" providerId="ADAL" clId="{E5A66123-5CEA-4FDB-B5C6-0B9123D3B84A}" dt="2023-02-15T16:08:02.768" v="1525"/>
          <ac:spMkLst>
            <pc:docMk/>
            <pc:sldMk cId="2956660923" sldId="623"/>
            <ac:spMk id="20" creationId="{4DFEE832-5009-3B8C-D2AA-AF07A4462A5C}"/>
          </ac:spMkLst>
        </pc:spChg>
        <pc:spChg chg="add mod">
          <ac:chgData name="Nithish K Gnani" userId="43bfcf3e-fe49-4cb5-aa63-8e643e80348d" providerId="ADAL" clId="{E5A66123-5CEA-4FDB-B5C6-0B9123D3B84A}" dt="2023-02-15T16:08:02.768" v="1525"/>
          <ac:spMkLst>
            <pc:docMk/>
            <pc:sldMk cId="2956660923" sldId="623"/>
            <ac:spMk id="21" creationId="{CA7C68EB-3092-D69D-79A7-8519843DA6EB}"/>
          </ac:spMkLst>
        </pc:spChg>
        <pc:grpChg chg="add mod">
          <ac:chgData name="Nithish K Gnani" userId="43bfcf3e-fe49-4cb5-aa63-8e643e80348d" providerId="ADAL" clId="{E5A66123-5CEA-4FDB-B5C6-0B9123D3B84A}" dt="2023-02-15T16:04:57.814" v="1450"/>
          <ac:grpSpMkLst>
            <pc:docMk/>
            <pc:sldMk cId="2956660923" sldId="623"/>
            <ac:grpSpMk id="7" creationId="{0EC916C3-3F0E-D203-867E-7C1AA6E99D80}"/>
          </ac:grpSpMkLst>
        </pc:grpChg>
        <pc:picChg chg="add mod">
          <ac:chgData name="Nithish K Gnani" userId="43bfcf3e-fe49-4cb5-aa63-8e643e80348d" providerId="ADAL" clId="{E5A66123-5CEA-4FDB-B5C6-0B9123D3B84A}" dt="2023-02-15T16:04:57.814" v="1450"/>
          <ac:picMkLst>
            <pc:docMk/>
            <pc:sldMk cId="2956660923" sldId="623"/>
            <ac:picMk id="4" creationId="{9C487EAB-DBBC-2BB5-75E1-4DAC80A58DCF}"/>
          </ac:picMkLst>
        </pc:picChg>
        <pc:cxnChg chg="mod">
          <ac:chgData name="Nithish K Gnani" userId="43bfcf3e-fe49-4cb5-aa63-8e643e80348d" providerId="ADAL" clId="{E5A66123-5CEA-4FDB-B5C6-0B9123D3B84A}" dt="2023-02-15T16:04:57.814" v="1450"/>
          <ac:cxnSpMkLst>
            <pc:docMk/>
            <pc:sldMk cId="2956660923" sldId="623"/>
            <ac:cxnSpMk id="10" creationId="{62AA5E7C-0AB5-7DF1-F090-2B2D7ACE3038}"/>
          </ac:cxnSpMkLst>
        </pc:cxnChg>
        <pc:cxnChg chg="mod">
          <ac:chgData name="Nithish K Gnani" userId="43bfcf3e-fe49-4cb5-aa63-8e643e80348d" providerId="ADAL" clId="{E5A66123-5CEA-4FDB-B5C6-0B9123D3B84A}" dt="2023-02-15T16:04:57.814" v="1450"/>
          <ac:cxnSpMkLst>
            <pc:docMk/>
            <pc:sldMk cId="2956660923" sldId="623"/>
            <ac:cxnSpMk id="14" creationId="{F9FF0276-5C0A-0BB9-8AC1-5EF619317F57}"/>
          </ac:cxnSpMkLst>
        </pc:cxnChg>
        <pc:cxnChg chg="mod">
          <ac:chgData name="Nithish K Gnani" userId="43bfcf3e-fe49-4cb5-aa63-8e643e80348d" providerId="ADAL" clId="{E5A66123-5CEA-4FDB-B5C6-0B9123D3B84A}" dt="2023-02-15T16:04:57.814" v="1450"/>
          <ac:cxnSpMkLst>
            <pc:docMk/>
            <pc:sldMk cId="2956660923" sldId="623"/>
            <ac:cxnSpMk id="15" creationId="{139DAC8B-ED76-4E2A-165C-D496671AC2D4}"/>
          </ac:cxnSpMkLst>
        </pc:cxnChg>
        <pc:cxnChg chg="mod">
          <ac:chgData name="Nithish K Gnani" userId="43bfcf3e-fe49-4cb5-aa63-8e643e80348d" providerId="ADAL" clId="{E5A66123-5CEA-4FDB-B5C6-0B9123D3B84A}" dt="2023-02-15T16:04:57.814" v="1450"/>
          <ac:cxnSpMkLst>
            <pc:docMk/>
            <pc:sldMk cId="2956660923" sldId="623"/>
            <ac:cxnSpMk id="19" creationId="{DE029BB1-1DF0-2079-267A-93D1E583DB7B}"/>
          </ac:cxnSpMkLst>
        </pc:cxnChg>
      </pc:sldChg>
      <pc:sldChg chg="addSp delSp modSp add mod ord">
        <pc:chgData name="Nithish K Gnani" userId="43bfcf3e-fe49-4cb5-aa63-8e643e80348d" providerId="ADAL" clId="{E5A66123-5CEA-4FDB-B5C6-0B9123D3B84A}" dt="2023-02-15T16:22:03.528" v="1777" actId="20577"/>
        <pc:sldMkLst>
          <pc:docMk/>
          <pc:sldMk cId="496437386" sldId="624"/>
        </pc:sldMkLst>
        <pc:spChg chg="mod">
          <ac:chgData name="Nithish K Gnani" userId="43bfcf3e-fe49-4cb5-aa63-8e643e80348d" providerId="ADAL" clId="{E5A66123-5CEA-4FDB-B5C6-0B9123D3B84A}" dt="2023-02-15T16:15:33.775" v="1634" actId="20577"/>
          <ac:spMkLst>
            <pc:docMk/>
            <pc:sldMk cId="496437386" sldId="624"/>
            <ac:spMk id="2" creationId="{8007D223-38C4-43B4-977E-CF0D2F536D19}"/>
          </ac:spMkLst>
        </pc:spChg>
        <pc:spChg chg="mod">
          <ac:chgData name="Nithish K Gnani" userId="43bfcf3e-fe49-4cb5-aa63-8e643e80348d" providerId="ADAL" clId="{E5A66123-5CEA-4FDB-B5C6-0B9123D3B84A}" dt="2023-02-15T16:18:58.889" v="1689" actId="1076"/>
          <ac:spMkLst>
            <pc:docMk/>
            <pc:sldMk cId="496437386" sldId="624"/>
            <ac:spMk id="3" creationId="{2E2ABE4C-938E-4F24-8AD5-3D85B7B432FF}"/>
          </ac:spMkLst>
        </pc:spChg>
        <pc:spChg chg="del">
          <ac:chgData name="Nithish K Gnani" userId="43bfcf3e-fe49-4cb5-aa63-8e643e80348d" providerId="ADAL" clId="{E5A66123-5CEA-4FDB-B5C6-0B9123D3B84A}" dt="2023-02-15T16:15:27.412" v="1616" actId="478"/>
          <ac:spMkLst>
            <pc:docMk/>
            <pc:sldMk cId="496437386" sldId="624"/>
            <ac:spMk id="20" creationId="{4DFEE832-5009-3B8C-D2AA-AF07A4462A5C}"/>
          </ac:spMkLst>
        </pc:spChg>
        <pc:spChg chg="del">
          <ac:chgData name="Nithish K Gnani" userId="43bfcf3e-fe49-4cb5-aa63-8e643e80348d" providerId="ADAL" clId="{E5A66123-5CEA-4FDB-B5C6-0B9123D3B84A}" dt="2023-02-15T16:15:27.412" v="1616" actId="478"/>
          <ac:spMkLst>
            <pc:docMk/>
            <pc:sldMk cId="496437386" sldId="624"/>
            <ac:spMk id="21" creationId="{CA7C68EB-3092-D69D-79A7-8519843DA6EB}"/>
          </ac:spMkLst>
        </pc:spChg>
        <pc:spChg chg="add mod">
          <ac:chgData name="Nithish K Gnani" userId="43bfcf3e-fe49-4cb5-aa63-8e643e80348d" providerId="ADAL" clId="{E5A66123-5CEA-4FDB-B5C6-0B9123D3B84A}" dt="2023-02-15T16:19:22.330" v="1697" actId="1076"/>
          <ac:spMkLst>
            <pc:docMk/>
            <pc:sldMk cId="496437386" sldId="624"/>
            <ac:spMk id="22" creationId="{148B14C5-561B-EC8D-1591-A38573BC7676}"/>
          </ac:spMkLst>
        </pc:spChg>
        <pc:spChg chg="add mod">
          <ac:chgData name="Nithish K Gnani" userId="43bfcf3e-fe49-4cb5-aa63-8e643e80348d" providerId="ADAL" clId="{E5A66123-5CEA-4FDB-B5C6-0B9123D3B84A}" dt="2023-02-15T16:22:03.528" v="1777" actId="20577"/>
          <ac:spMkLst>
            <pc:docMk/>
            <pc:sldMk cId="496437386" sldId="624"/>
            <ac:spMk id="23" creationId="{6C0172A0-11B1-28B1-226E-7FF92C7804BF}"/>
          </ac:spMkLst>
        </pc:spChg>
        <pc:grpChg chg="del">
          <ac:chgData name="Nithish K Gnani" userId="43bfcf3e-fe49-4cb5-aa63-8e643e80348d" providerId="ADAL" clId="{E5A66123-5CEA-4FDB-B5C6-0B9123D3B84A}" dt="2023-02-15T16:15:27.412" v="1616" actId="478"/>
          <ac:grpSpMkLst>
            <pc:docMk/>
            <pc:sldMk cId="496437386" sldId="624"/>
            <ac:grpSpMk id="7" creationId="{0EC916C3-3F0E-D203-867E-7C1AA6E99D80}"/>
          </ac:grpSpMkLst>
        </pc:grpChg>
        <pc:graphicFrameChg chg="add mod modGraphic">
          <ac:chgData name="Nithish K Gnani" userId="43bfcf3e-fe49-4cb5-aa63-8e643e80348d" providerId="ADAL" clId="{E5A66123-5CEA-4FDB-B5C6-0B9123D3B84A}" dt="2023-02-15T16:21:33.175" v="1760" actId="20577"/>
          <ac:graphicFrameMkLst>
            <pc:docMk/>
            <pc:sldMk cId="496437386" sldId="624"/>
            <ac:graphicFrameMk id="5" creationId="{729B504A-0087-EF34-9480-C9E40E2D8AA5}"/>
          </ac:graphicFrameMkLst>
        </pc:graphicFrameChg>
        <pc:graphicFrameChg chg="add mod modGraphic">
          <ac:chgData name="Nithish K Gnani" userId="43bfcf3e-fe49-4cb5-aa63-8e643e80348d" providerId="ADAL" clId="{E5A66123-5CEA-4FDB-B5C6-0B9123D3B84A}" dt="2023-02-15T16:20:53.909" v="1749" actId="20577"/>
          <ac:graphicFrameMkLst>
            <pc:docMk/>
            <pc:sldMk cId="496437386" sldId="624"/>
            <ac:graphicFrameMk id="6" creationId="{3E9DB5E0-C298-E00C-78EC-0CA0B76F15DA}"/>
          </ac:graphicFrameMkLst>
        </pc:graphicFrameChg>
        <pc:picChg chg="del">
          <ac:chgData name="Nithish K Gnani" userId="43bfcf3e-fe49-4cb5-aa63-8e643e80348d" providerId="ADAL" clId="{E5A66123-5CEA-4FDB-B5C6-0B9123D3B84A}" dt="2023-02-15T16:15:27.412" v="1616" actId="478"/>
          <ac:picMkLst>
            <pc:docMk/>
            <pc:sldMk cId="496437386" sldId="624"/>
            <ac:picMk id="4" creationId="{9C487EAB-DBBC-2BB5-75E1-4DAC80A58DCF}"/>
          </ac:picMkLst>
        </pc:picChg>
        <pc:cxnChg chg="mod">
          <ac:chgData name="Nithish K Gnani" userId="43bfcf3e-fe49-4cb5-aa63-8e643e80348d" providerId="ADAL" clId="{E5A66123-5CEA-4FDB-B5C6-0B9123D3B84A}" dt="2023-02-15T16:15:27.412" v="1616" actId="478"/>
          <ac:cxnSpMkLst>
            <pc:docMk/>
            <pc:sldMk cId="496437386" sldId="624"/>
            <ac:cxnSpMk id="10" creationId="{62AA5E7C-0AB5-7DF1-F090-2B2D7ACE3038}"/>
          </ac:cxnSpMkLst>
        </pc:cxnChg>
        <pc:cxnChg chg="mod">
          <ac:chgData name="Nithish K Gnani" userId="43bfcf3e-fe49-4cb5-aa63-8e643e80348d" providerId="ADAL" clId="{E5A66123-5CEA-4FDB-B5C6-0B9123D3B84A}" dt="2023-02-15T16:15:27.412" v="1616" actId="478"/>
          <ac:cxnSpMkLst>
            <pc:docMk/>
            <pc:sldMk cId="496437386" sldId="624"/>
            <ac:cxnSpMk id="14" creationId="{F9FF0276-5C0A-0BB9-8AC1-5EF619317F57}"/>
          </ac:cxnSpMkLst>
        </pc:cxnChg>
        <pc:cxnChg chg="mod">
          <ac:chgData name="Nithish K Gnani" userId="43bfcf3e-fe49-4cb5-aa63-8e643e80348d" providerId="ADAL" clId="{E5A66123-5CEA-4FDB-B5C6-0B9123D3B84A}" dt="2023-02-15T16:15:27.412" v="1616" actId="478"/>
          <ac:cxnSpMkLst>
            <pc:docMk/>
            <pc:sldMk cId="496437386" sldId="624"/>
            <ac:cxnSpMk id="15" creationId="{139DAC8B-ED76-4E2A-165C-D496671AC2D4}"/>
          </ac:cxnSpMkLst>
        </pc:cxnChg>
        <pc:cxnChg chg="mod">
          <ac:chgData name="Nithish K Gnani" userId="43bfcf3e-fe49-4cb5-aa63-8e643e80348d" providerId="ADAL" clId="{E5A66123-5CEA-4FDB-B5C6-0B9123D3B84A}" dt="2023-02-15T16:15:27.412" v="1616" actId="478"/>
          <ac:cxnSpMkLst>
            <pc:docMk/>
            <pc:sldMk cId="496437386" sldId="624"/>
            <ac:cxnSpMk id="19" creationId="{DE029BB1-1DF0-2079-267A-93D1E583DB7B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/>
              <a:t>CO2 (ppm) vs Time(s)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7375236258645775E-2"/>
          <c:y val="0.10414407727722559"/>
          <c:w val="0.88841287599064844"/>
          <c:h val="0.68595979805802976"/>
        </c:manualLayout>
      </c:layout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CO2_Zone_1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Sheet2!$B$2:$B$3377</c:f>
              <c:numCache>
                <c:formatCode>General</c:formatCode>
                <c:ptCount val="3376"/>
                <c:pt idx="0">
                  <c:v>300</c:v>
                </c:pt>
                <c:pt idx="1">
                  <c:v>302.52971383613055</c:v>
                </c:pt>
                <c:pt idx="2">
                  <c:v>305.03917617869445</c:v>
                </c:pt>
                <c:pt idx="3">
                  <c:v>307.52851235991824</c:v>
                </c:pt>
                <c:pt idx="4">
                  <c:v>309.99785923187761</c:v>
                </c:pt>
                <c:pt idx="5">
                  <c:v>312.44736032493455</c:v>
                </c:pt>
                <c:pt idx="6">
                  <c:v>314.87716295405409</c:v>
                </c:pt>
                <c:pt idx="7">
                  <c:v>317.28741647089345</c:v>
                </c:pt>
                <c:pt idx="8">
                  <c:v>319.67827118909901</c:v>
                </c:pt>
                <c:pt idx="9">
                  <c:v>322.04987771052652</c:v>
                </c:pt>
                <c:pt idx="10">
                  <c:v>324.40238649398503</c:v>
                </c:pt>
                <c:pt idx="11">
                  <c:v>326.73594757316386</c:v>
                </c:pt>
                <c:pt idx="12">
                  <c:v>329.05071036817435</c:v>
                </c:pt>
                <c:pt idx="13">
                  <c:v>331.34682355697453</c:v>
                </c:pt>
                <c:pt idx="14">
                  <c:v>333.62443498612117</c:v>
                </c:pt>
                <c:pt idx="15">
                  <c:v>335.88369160766649</c:v>
                </c:pt>
                <c:pt idx="16">
                  <c:v>338.12473943415023</c:v>
                </c:pt>
                <c:pt idx="17">
                  <c:v>340.34772350617141</c:v>
                </c:pt>
                <c:pt idx="18">
                  <c:v>342.55278786901113</c:v>
                </c:pt>
                <c:pt idx="19">
                  <c:v>344.74007555584228</c:v>
                </c:pt>
                <c:pt idx="20">
                  <c:v>346.90972857590998</c:v>
                </c:pt>
                <c:pt idx="21">
                  <c:v>349.06188790642886</c:v>
                </c:pt>
                <c:pt idx="22">
                  <c:v>351.19669348734476</c:v>
                </c:pt>
                <c:pt idx="23">
                  <c:v>353.31428421839001</c:v>
                </c:pt>
                <c:pt idx="24">
                  <c:v>355.41479795787615</c:v>
                </c:pt>
                <c:pt idx="25">
                  <c:v>357.49837152295351</c:v>
                </c:pt>
                <c:pt idx="26">
                  <c:v>359.56514069096352</c:v>
                </c:pt>
                <c:pt idx="27">
                  <c:v>361.67990256909451</c:v>
                </c:pt>
                <c:pt idx="28">
                  <c:v>363.79022707221304</c:v>
                </c:pt>
                <c:pt idx="29">
                  <c:v>365.89604723076803</c:v>
                </c:pt>
                <c:pt idx="30">
                  <c:v>367.99729748239525</c:v>
                </c:pt>
                <c:pt idx="31">
                  <c:v>370.09391365047264</c:v>
                </c:pt>
                <c:pt idx="32">
                  <c:v>372.18583292331357</c:v>
                </c:pt>
                <c:pt idx="33">
                  <c:v>374.27299383386514</c:v>
                </c:pt>
                <c:pt idx="34">
                  <c:v>376.35533623996116</c:v>
                </c:pt>
                <c:pt idx="35">
                  <c:v>378.43280130500972</c:v>
                </c:pt>
                <c:pt idx="36">
                  <c:v>380.50533147910841</c:v>
                </c:pt>
                <c:pt idx="37">
                  <c:v>382.57287048053433</c:v>
                </c:pt>
                <c:pt idx="38">
                  <c:v>384.63536327762841</c:v>
                </c:pt>
                <c:pt idx="39">
                  <c:v>386.69275607100974</c:v>
                </c:pt>
                <c:pt idx="40">
                  <c:v>388.74499627610368</c:v>
                </c:pt>
                <c:pt idx="41">
                  <c:v>390.79203250598528</c:v>
                </c:pt>
                <c:pt idx="42">
                  <c:v>392.83381455452115</c:v>
                </c:pt>
                <c:pt idx="43">
                  <c:v>394.8702933797407</c:v>
                </c:pt>
                <c:pt idx="44">
                  <c:v>396.90142108754878</c:v>
                </c:pt>
                <c:pt idx="45">
                  <c:v>398.92715091560814</c:v>
                </c:pt>
                <c:pt idx="46">
                  <c:v>400.94743721754418</c:v>
                </c:pt>
                <c:pt idx="47">
                  <c:v>402.96223544730384</c:v>
                </c:pt>
                <c:pt idx="48">
                  <c:v>404.97150214380423</c:v>
                </c:pt>
                <c:pt idx="49">
                  <c:v>406.97545608285839</c:v>
                </c:pt>
                <c:pt idx="50">
                  <c:v>408.97410268408925</c:v>
                </c:pt>
                <c:pt idx="51">
                  <c:v>410.96744722325553</c:v>
                </c:pt>
                <c:pt idx="52">
                  <c:v>412.95549483712523</c:v>
                </c:pt>
                <c:pt idx="53">
                  <c:v>414.93825052825656</c:v>
                </c:pt>
                <c:pt idx="54">
                  <c:v>416.9157191697301</c:v>
                </c:pt>
                <c:pt idx="55">
                  <c:v>418.88790550977637</c:v>
                </c:pt>
                <c:pt idx="56">
                  <c:v>420.85481417638232</c:v>
                </c:pt>
                <c:pt idx="57">
                  <c:v>422.81644968179575</c:v>
                </c:pt>
                <c:pt idx="58">
                  <c:v>424.77281642696403</c:v>
                </c:pt>
                <c:pt idx="59">
                  <c:v>426.72391870591389</c:v>
                </c:pt>
                <c:pt idx="60">
                  <c:v>428.66976071003768</c:v>
                </c:pt>
                <c:pt idx="61">
                  <c:v>430.61034653231076</c:v>
                </c:pt>
                <c:pt idx="62">
                  <c:v>432.54568017148387</c:v>
                </c:pt>
                <c:pt idx="63">
                  <c:v>434.47576553611043</c:v>
                </c:pt>
                <c:pt idx="64">
                  <c:v>436.40060644859329</c:v>
                </c:pt>
                <c:pt idx="65">
                  <c:v>438.32020664912403</c:v>
                </c:pt>
                <c:pt idx="66">
                  <c:v>440.23456979950686</c:v>
                </c:pt>
                <c:pt idx="67">
                  <c:v>442.14369948700516</c:v>
                </c:pt>
                <c:pt idx="68">
                  <c:v>444.04759922803083</c:v>
                </c:pt>
                <c:pt idx="69">
                  <c:v>445.94627247181052</c:v>
                </c:pt>
                <c:pt idx="70">
                  <c:v>447.83972260396513</c:v>
                </c:pt>
                <c:pt idx="71">
                  <c:v>449.72795400486962</c:v>
                </c:pt>
                <c:pt idx="72">
                  <c:v>451.61097117857543</c:v>
                </c:pt>
                <c:pt idx="73">
                  <c:v>453.48877874995577</c:v>
                </c:pt>
                <c:pt idx="74">
                  <c:v>455.36138146191325</c:v>
                </c:pt>
                <c:pt idx="75">
                  <c:v>457.22878417260927</c:v>
                </c:pt>
                <c:pt idx="76">
                  <c:v>459.09099185282736</c:v>
                </c:pt>
                <c:pt idx="77">
                  <c:v>460.94800958330444</c:v>
                </c:pt>
                <c:pt idx="78">
                  <c:v>462.79984255220347</c:v>
                </c:pt>
                <c:pt idx="79">
                  <c:v>464.64649605256221</c:v>
                </c:pt>
                <c:pt idx="80">
                  <c:v>466.48797547986385</c:v>
                </c:pt>
                <c:pt idx="81">
                  <c:v>468.32428632960489</c:v>
                </c:pt>
                <c:pt idx="82">
                  <c:v>470.1554341949647</c:v>
                </c:pt>
                <c:pt idx="83">
                  <c:v>471.98142476447481</c:v>
                </c:pt>
                <c:pt idx="84">
                  <c:v>473.80226381976485</c:v>
                </c:pt>
                <c:pt idx="85">
                  <c:v>475.61795723336911</c:v>
                </c:pt>
                <c:pt idx="86">
                  <c:v>477.42851096653533</c:v>
                </c:pt>
                <c:pt idx="87">
                  <c:v>479.23393106714724</c:v>
                </c:pt>
                <c:pt idx="88">
                  <c:v>481.03422366760935</c:v>
                </c:pt>
                <c:pt idx="89">
                  <c:v>482.82939498286333</c:v>
                </c:pt>
                <c:pt idx="90">
                  <c:v>484.61945130834556</c:v>
                </c:pt>
                <c:pt idx="91">
                  <c:v>486.40439901811311</c:v>
                </c:pt>
                <c:pt idx="92">
                  <c:v>488.18424456288955</c:v>
                </c:pt>
                <c:pt idx="93">
                  <c:v>489.95899447249036</c:v>
                </c:pt>
                <c:pt idx="94">
                  <c:v>491.72865535467884</c:v>
                </c:pt>
                <c:pt idx="95">
                  <c:v>493.49323389405748</c:v>
                </c:pt>
                <c:pt idx="96">
                  <c:v>495.25273685097994</c:v>
                </c:pt>
                <c:pt idx="97">
                  <c:v>497.00717106038553</c:v>
                </c:pt>
                <c:pt idx="98">
                  <c:v>498.7565434307665</c:v>
                </c:pt>
                <c:pt idx="99">
                  <c:v>500.50086094306715</c:v>
                </c:pt>
                <c:pt idx="100">
                  <c:v>502.24013064957984</c:v>
                </c:pt>
                <c:pt idx="101">
                  <c:v>503.97435967288197</c:v>
                </c:pt>
                <c:pt idx="102">
                  <c:v>505.70355520479774</c:v>
                </c:pt>
                <c:pt idx="103">
                  <c:v>507.42772450531413</c:v>
                </c:pt>
                <c:pt idx="104">
                  <c:v>509.14687490156433</c:v>
                </c:pt>
                <c:pt idx="105">
                  <c:v>510.86101378674834</c:v>
                </c:pt>
                <c:pt idx="106">
                  <c:v>512.57014861912955</c:v>
                </c:pt>
                <c:pt idx="107">
                  <c:v>514.27428692101955</c:v>
                </c:pt>
                <c:pt idx="108">
                  <c:v>515.9734362777192</c:v>
                </c:pt>
                <c:pt idx="109">
                  <c:v>517.66760433657544</c:v>
                </c:pt>
                <c:pt idx="110">
                  <c:v>519.35679880591408</c:v>
                </c:pt>
                <c:pt idx="111">
                  <c:v>521.04102745411296</c:v>
                </c:pt>
                <c:pt idx="112">
                  <c:v>522.72029810856736</c:v>
                </c:pt>
                <c:pt idx="113">
                  <c:v>524.39461865472572</c:v>
                </c:pt>
                <c:pt idx="114">
                  <c:v>526.06399703516468</c:v>
                </c:pt>
                <c:pt idx="115">
                  <c:v>527.72844124856908</c:v>
                </c:pt>
                <c:pt idx="116">
                  <c:v>529.38795934887378</c:v>
                </c:pt>
                <c:pt idx="117">
                  <c:v>531.04255944428849</c:v>
                </c:pt>
                <c:pt idx="118">
                  <c:v>532.69224969643392</c:v>
                </c:pt>
                <c:pt idx="119">
                  <c:v>534.33703831938692</c:v>
                </c:pt>
                <c:pt idx="120">
                  <c:v>535.97693357884248</c:v>
                </c:pt>
                <c:pt idx="121">
                  <c:v>537.61194379118456</c:v>
                </c:pt>
                <c:pt idx="122">
                  <c:v>539.24207732265154</c:v>
                </c:pt>
                <c:pt idx="123">
                  <c:v>540.86734258845229</c:v>
                </c:pt>
                <c:pt idx="124">
                  <c:v>542.48774805192579</c:v>
                </c:pt>
                <c:pt idx="125">
                  <c:v>544.10330222368805</c:v>
                </c:pt>
                <c:pt idx="126">
                  <c:v>545.71401366080079</c:v>
                </c:pt>
                <c:pt idx="127">
                  <c:v>547.31989096595851</c:v>
                </c:pt>
                <c:pt idx="128">
                  <c:v>548.92094278664649</c:v>
                </c:pt>
                <c:pt idx="129">
                  <c:v>550.51717781435048</c:v>
                </c:pt>
                <c:pt idx="130">
                  <c:v>552.10860478375866</c:v>
                </c:pt>
                <c:pt idx="131">
                  <c:v>553.69523247198208</c:v>
                </c:pt>
                <c:pt idx="132">
                  <c:v>555.27706969773612</c:v>
                </c:pt>
                <c:pt idx="133">
                  <c:v>556.85412532059422</c:v>
                </c:pt>
                <c:pt idx="134">
                  <c:v>558.42640824024727</c:v>
                </c:pt>
                <c:pt idx="135">
                  <c:v>559.99392739568475</c:v>
                </c:pt>
                <c:pt idx="136">
                  <c:v>561.55669176449567</c:v>
                </c:pt>
                <c:pt idx="137">
                  <c:v>563.11471036212174</c:v>
                </c:pt>
                <c:pt idx="138">
                  <c:v>564.66799224110548</c:v>
                </c:pt>
                <c:pt idx="139">
                  <c:v>566.21654649037305</c:v>
                </c:pt>
                <c:pt idx="140">
                  <c:v>567.76038223453611</c:v>
                </c:pt>
                <c:pt idx="141">
                  <c:v>569.29950863315719</c:v>
                </c:pt>
                <c:pt idx="142">
                  <c:v>570.83393488005925</c:v>
                </c:pt>
                <c:pt idx="143">
                  <c:v>572.36367020264095</c:v>
                </c:pt>
                <c:pt idx="144">
                  <c:v>573.88872386117293</c:v>
                </c:pt>
                <c:pt idx="145">
                  <c:v>575.4091051481247</c:v>
                </c:pt>
                <c:pt idx="146">
                  <c:v>576.92482338751859</c:v>
                </c:pt>
                <c:pt idx="147">
                  <c:v>578.43588793420133</c:v>
                </c:pt>
                <c:pt idx="148">
                  <c:v>579.94230817328287</c:v>
                </c:pt>
                <c:pt idx="149">
                  <c:v>581.4440935193752</c:v>
                </c:pt>
                <c:pt idx="150">
                  <c:v>582.94125341605968</c:v>
                </c:pt>
                <c:pt idx="151">
                  <c:v>584.43379733515576</c:v>
                </c:pt>
                <c:pt idx="152">
                  <c:v>585.92173477615859</c:v>
                </c:pt>
                <c:pt idx="153">
                  <c:v>587.40507526559111</c:v>
                </c:pt>
                <c:pt idx="154">
                  <c:v>588.88382835637958</c:v>
                </c:pt>
                <c:pt idx="155">
                  <c:v>590.35800362727787</c:v>
                </c:pt>
                <c:pt idx="156">
                  <c:v>591.82761068220827</c:v>
                </c:pt>
                <c:pt idx="157">
                  <c:v>593.29265914975213</c:v>
                </c:pt>
                <c:pt idx="158">
                  <c:v>594.75315868245798</c:v>
                </c:pt>
                <c:pt idx="159">
                  <c:v>596.20911895633412</c:v>
                </c:pt>
                <c:pt idx="160">
                  <c:v>597.66054967027628</c:v>
                </c:pt>
                <c:pt idx="161">
                  <c:v>599.10746054542335</c:v>
                </c:pt>
                <c:pt idx="162">
                  <c:v>600.54986132467275</c:v>
                </c:pt>
                <c:pt idx="163">
                  <c:v>601.98776177208424</c:v>
                </c:pt>
                <c:pt idx="164">
                  <c:v>603.42117167233926</c:v>
                </c:pt>
                <c:pt idx="165">
                  <c:v>604.85010083018733</c:v>
                </c:pt>
                <c:pt idx="166">
                  <c:v>606.27455906992463</c:v>
                </c:pt>
                <c:pt idx="167">
                  <c:v>607.69455623484657</c:v>
                </c:pt>
                <c:pt idx="168">
                  <c:v>609.11010218670936</c:v>
                </c:pt>
                <c:pt idx="169">
                  <c:v>610.52120680523615</c:v>
                </c:pt>
                <c:pt idx="170">
                  <c:v>611.92787998757126</c:v>
                </c:pt>
                <c:pt idx="171">
                  <c:v>613.3301316478254</c:v>
                </c:pt>
                <c:pt idx="172">
                  <c:v>614.72797171647596</c:v>
                </c:pt>
                <c:pt idx="173">
                  <c:v>616.1214101399737</c:v>
                </c:pt>
                <c:pt idx="174">
                  <c:v>617.51045688017018</c:v>
                </c:pt>
                <c:pt idx="175">
                  <c:v>618.89512191387053</c:v>
                </c:pt>
                <c:pt idx="176">
                  <c:v>620.27541523235141</c:v>
                </c:pt>
                <c:pt idx="177">
                  <c:v>621.65134684084546</c:v>
                </c:pt>
                <c:pt idx="178">
                  <c:v>623.0229267581185</c:v>
                </c:pt>
                <c:pt idx="179">
                  <c:v>624.3901650159853</c:v>
                </c:pt>
                <c:pt idx="180">
                  <c:v>625.75307165883737</c:v>
                </c:pt>
                <c:pt idx="181">
                  <c:v>627.11165674319216</c:v>
                </c:pt>
                <c:pt idx="182">
                  <c:v>628.46593033726617</c:v>
                </c:pt>
                <c:pt idx="183">
                  <c:v>629.81590252046794</c:v>
                </c:pt>
                <c:pt idx="184">
                  <c:v>631.16158338302932</c:v>
                </c:pt>
                <c:pt idx="185">
                  <c:v>632.50298302555541</c:v>
                </c:pt>
                <c:pt idx="186">
                  <c:v>633.84011155852431</c:v>
                </c:pt>
                <c:pt idx="187">
                  <c:v>635.17297910195452</c:v>
                </c:pt>
                <c:pt idx="188">
                  <c:v>636.50159578492628</c:v>
                </c:pt>
                <c:pt idx="189">
                  <c:v>637.82597174520845</c:v>
                </c:pt>
                <c:pt idx="190">
                  <c:v>639.14611712877308</c:v>
                </c:pt>
                <c:pt idx="191">
                  <c:v>640.46204208947972</c:v>
                </c:pt>
                <c:pt idx="192">
                  <c:v>641.77375678860653</c:v>
                </c:pt>
                <c:pt idx="193">
                  <c:v>643.08127139448959</c:v>
                </c:pt>
                <c:pt idx="194">
                  <c:v>644.38459608210724</c:v>
                </c:pt>
                <c:pt idx="195">
                  <c:v>645.68374103271196</c:v>
                </c:pt>
                <c:pt idx="196">
                  <c:v>646.97871643341239</c:v>
                </c:pt>
                <c:pt idx="197">
                  <c:v>648.26953247683912</c:v>
                </c:pt>
                <c:pt idx="198">
                  <c:v>649.55619936074152</c:v>
                </c:pt>
                <c:pt idx="199">
                  <c:v>650.83872728763163</c:v>
                </c:pt>
                <c:pt idx="200">
                  <c:v>652.11712646437115</c:v>
                </c:pt>
                <c:pt idx="201">
                  <c:v>653.39140710189997</c:v>
                </c:pt>
                <c:pt idx="202">
                  <c:v>654.66157941477843</c:v>
                </c:pt>
                <c:pt idx="203">
                  <c:v>655.92765362091302</c:v>
                </c:pt>
                <c:pt idx="204">
                  <c:v>657.18963994115916</c:v>
                </c:pt>
                <c:pt idx="205">
                  <c:v>658.44754859898433</c:v>
                </c:pt>
                <c:pt idx="206">
                  <c:v>659.70138982013339</c:v>
                </c:pt>
                <c:pt idx="207">
                  <c:v>660.95117383231354</c:v>
                </c:pt>
                <c:pt idx="208">
                  <c:v>662.19691086479827</c:v>
                </c:pt>
                <c:pt idx="209">
                  <c:v>663.4386111481823</c:v>
                </c:pt>
                <c:pt idx="210">
                  <c:v>664.67628491395794</c:v>
                </c:pt>
                <c:pt idx="211">
                  <c:v>665.9099423942971</c:v>
                </c:pt>
                <c:pt idx="212">
                  <c:v>667.139593821635</c:v>
                </c:pt>
                <c:pt idx="213">
                  <c:v>668.36524942843096</c:v>
                </c:pt>
                <c:pt idx="214">
                  <c:v>669.58691944683801</c:v>
                </c:pt>
                <c:pt idx="215">
                  <c:v>670.80461410836301</c:v>
                </c:pt>
                <c:pt idx="216">
                  <c:v>672.01834364360218</c:v>
                </c:pt>
                <c:pt idx="217">
                  <c:v>673.2281182819213</c:v>
                </c:pt>
                <c:pt idx="218">
                  <c:v>674.43394825117969</c:v>
                </c:pt>
                <c:pt idx="219">
                  <c:v>675.6358437774046</c:v>
                </c:pt>
                <c:pt idx="220">
                  <c:v>676.83381508454761</c:v>
                </c:pt>
                <c:pt idx="221">
                  <c:v>678.02787239414818</c:v>
                </c:pt>
                <c:pt idx="222">
                  <c:v>679.21802592511233</c:v>
                </c:pt>
                <c:pt idx="223">
                  <c:v>680.40428589337068</c:v>
                </c:pt>
                <c:pt idx="224">
                  <c:v>681.58666251165437</c:v>
                </c:pt>
                <c:pt idx="225">
                  <c:v>682.76516598918317</c:v>
                </c:pt>
                <c:pt idx="226">
                  <c:v>683.93980653144081</c:v>
                </c:pt>
                <c:pt idx="227">
                  <c:v>685.11059433987646</c:v>
                </c:pt>
                <c:pt idx="228">
                  <c:v>686.27753961164012</c:v>
                </c:pt>
                <c:pt idx="229">
                  <c:v>687.44065253938334</c:v>
                </c:pt>
                <c:pt idx="230">
                  <c:v>688.59994331089626</c:v>
                </c:pt>
                <c:pt idx="231">
                  <c:v>689.75542210896151</c:v>
                </c:pt>
                <c:pt idx="232">
                  <c:v>690.90709911106353</c:v>
                </c:pt>
                <c:pt idx="233">
                  <c:v>692.05498448911976</c:v>
                </c:pt>
                <c:pt idx="234">
                  <c:v>693.19908840928179</c:v>
                </c:pt>
                <c:pt idx="235">
                  <c:v>694.33942103165464</c:v>
                </c:pt>
                <c:pt idx="236">
                  <c:v>695.4759925101049</c:v>
                </c:pt>
                <c:pt idx="237">
                  <c:v>696.60881299199264</c:v>
                </c:pt>
                <c:pt idx="238">
                  <c:v>697.7378926179432</c:v>
                </c:pt>
                <c:pt idx="239">
                  <c:v>698.86324152164423</c:v>
                </c:pt>
                <c:pt idx="240">
                  <c:v>699.98486982959548</c:v>
                </c:pt>
                <c:pt idx="241">
                  <c:v>701.10278766090448</c:v>
                </c:pt>
                <c:pt idx="242">
                  <c:v>702.21700512706332</c:v>
                </c:pt>
                <c:pt idx="243">
                  <c:v>703.32753233170865</c:v>
                </c:pt>
                <c:pt idx="244">
                  <c:v>704.43437937046485</c:v>
                </c:pt>
                <c:pt idx="245">
                  <c:v>705.53755633067601</c:v>
                </c:pt>
                <c:pt idx="246">
                  <c:v>706.63707329122383</c:v>
                </c:pt>
                <c:pt idx="247">
                  <c:v>707.73294032233503</c:v>
                </c:pt>
                <c:pt idx="248">
                  <c:v>708.82516748534897</c:v>
                </c:pt>
                <c:pt idx="249">
                  <c:v>709.91376483253271</c:v>
                </c:pt>
                <c:pt idx="250">
                  <c:v>710.99874240691952</c:v>
                </c:pt>
                <c:pt idx="251">
                  <c:v>712.08011024202517</c:v>
                </c:pt>
                <c:pt idx="252">
                  <c:v>713.15787836177253</c:v>
                </c:pt>
                <c:pt idx="253">
                  <c:v>714.23205678019531</c:v>
                </c:pt>
                <c:pt idx="254">
                  <c:v>715.30265550133129</c:v>
                </c:pt>
                <c:pt idx="255">
                  <c:v>716.36968451898417</c:v>
                </c:pt>
                <c:pt idx="256">
                  <c:v>717.43315381658886</c:v>
                </c:pt>
                <c:pt idx="257">
                  <c:v>718.49307336696597</c:v>
                </c:pt>
                <c:pt idx="258">
                  <c:v>719.54945313224005</c:v>
                </c:pt>
                <c:pt idx="259">
                  <c:v>720.60230306357562</c:v>
                </c:pt>
                <c:pt idx="260">
                  <c:v>721.65163310106686</c:v>
                </c:pt>
                <c:pt idx="261">
                  <c:v>722.69745317350589</c:v>
                </c:pt>
                <c:pt idx="262">
                  <c:v>723.73977319831533</c:v>
                </c:pt>
                <c:pt idx="263">
                  <c:v>724.77860308126742</c:v>
                </c:pt>
                <c:pt idx="264">
                  <c:v>725.81395271639906</c:v>
                </c:pt>
                <c:pt idx="265">
                  <c:v>726.84583198584221</c:v>
                </c:pt>
                <c:pt idx="266">
                  <c:v>727.8742507596321</c:v>
                </c:pt>
                <c:pt idx="267">
                  <c:v>728.89921889558798</c:v>
                </c:pt>
                <c:pt idx="268">
                  <c:v>729.92074623913527</c:v>
                </c:pt>
                <c:pt idx="269">
                  <c:v>730.93884262318466</c:v>
                </c:pt>
                <c:pt idx="270">
                  <c:v>731.95351786792867</c:v>
                </c:pt>
                <c:pt idx="271">
                  <c:v>732.9647817807662</c:v>
                </c:pt>
                <c:pt idx="272">
                  <c:v>733.972644156098</c:v>
                </c:pt>
                <c:pt idx="273">
                  <c:v>734.97711477522284</c:v>
                </c:pt>
                <c:pt idx="274">
                  <c:v>735.97820340617545</c:v>
                </c:pt>
                <c:pt idx="275">
                  <c:v>736.97591980358754</c:v>
                </c:pt>
                <c:pt idx="276">
                  <c:v>737.97027370856881</c:v>
                </c:pt>
                <c:pt idx="277">
                  <c:v>738.96127484855731</c:v>
                </c:pt>
                <c:pt idx="278">
                  <c:v>739.94893293720327</c:v>
                </c:pt>
                <c:pt idx="279">
                  <c:v>740.93325767421095</c:v>
                </c:pt>
                <c:pt idx="280">
                  <c:v>741.91425874524271</c:v>
                </c:pt>
                <c:pt idx="281">
                  <c:v>742.89194582176901</c:v>
                </c:pt>
                <c:pt idx="282">
                  <c:v>743.86632856094946</c:v>
                </c:pt>
                <c:pt idx="283">
                  <c:v>744.83741660553619</c:v>
                </c:pt>
                <c:pt idx="284">
                  <c:v>745.80521958369309</c:v>
                </c:pt>
                <c:pt idx="285">
                  <c:v>746.76974710896002</c:v>
                </c:pt>
                <c:pt idx="286">
                  <c:v>747.73100878003754</c:v>
                </c:pt>
                <c:pt idx="287">
                  <c:v>748.6890141807786</c:v>
                </c:pt>
                <c:pt idx="288">
                  <c:v>749.64377287998286</c:v>
                </c:pt>
                <c:pt idx="289">
                  <c:v>750.59529443134466</c:v>
                </c:pt>
                <c:pt idx="290">
                  <c:v>751.54358837331154</c:v>
                </c:pt>
                <c:pt idx="291">
                  <c:v>752.48866422899505</c:v>
                </c:pt>
                <c:pt idx="292">
                  <c:v>753.43053150604942</c:v>
                </c:pt>
                <c:pt idx="293">
                  <c:v>754.36919969659311</c:v>
                </c:pt>
                <c:pt idx="294">
                  <c:v>755.30467827706252</c:v>
                </c:pt>
                <c:pt idx="295">
                  <c:v>756.23697670815602</c:v>
                </c:pt>
                <c:pt idx="296">
                  <c:v>757.16610443470529</c:v>
                </c:pt>
                <c:pt idx="297">
                  <c:v>758.09207088559901</c:v>
                </c:pt>
                <c:pt idx="298">
                  <c:v>759.0148854736525</c:v>
                </c:pt>
                <c:pt idx="299">
                  <c:v>759.93455759556321</c:v>
                </c:pt>
                <c:pt idx="300">
                  <c:v>760.85109663177298</c:v>
                </c:pt>
                <c:pt idx="301">
                  <c:v>761.76451194639583</c:v>
                </c:pt>
                <c:pt idx="302">
                  <c:v>762.67481288714532</c:v>
                </c:pt>
                <c:pt idx="303">
                  <c:v>763.5820087852112</c:v>
                </c:pt>
                <c:pt idx="304">
                  <c:v>764.48610895518755</c:v>
                </c:pt>
                <c:pt idx="305">
                  <c:v>765.38712269500149</c:v>
                </c:pt>
                <c:pt idx="306">
                  <c:v>766.28505928581046</c:v>
                </c:pt>
                <c:pt idx="307">
                  <c:v>767.17992799193655</c:v>
                </c:pt>
                <c:pt idx="308">
                  <c:v>768.07173806077776</c:v>
                </c:pt>
                <c:pt idx="309">
                  <c:v>768.96049872272113</c:v>
                </c:pt>
                <c:pt idx="310">
                  <c:v>769.84621919106996</c:v>
                </c:pt>
                <c:pt idx="311">
                  <c:v>770.72890866199884</c:v>
                </c:pt>
                <c:pt idx="312">
                  <c:v>771.60857631440456</c:v>
                </c:pt>
                <c:pt idx="313">
                  <c:v>772.4852313099251</c:v>
                </c:pt>
                <c:pt idx="314">
                  <c:v>773.35888279279766</c:v>
                </c:pt>
                <c:pt idx="315">
                  <c:v>774.22953988980544</c:v>
                </c:pt>
                <c:pt idx="316">
                  <c:v>775.09721171023966</c:v>
                </c:pt>
                <c:pt idx="317">
                  <c:v>775.9619073457867</c:v>
                </c:pt>
                <c:pt idx="318">
                  <c:v>776.82363587049178</c:v>
                </c:pt>
                <c:pt idx="319">
                  <c:v>777.68240634069923</c:v>
                </c:pt>
                <c:pt idx="320">
                  <c:v>778.53822779492873</c:v>
                </c:pt>
                <c:pt idx="321">
                  <c:v>779.39110925390958</c:v>
                </c:pt>
                <c:pt idx="322">
                  <c:v>780.24105972042116</c:v>
                </c:pt>
                <c:pt idx="323">
                  <c:v>781.08808817933107</c:v>
                </c:pt>
                <c:pt idx="324">
                  <c:v>781.93220359742543</c:v>
                </c:pt>
                <c:pt idx="325">
                  <c:v>782.77341492347</c:v>
                </c:pt>
                <c:pt idx="326">
                  <c:v>783.61173108805053</c:v>
                </c:pt>
                <c:pt idx="327">
                  <c:v>784.44716100358039</c:v>
                </c:pt>
                <c:pt idx="328">
                  <c:v>785.27971356421745</c:v>
                </c:pt>
                <c:pt idx="329">
                  <c:v>786.10939764584066</c:v>
                </c:pt>
                <c:pt idx="330">
                  <c:v>786.93622210596334</c:v>
                </c:pt>
                <c:pt idx="331">
                  <c:v>787.76019578371029</c:v>
                </c:pt>
                <c:pt idx="332">
                  <c:v>788.58132749973436</c:v>
                </c:pt>
                <c:pt idx="333">
                  <c:v>789.39962605622748</c:v>
                </c:pt>
                <c:pt idx="334">
                  <c:v>790.21510023680298</c:v>
                </c:pt>
                <c:pt idx="335">
                  <c:v>791.02775880650745</c:v>
                </c:pt>
                <c:pt idx="336">
                  <c:v>791.83761051174451</c:v>
                </c:pt>
                <c:pt idx="337">
                  <c:v>792.64466408025987</c:v>
                </c:pt>
                <c:pt idx="338">
                  <c:v>793.44892822103338</c:v>
                </c:pt>
                <c:pt idx="339">
                  <c:v>794.25041162432603</c:v>
                </c:pt>
                <c:pt idx="340">
                  <c:v>795.04912296157556</c:v>
                </c:pt>
                <c:pt idx="341">
                  <c:v>795.8450708853926</c:v>
                </c:pt>
                <c:pt idx="342">
                  <c:v>796.63826402949087</c:v>
                </c:pt>
                <c:pt idx="343">
                  <c:v>797.42871100867615</c:v>
                </c:pt>
                <c:pt idx="344">
                  <c:v>798.21642041880432</c:v>
                </c:pt>
                <c:pt idx="345">
                  <c:v>799.00140083672841</c:v>
                </c:pt>
                <c:pt idx="346">
                  <c:v>799.78366082029981</c:v>
                </c:pt>
                <c:pt idx="347">
                  <c:v>800.56320890829613</c:v>
                </c:pt>
                <c:pt idx="348">
                  <c:v>801.34005362040466</c:v>
                </c:pt>
                <c:pt idx="349">
                  <c:v>802.1142034572174</c:v>
                </c:pt>
                <c:pt idx="350">
                  <c:v>802.88566690013784</c:v>
                </c:pt>
                <c:pt idx="351">
                  <c:v>803.65445241142413</c:v>
                </c:pt>
                <c:pt idx="352">
                  <c:v>804.42056843409841</c:v>
                </c:pt>
                <c:pt idx="353">
                  <c:v>805.18402339197553</c:v>
                </c:pt>
                <c:pt idx="354">
                  <c:v>805.94482568958881</c:v>
                </c:pt>
                <c:pt idx="355">
                  <c:v>806.70298371217086</c:v>
                </c:pt>
                <c:pt idx="356">
                  <c:v>807.45850582566231</c:v>
                </c:pt>
                <c:pt idx="357">
                  <c:v>808.21140037667476</c:v>
                </c:pt>
                <c:pt idx="358">
                  <c:v>808.96167569242107</c:v>
                </c:pt>
                <c:pt idx="359">
                  <c:v>809.70934008075744</c:v>
                </c:pt>
                <c:pt idx="360">
                  <c:v>810.45440183014023</c:v>
                </c:pt>
                <c:pt idx="361">
                  <c:v>811.19686920957838</c:v>
                </c:pt>
                <c:pt idx="362">
                  <c:v>811.93675046865405</c:v>
                </c:pt>
                <c:pt idx="363">
                  <c:v>812.67405383747996</c:v>
                </c:pt>
                <c:pt idx="364">
                  <c:v>813.40878752667709</c:v>
                </c:pt>
                <c:pt idx="365">
                  <c:v>814.14095972737471</c:v>
                </c:pt>
                <c:pt idx="366">
                  <c:v>814.87057861119069</c:v>
                </c:pt>
                <c:pt idx="367">
                  <c:v>815.59765233021074</c:v>
                </c:pt>
                <c:pt idx="368">
                  <c:v>816.32218901694932</c:v>
                </c:pt>
                <c:pt idx="369">
                  <c:v>817.04419678438546</c:v>
                </c:pt>
                <c:pt idx="370">
                  <c:v>817.76368372592185</c:v>
                </c:pt>
                <c:pt idx="371">
                  <c:v>818.48065791535112</c:v>
                </c:pt>
                <c:pt idx="372">
                  <c:v>819.19512740688947</c:v>
                </c:pt>
                <c:pt idx="373">
                  <c:v>819.90710023514441</c:v>
                </c:pt>
                <c:pt idx="374">
                  <c:v>820.61658441507166</c:v>
                </c:pt>
                <c:pt idx="375">
                  <c:v>821.32358794202867</c:v>
                </c:pt>
                <c:pt idx="376">
                  <c:v>822.0281187916994</c:v>
                </c:pt>
                <c:pt idx="377">
                  <c:v>822.73018492015524</c:v>
                </c:pt>
                <c:pt idx="378">
                  <c:v>823.4297942637794</c:v>
                </c:pt>
                <c:pt idx="379">
                  <c:v>824.12695473932263</c:v>
                </c:pt>
                <c:pt idx="380">
                  <c:v>824.82167424382055</c:v>
                </c:pt>
                <c:pt idx="381">
                  <c:v>825.51396065468418</c:v>
                </c:pt>
                <c:pt idx="382">
                  <c:v>826.20382182960134</c:v>
                </c:pt>
                <c:pt idx="383">
                  <c:v>826.89126560660225</c:v>
                </c:pt>
                <c:pt idx="384">
                  <c:v>827.57629980401668</c:v>
                </c:pt>
                <c:pt idx="385">
                  <c:v>828.25893222047125</c:v>
                </c:pt>
                <c:pt idx="386">
                  <c:v>828.93917063492017</c:v>
                </c:pt>
                <c:pt idx="387">
                  <c:v>829.61702280661154</c:v>
                </c:pt>
                <c:pt idx="388">
                  <c:v>830.2924964750872</c:v>
                </c:pt>
                <c:pt idx="389">
                  <c:v>830.9655993601973</c:v>
                </c:pt>
                <c:pt idx="390">
                  <c:v>831.6363391620996</c:v>
                </c:pt>
                <c:pt idx="391">
                  <c:v>832.30472356124289</c:v>
                </c:pt>
                <c:pt idx="392">
                  <c:v>832.97076021839177</c:v>
                </c:pt>
                <c:pt idx="393">
                  <c:v>833.6344567745972</c:v>
                </c:pt>
                <c:pt idx="394">
                  <c:v>834.29582085123354</c:v>
                </c:pt>
                <c:pt idx="395">
                  <c:v>834.95486004998327</c:v>
                </c:pt>
                <c:pt idx="396">
                  <c:v>835.61158195284486</c:v>
                </c:pt>
                <c:pt idx="397">
                  <c:v>836.26599412210783</c:v>
                </c:pt>
                <c:pt idx="398">
                  <c:v>836.91810410042785</c:v>
                </c:pt>
                <c:pt idx="399">
                  <c:v>837.56791941075937</c:v>
                </c:pt>
                <c:pt idx="400">
                  <c:v>838.21544755638104</c:v>
                </c:pt>
                <c:pt idx="401">
                  <c:v>838.86069602093187</c:v>
                </c:pt>
                <c:pt idx="402">
                  <c:v>839.50367226839751</c:v>
                </c:pt>
                <c:pt idx="403">
                  <c:v>840.14438374310407</c:v>
                </c:pt>
                <c:pt idx="404">
                  <c:v>840.78283786973668</c:v>
                </c:pt>
                <c:pt idx="405">
                  <c:v>841.41904205335709</c:v>
                </c:pt>
                <c:pt idx="406">
                  <c:v>842.05300367940742</c:v>
                </c:pt>
                <c:pt idx="407">
                  <c:v>842.68473011370872</c:v>
                </c:pt>
                <c:pt idx="408">
                  <c:v>843.31422870246763</c:v>
                </c:pt>
                <c:pt idx="409">
                  <c:v>843.94150677232108</c:v>
                </c:pt>
                <c:pt idx="410">
                  <c:v>844.56657163030957</c:v>
                </c:pt>
                <c:pt idx="411">
                  <c:v>845.18943056390447</c:v>
                </c:pt>
                <c:pt idx="412">
                  <c:v>845.81009084101436</c:v>
                </c:pt>
                <c:pt idx="413">
                  <c:v>846.42855970999631</c:v>
                </c:pt>
                <c:pt idx="414">
                  <c:v>847.04484439967439</c:v>
                </c:pt>
                <c:pt idx="415">
                  <c:v>847.65895211935219</c:v>
                </c:pt>
                <c:pt idx="416">
                  <c:v>848.27089005882385</c:v>
                </c:pt>
                <c:pt idx="417">
                  <c:v>848.88066538837279</c:v>
                </c:pt>
                <c:pt idx="418">
                  <c:v>849.48828525883118</c:v>
                </c:pt>
                <c:pt idx="419">
                  <c:v>850.09375680152982</c:v>
                </c:pt>
                <c:pt idx="420">
                  <c:v>850.69708712836621</c:v>
                </c:pt>
                <c:pt idx="421">
                  <c:v>851.29828333179614</c:v>
                </c:pt>
                <c:pt idx="422">
                  <c:v>851.89735248484874</c:v>
                </c:pt>
                <c:pt idx="423">
                  <c:v>852.49430164115336</c:v>
                </c:pt>
                <c:pt idx="424">
                  <c:v>853.08913783495655</c:v>
                </c:pt>
                <c:pt idx="425">
                  <c:v>853.68186808112875</c:v>
                </c:pt>
                <c:pt idx="426">
                  <c:v>854.27249937518013</c:v>
                </c:pt>
                <c:pt idx="427">
                  <c:v>854.86103869327656</c:v>
                </c:pt>
                <c:pt idx="428">
                  <c:v>855.44749299230386</c:v>
                </c:pt>
                <c:pt idx="429">
                  <c:v>856.03186920981045</c:v>
                </c:pt>
                <c:pt idx="430">
                  <c:v>856.61417426406445</c:v>
                </c:pt>
                <c:pt idx="431">
                  <c:v>857.19441505408429</c:v>
                </c:pt>
                <c:pt idx="432">
                  <c:v>857.77259845966603</c:v>
                </c:pt>
                <c:pt idx="433">
                  <c:v>858.34873134135034</c:v>
                </c:pt>
                <c:pt idx="434">
                  <c:v>858.9228205404836</c:v>
                </c:pt>
                <c:pt idx="435">
                  <c:v>859.49487287924308</c:v>
                </c:pt>
                <c:pt idx="436">
                  <c:v>860.06489516062334</c:v>
                </c:pt>
                <c:pt idx="437">
                  <c:v>860.63289416850807</c:v>
                </c:pt>
                <c:pt idx="438">
                  <c:v>861.19887666765135</c:v>
                </c:pt>
                <c:pt idx="439">
                  <c:v>861.76284940369897</c:v>
                </c:pt>
                <c:pt idx="440">
                  <c:v>862.32481910322929</c:v>
                </c:pt>
                <c:pt idx="441">
                  <c:v>862.88479247378348</c:v>
                </c:pt>
                <c:pt idx="442">
                  <c:v>863.44277620386629</c:v>
                </c:pt>
                <c:pt idx="443">
                  <c:v>863.99877696298461</c:v>
                </c:pt>
                <c:pt idx="444">
                  <c:v>864.55280140162597</c:v>
                </c:pt>
                <c:pt idx="445">
                  <c:v>865.10485615137964</c:v>
                </c:pt>
                <c:pt idx="446">
                  <c:v>865.65494782485234</c:v>
                </c:pt>
                <c:pt idx="447">
                  <c:v>866.2030830157679</c:v>
                </c:pt>
                <c:pt idx="448">
                  <c:v>866.74926829895662</c:v>
                </c:pt>
                <c:pt idx="449">
                  <c:v>867.2935102303793</c:v>
                </c:pt>
                <c:pt idx="450">
                  <c:v>867.83581534718644</c:v>
                </c:pt>
                <c:pt idx="451">
                  <c:v>868.37619016769816</c:v>
                </c:pt>
                <c:pt idx="452">
                  <c:v>868.91464119146269</c:v>
                </c:pt>
                <c:pt idx="453">
                  <c:v>869.45117489925804</c:v>
                </c:pt>
                <c:pt idx="454">
                  <c:v>869.98579775314568</c:v>
                </c:pt>
                <c:pt idx="455">
                  <c:v>870.51851619647164</c:v>
                </c:pt>
                <c:pt idx="456">
                  <c:v>871.04933665389262</c:v>
                </c:pt>
                <c:pt idx="457">
                  <c:v>871.57826553144582</c:v>
                </c:pt>
                <c:pt idx="458">
                  <c:v>872.10530921652276</c:v>
                </c:pt>
                <c:pt idx="459">
                  <c:v>872.63047407791385</c:v>
                </c:pt>
                <c:pt idx="460">
                  <c:v>873.15376646585628</c:v>
                </c:pt>
                <c:pt idx="461">
                  <c:v>873.67519271202377</c:v>
                </c:pt>
                <c:pt idx="462">
                  <c:v>874.19475912961354</c:v>
                </c:pt>
                <c:pt idx="463">
                  <c:v>874.7124720133005</c:v>
                </c:pt>
                <c:pt idx="464">
                  <c:v>875.2283376393201</c:v>
                </c:pt>
                <c:pt idx="465">
                  <c:v>875.7423622654868</c:v>
                </c:pt>
                <c:pt idx="466">
                  <c:v>876.25455213120767</c:v>
                </c:pt>
                <c:pt idx="467">
                  <c:v>876.76491345751219</c:v>
                </c:pt>
                <c:pt idx="468">
                  <c:v>877.27345244711762</c:v>
                </c:pt>
                <c:pt idx="469">
                  <c:v>877.78017528439045</c:v>
                </c:pt>
                <c:pt idx="470">
                  <c:v>878.28508813547342</c:v>
                </c:pt>
                <c:pt idx="471">
                  <c:v>878.78819714820429</c:v>
                </c:pt>
                <c:pt idx="472">
                  <c:v>879.28950845223244</c:v>
                </c:pt>
                <c:pt idx="473">
                  <c:v>879.7890281589996</c:v>
                </c:pt>
                <c:pt idx="474">
                  <c:v>880.28676236181366</c:v>
                </c:pt>
                <c:pt idx="475">
                  <c:v>880.78271713583592</c:v>
                </c:pt>
                <c:pt idx="476">
                  <c:v>881.27689853812876</c:v>
                </c:pt>
                <c:pt idx="477">
                  <c:v>881.76931260771107</c:v>
                </c:pt>
                <c:pt idx="478">
                  <c:v>882.25996536552634</c:v>
                </c:pt>
                <c:pt idx="479">
                  <c:v>882.74886281456315</c:v>
                </c:pt>
                <c:pt idx="480">
                  <c:v>883.23601093979698</c:v>
                </c:pt>
                <c:pt idx="481">
                  <c:v>883.7214157083115</c:v>
                </c:pt>
                <c:pt idx="482">
                  <c:v>884.20508306922329</c:v>
                </c:pt>
                <c:pt idx="483">
                  <c:v>884.68701895382901</c:v>
                </c:pt>
                <c:pt idx="484">
                  <c:v>885.1672292755494</c:v>
                </c:pt>
                <c:pt idx="485">
                  <c:v>885.64571992999652</c:v>
                </c:pt>
                <c:pt idx="486">
                  <c:v>886.12249679503986</c:v>
                </c:pt>
                <c:pt idx="487">
                  <c:v>886.5975657307514</c:v>
                </c:pt>
                <c:pt idx="488">
                  <c:v>887.0709325795292</c:v>
                </c:pt>
                <c:pt idx="489">
                  <c:v>887.54260316608077</c:v>
                </c:pt>
                <c:pt idx="490">
                  <c:v>888.01258329746429</c:v>
                </c:pt>
                <c:pt idx="491">
                  <c:v>888.4808787631348</c:v>
                </c:pt>
                <c:pt idx="492">
                  <c:v>888.94749533497179</c:v>
                </c:pt>
                <c:pt idx="493">
                  <c:v>889.41243876728549</c:v>
                </c:pt>
                <c:pt idx="494">
                  <c:v>889.87571479690223</c:v>
                </c:pt>
                <c:pt idx="495">
                  <c:v>890.33732914315715</c:v>
                </c:pt>
                <c:pt idx="496">
                  <c:v>890.7972875079605</c:v>
                </c:pt>
                <c:pt idx="497">
                  <c:v>891.25559557577276</c:v>
                </c:pt>
                <c:pt idx="498">
                  <c:v>891.71225901371747</c:v>
                </c:pt>
                <c:pt idx="499">
                  <c:v>892.16728347155913</c:v>
                </c:pt>
                <c:pt idx="500">
                  <c:v>892.62067458178444</c:v>
                </c:pt>
                <c:pt idx="501">
                  <c:v>893.07243795957095</c:v>
                </c:pt>
                <c:pt idx="502">
                  <c:v>893.52257920287013</c:v>
                </c:pt>
                <c:pt idx="503">
                  <c:v>893.97110389244631</c:v>
                </c:pt>
                <c:pt idx="504">
                  <c:v>894.41801759189036</c:v>
                </c:pt>
                <c:pt idx="505">
                  <c:v>894.86332584765887</c:v>
                </c:pt>
                <c:pt idx="506">
                  <c:v>895.30703418911344</c:v>
                </c:pt>
                <c:pt idx="507">
                  <c:v>895.74914812854718</c:v>
                </c:pt>
                <c:pt idx="508">
                  <c:v>896.18967316123212</c:v>
                </c:pt>
                <c:pt idx="509">
                  <c:v>896.6286147654688</c:v>
                </c:pt>
                <c:pt idx="510">
                  <c:v>897.06597840256029</c:v>
                </c:pt>
                <c:pt idx="511">
                  <c:v>897.50176951694675</c:v>
                </c:pt>
                <c:pt idx="512">
                  <c:v>897.93599353612603</c:v>
                </c:pt>
                <c:pt idx="513">
                  <c:v>898.36865587077978</c:v>
                </c:pt>
                <c:pt idx="514">
                  <c:v>898.79976191479602</c:v>
                </c:pt>
                <c:pt idx="515">
                  <c:v>899.22931704523046</c:v>
                </c:pt>
                <c:pt idx="516">
                  <c:v>899.6573266224575</c:v>
                </c:pt>
                <c:pt idx="517">
                  <c:v>900.0837959901221</c:v>
                </c:pt>
                <c:pt idx="518">
                  <c:v>900.50873047519349</c:v>
                </c:pt>
                <c:pt idx="519">
                  <c:v>900.93213538803195</c:v>
                </c:pt>
                <c:pt idx="520">
                  <c:v>901.35401602237255</c:v>
                </c:pt>
                <c:pt idx="521">
                  <c:v>901.77437765542584</c:v>
                </c:pt>
                <c:pt idx="522">
                  <c:v>902.1932255478514</c:v>
                </c:pt>
                <c:pt idx="523">
                  <c:v>902.61056494383979</c:v>
                </c:pt>
                <c:pt idx="524">
                  <c:v>903.02640107113712</c:v>
                </c:pt>
                <c:pt idx="525">
                  <c:v>903.44073914106264</c:v>
                </c:pt>
                <c:pt idx="526">
                  <c:v>903.85358434857767</c:v>
                </c:pt>
                <c:pt idx="527">
                  <c:v>904.26494187227081</c:v>
                </c:pt>
                <c:pt idx="528">
                  <c:v>904.67481687448003</c:v>
                </c:pt>
                <c:pt idx="529">
                  <c:v>905.08321450123299</c:v>
                </c:pt>
                <c:pt idx="530">
                  <c:v>905.49013988235549</c:v>
                </c:pt>
                <c:pt idx="531">
                  <c:v>905.89559813148196</c:v>
                </c:pt>
                <c:pt idx="532">
                  <c:v>906.29959434607258</c:v>
                </c:pt>
                <c:pt idx="533">
                  <c:v>906.70213360749631</c:v>
                </c:pt>
                <c:pt idx="534">
                  <c:v>907.10322098102131</c:v>
                </c:pt>
                <c:pt idx="535">
                  <c:v>907.50286151589364</c:v>
                </c:pt>
                <c:pt idx="536">
                  <c:v>907.90106024533497</c:v>
                </c:pt>
                <c:pt idx="537">
                  <c:v>908.29782218662035</c:v>
                </c:pt>
                <c:pt idx="538">
                  <c:v>908.69315234107603</c:v>
                </c:pt>
                <c:pt idx="539">
                  <c:v>909.08705569415554</c:v>
                </c:pt>
                <c:pt idx="540">
                  <c:v>909.47953721542513</c:v>
                </c:pt>
                <c:pt idx="541">
                  <c:v>909.87060185866324</c:v>
                </c:pt>
                <c:pt idx="542">
                  <c:v>910.26025456185755</c:v>
                </c:pt>
                <c:pt idx="543">
                  <c:v>910.64850024724547</c:v>
                </c:pt>
                <c:pt idx="544">
                  <c:v>911.03534382138128</c:v>
                </c:pt>
                <c:pt idx="545">
                  <c:v>911.42079017511708</c:v>
                </c:pt>
                <c:pt idx="546">
                  <c:v>911.80484418371736</c:v>
                </c:pt>
                <c:pt idx="547">
                  <c:v>912.18751070681344</c:v>
                </c:pt>
                <c:pt idx="548">
                  <c:v>912.56879458850437</c:v>
                </c:pt>
                <c:pt idx="549">
                  <c:v>912.94870065736495</c:v>
                </c:pt>
                <c:pt idx="550">
                  <c:v>913.327233726499</c:v>
                </c:pt>
                <c:pt idx="551">
                  <c:v>913.70439859355918</c:v>
                </c:pt>
                <c:pt idx="552">
                  <c:v>914.08020004079174</c:v>
                </c:pt>
                <c:pt idx="553">
                  <c:v>914.45464283509261</c:v>
                </c:pt>
                <c:pt idx="554">
                  <c:v>914.82773172801592</c:v>
                </c:pt>
                <c:pt idx="555">
                  <c:v>915.19947145582489</c:v>
                </c:pt>
                <c:pt idx="556">
                  <c:v>915.56986673953782</c:v>
                </c:pt>
                <c:pt idx="557">
                  <c:v>915.93892228496009</c:v>
                </c:pt>
                <c:pt idx="558">
                  <c:v>916.30664278270297</c:v>
                </c:pt>
                <c:pt idx="559">
                  <c:v>916.67303290825453</c:v>
                </c:pt>
                <c:pt idx="560">
                  <c:v>917.03809732199556</c:v>
                </c:pt>
                <c:pt idx="561">
                  <c:v>917.40184066924405</c:v>
                </c:pt>
                <c:pt idx="562">
                  <c:v>917.76426758029834</c:v>
                </c:pt>
                <c:pt idx="563">
                  <c:v>918.12538267045397</c:v>
                </c:pt>
                <c:pt idx="564">
                  <c:v>918.48519054008125</c:v>
                </c:pt>
                <c:pt idx="565">
                  <c:v>918.84369577459836</c:v>
                </c:pt>
                <c:pt idx="566">
                  <c:v>919.20090294459351</c:v>
                </c:pt>
                <c:pt idx="567">
                  <c:v>919.55681660580569</c:v>
                </c:pt>
                <c:pt idx="568">
                  <c:v>919.91144129914846</c:v>
                </c:pt>
                <c:pt idx="569">
                  <c:v>920.26478155082418</c:v>
                </c:pt>
                <c:pt idx="570">
                  <c:v>920.61684187224591</c:v>
                </c:pt>
                <c:pt idx="571">
                  <c:v>920.96762676021967</c:v>
                </c:pt>
                <c:pt idx="572">
                  <c:v>921.31714069683983</c:v>
                </c:pt>
                <c:pt idx="573">
                  <c:v>921.6653881496369</c:v>
                </c:pt>
                <c:pt idx="574">
                  <c:v>922.01237357153946</c:v>
                </c:pt>
                <c:pt idx="575">
                  <c:v>922.35810140094941</c:v>
                </c:pt>
                <c:pt idx="576">
                  <c:v>922.70257606179848</c:v>
                </c:pt>
                <c:pt idx="577">
                  <c:v>923.04580196353197</c:v>
                </c:pt>
                <c:pt idx="578">
                  <c:v>923.38778350117775</c:v>
                </c:pt>
                <c:pt idx="579">
                  <c:v>923.72852505538697</c:v>
                </c:pt>
                <c:pt idx="580">
                  <c:v>924.06803099248589</c:v>
                </c:pt>
                <c:pt idx="581">
                  <c:v>924.40630566447282</c:v>
                </c:pt>
                <c:pt idx="582">
                  <c:v>924.74335340906828</c:v>
                </c:pt>
                <c:pt idx="583">
                  <c:v>925.07917854979291</c:v>
                </c:pt>
                <c:pt idx="584">
                  <c:v>925.41378539594803</c:v>
                </c:pt>
                <c:pt idx="585">
                  <c:v>925.74717824268873</c:v>
                </c:pt>
                <c:pt idx="586">
                  <c:v>926.07936137105139</c:v>
                </c:pt>
                <c:pt idx="587">
                  <c:v>926.4103390480027</c:v>
                </c:pt>
                <c:pt idx="588">
                  <c:v>926.74011552644765</c:v>
                </c:pt>
                <c:pt idx="589">
                  <c:v>927.06869504530698</c:v>
                </c:pt>
                <c:pt idx="590">
                  <c:v>927.39608182952941</c:v>
                </c:pt>
                <c:pt idx="591">
                  <c:v>927.72228009011008</c:v>
                </c:pt>
                <c:pt idx="592">
                  <c:v>928.04729402417979</c:v>
                </c:pt>
                <c:pt idx="593">
                  <c:v>928.37112781502026</c:v>
                </c:pt>
                <c:pt idx="594">
                  <c:v>928.69378563206783</c:v>
                </c:pt>
                <c:pt idx="595">
                  <c:v>929.01527163100445</c:v>
                </c:pt>
                <c:pt idx="596">
                  <c:v>929.33558995375051</c:v>
                </c:pt>
                <c:pt idx="597">
                  <c:v>929.65474472853907</c:v>
                </c:pt>
                <c:pt idx="598">
                  <c:v>929.97274006993177</c:v>
                </c:pt>
                <c:pt idx="599">
                  <c:v>930.2895800788541</c:v>
                </c:pt>
                <c:pt idx="600">
                  <c:v>930.6052688426447</c:v>
                </c:pt>
                <c:pt idx="601">
                  <c:v>930.91981043508054</c:v>
                </c:pt>
                <c:pt idx="602">
                  <c:v>931.2332089164363</c:v>
                </c:pt>
                <c:pt idx="603">
                  <c:v>931.54546833349877</c:v>
                </c:pt>
                <c:pt idx="604">
                  <c:v>931.85659271959616</c:v>
                </c:pt>
                <c:pt idx="605">
                  <c:v>932.16658609466708</c:v>
                </c:pt>
                <c:pt idx="606">
                  <c:v>932.47545246527807</c:v>
                </c:pt>
                <c:pt idx="607">
                  <c:v>932.78319582466531</c:v>
                </c:pt>
                <c:pt idx="608">
                  <c:v>933.0898201527674</c:v>
                </c:pt>
                <c:pt idx="609">
                  <c:v>933.39532941627363</c:v>
                </c:pt>
                <c:pt idx="610">
                  <c:v>933.69972756862921</c:v>
                </c:pt>
                <c:pt idx="611">
                  <c:v>934.00301855012231</c:v>
                </c:pt>
                <c:pt idx="612">
                  <c:v>934.30520628788918</c:v>
                </c:pt>
                <c:pt idx="613">
                  <c:v>934.60629469592698</c:v>
                </c:pt>
                <c:pt idx="614">
                  <c:v>934.90628767520786</c:v>
                </c:pt>
                <c:pt idx="615">
                  <c:v>935.20518911363877</c:v>
                </c:pt>
                <c:pt idx="616">
                  <c:v>935.50300288611652</c:v>
                </c:pt>
                <c:pt idx="617">
                  <c:v>935.79973285460983</c:v>
                </c:pt>
                <c:pt idx="618">
                  <c:v>936.09538286812199</c:v>
                </c:pt>
                <c:pt idx="619">
                  <c:v>936.38995676279444</c:v>
                </c:pt>
                <c:pt idx="620">
                  <c:v>936.6834583619011</c:v>
                </c:pt>
                <c:pt idx="621">
                  <c:v>936.97589147592316</c:v>
                </c:pt>
                <c:pt idx="622">
                  <c:v>937.26725990252942</c:v>
                </c:pt>
                <c:pt idx="623">
                  <c:v>937.55756742665403</c:v>
                </c:pt>
                <c:pt idx="624">
                  <c:v>937.84681782054565</c:v>
                </c:pt>
                <c:pt idx="625">
                  <c:v>938.13501484375377</c:v>
                </c:pt>
                <c:pt idx="626">
                  <c:v>938.42216224321601</c:v>
                </c:pt>
                <c:pt idx="627">
                  <c:v>938.70826375324771</c:v>
                </c:pt>
                <c:pt idx="628">
                  <c:v>938.99332309563556</c:v>
                </c:pt>
                <c:pt idx="629">
                  <c:v>939.27734397959864</c:v>
                </c:pt>
                <c:pt idx="630">
                  <c:v>939.56033010190185</c:v>
                </c:pt>
                <c:pt idx="631">
                  <c:v>939.84228514684798</c:v>
                </c:pt>
                <c:pt idx="632">
                  <c:v>940.12321278630918</c:v>
                </c:pt>
                <c:pt idx="633">
                  <c:v>940.40311667977971</c:v>
                </c:pt>
                <c:pt idx="634">
                  <c:v>940.68200047442133</c:v>
                </c:pt>
                <c:pt idx="635">
                  <c:v>940.95986780507678</c:v>
                </c:pt>
                <c:pt idx="636">
                  <c:v>941.23672229430247</c:v>
                </c:pt>
                <c:pt idx="637">
                  <c:v>941.51256755244231</c:v>
                </c:pt>
                <c:pt idx="638">
                  <c:v>941.7874071776248</c:v>
                </c:pt>
                <c:pt idx="639">
                  <c:v>942.0612447557919</c:v>
                </c:pt>
                <c:pt idx="640">
                  <c:v>942.33408386079361</c:v>
                </c:pt>
                <c:pt idx="641">
                  <c:v>942.60592805435135</c:v>
                </c:pt>
                <c:pt idx="642">
                  <c:v>942.87678088614825</c:v>
                </c:pt>
                <c:pt idx="643">
                  <c:v>943.14664589381721</c:v>
                </c:pt>
                <c:pt idx="644">
                  <c:v>943.41552660302125</c:v>
                </c:pt>
                <c:pt idx="645">
                  <c:v>943.68342652746082</c:v>
                </c:pt>
                <c:pt idx="646">
                  <c:v>943.95034916892985</c:v>
                </c:pt>
                <c:pt idx="647">
                  <c:v>944.21629801732092</c:v>
                </c:pt>
                <c:pt idx="648">
                  <c:v>944.4812765506864</c:v>
                </c:pt>
                <c:pt idx="649">
                  <c:v>944.74528823526089</c:v>
                </c:pt>
                <c:pt idx="650">
                  <c:v>945.00833652550193</c:v>
                </c:pt>
                <c:pt idx="651">
                  <c:v>945.27042486413177</c:v>
                </c:pt>
                <c:pt idx="652">
                  <c:v>945.53155668216209</c:v>
                </c:pt>
                <c:pt idx="653">
                  <c:v>945.79173539890928</c:v>
                </c:pt>
                <c:pt idx="654">
                  <c:v>946.05096442207798</c:v>
                </c:pt>
                <c:pt idx="655">
                  <c:v>946.30924714774562</c:v>
                </c:pt>
                <c:pt idx="656">
                  <c:v>946.56658696044178</c:v>
                </c:pt>
                <c:pt idx="657">
                  <c:v>946.82298723313852</c:v>
                </c:pt>
                <c:pt idx="658">
                  <c:v>947.07845132733507</c:v>
                </c:pt>
                <c:pt idx="659">
                  <c:v>947.33298259302342</c:v>
                </c:pt>
                <c:pt idx="660">
                  <c:v>947.58658436881274</c:v>
                </c:pt>
                <c:pt idx="661">
                  <c:v>947.83925998187544</c:v>
                </c:pt>
                <c:pt idx="662">
                  <c:v>948.09101274804505</c:v>
                </c:pt>
                <c:pt idx="663">
                  <c:v>948.34184597180933</c:v>
                </c:pt>
                <c:pt idx="664">
                  <c:v>948.59176294636404</c:v>
                </c:pt>
                <c:pt idx="665">
                  <c:v>948.84076695365911</c:v>
                </c:pt>
                <c:pt idx="666">
                  <c:v>949.0888612643995</c:v>
                </c:pt>
                <c:pt idx="667">
                  <c:v>949.33604913812098</c:v>
                </c:pt>
                <c:pt idx="668">
                  <c:v>949.58233382315689</c:v>
                </c:pt>
                <c:pt idx="669">
                  <c:v>949.82771855676697</c:v>
                </c:pt>
                <c:pt idx="670">
                  <c:v>950.07220656509253</c:v>
                </c:pt>
                <c:pt idx="671">
                  <c:v>950.31580106322394</c:v>
                </c:pt>
                <c:pt idx="672">
                  <c:v>950.55850525520975</c:v>
                </c:pt>
                <c:pt idx="673">
                  <c:v>950.80032233414408</c:v>
                </c:pt>
                <c:pt idx="674">
                  <c:v>951.04125548213824</c:v>
                </c:pt>
                <c:pt idx="675">
                  <c:v>951.28130787037503</c:v>
                </c:pt>
                <c:pt idx="676">
                  <c:v>951.52048265917301</c:v>
                </c:pt>
                <c:pt idx="677">
                  <c:v>951.7587829979858</c:v>
                </c:pt>
                <c:pt idx="678">
                  <c:v>951.99621202541709</c:v>
                </c:pt>
                <c:pt idx="679">
                  <c:v>952.23277286932034</c:v>
                </c:pt>
                <c:pt idx="680">
                  <c:v>952.46846864677036</c:v>
                </c:pt>
                <c:pt idx="681">
                  <c:v>952.7033024641272</c:v>
                </c:pt>
                <c:pt idx="682">
                  <c:v>952.93727741703515</c:v>
                </c:pt>
                <c:pt idx="683">
                  <c:v>953.17039659051125</c:v>
                </c:pt>
                <c:pt idx="684">
                  <c:v>953.40266305895409</c:v>
                </c:pt>
                <c:pt idx="685">
                  <c:v>953.63407988612153</c:v>
                </c:pt>
                <c:pt idx="686">
                  <c:v>953.86465012526048</c:v>
                </c:pt>
                <c:pt idx="687">
                  <c:v>954.09437681907013</c:v>
                </c:pt>
                <c:pt idx="688">
                  <c:v>954.32326299976069</c:v>
                </c:pt>
                <c:pt idx="689">
                  <c:v>954.5513116890811</c:v>
                </c:pt>
                <c:pt idx="690">
                  <c:v>954.77852589834504</c:v>
                </c:pt>
                <c:pt idx="691">
                  <c:v>955.00490862846232</c:v>
                </c:pt>
                <c:pt idx="692">
                  <c:v>955.23046287000921</c:v>
                </c:pt>
                <c:pt idx="693">
                  <c:v>955.45519160319645</c:v>
                </c:pt>
                <c:pt idx="694">
                  <c:v>955.67909779794161</c:v>
                </c:pt>
                <c:pt idx="695">
                  <c:v>955.90218441391221</c:v>
                </c:pt>
                <c:pt idx="696">
                  <c:v>956.1244544005142</c:v>
                </c:pt>
                <c:pt idx="697">
                  <c:v>956.3459106969832</c:v>
                </c:pt>
                <c:pt idx="698">
                  <c:v>956.56655623233769</c:v>
                </c:pt>
                <c:pt idx="699">
                  <c:v>956.78639392549917</c:v>
                </c:pt>
                <c:pt idx="700">
                  <c:v>957.00542668524247</c:v>
                </c:pt>
                <c:pt idx="701">
                  <c:v>957.22365741030137</c:v>
                </c:pt>
                <c:pt idx="702">
                  <c:v>957.44108898932814</c:v>
                </c:pt>
                <c:pt idx="703">
                  <c:v>957.6577243010039</c:v>
                </c:pt>
                <c:pt idx="704">
                  <c:v>957.87356621398885</c:v>
                </c:pt>
                <c:pt idx="705">
                  <c:v>958.08861758699868</c:v>
                </c:pt>
                <c:pt idx="706">
                  <c:v>958.30288126885409</c:v>
                </c:pt>
                <c:pt idx="707">
                  <c:v>958.51636009846936</c:v>
                </c:pt>
                <c:pt idx="708">
                  <c:v>958.72905690490268</c:v>
                </c:pt>
                <c:pt idx="709">
                  <c:v>958.9409745073749</c:v>
                </c:pt>
                <c:pt idx="710">
                  <c:v>959.15211571534269</c:v>
                </c:pt>
                <c:pt idx="711">
                  <c:v>959.36248332846537</c:v>
                </c:pt>
                <c:pt idx="712">
                  <c:v>959.57208013668276</c:v>
                </c:pt>
                <c:pt idx="713">
                  <c:v>959.78090892023749</c:v>
                </c:pt>
                <c:pt idx="714">
                  <c:v>959.98897244970601</c:v>
                </c:pt>
                <c:pt idx="715">
                  <c:v>960.1962734859984</c:v>
                </c:pt>
                <c:pt idx="716">
                  <c:v>960.40281478044244</c:v>
                </c:pt>
                <c:pt idx="717">
                  <c:v>960.60859907476186</c:v>
                </c:pt>
                <c:pt idx="718">
                  <c:v>960.81362910115445</c:v>
                </c:pt>
                <c:pt idx="719">
                  <c:v>961.0179075822889</c:v>
                </c:pt>
                <c:pt idx="720">
                  <c:v>961.22143723133672</c:v>
                </c:pt>
                <c:pt idx="721">
                  <c:v>961.31507771524514</c:v>
                </c:pt>
                <c:pt idx="722">
                  <c:v>961.40875630233245</c:v>
                </c:pt>
                <c:pt idx="723">
                  <c:v>961.5024905948477</c:v>
                </c:pt>
                <c:pt idx="724">
                  <c:v>961.59629106881414</c:v>
                </c:pt>
                <c:pt idx="725">
                  <c:v>961.69016379374864</c:v>
                </c:pt>
                <c:pt idx="726">
                  <c:v>961.78411205162308</c:v>
                </c:pt>
                <c:pt idx="727">
                  <c:v>961.87813731685992</c:v>
                </c:pt>
                <c:pt idx="728">
                  <c:v>961.97223986072004</c:v>
                </c:pt>
                <c:pt idx="729">
                  <c:v>962.06641913205249</c:v>
                </c:pt>
                <c:pt idx="730">
                  <c:v>962.1606740027986</c:v>
                </c:pt>
                <c:pt idx="731">
                  <c:v>962.25500293023754</c:v>
                </c:pt>
                <c:pt idx="732">
                  <c:v>962.34940406698274</c:v>
                </c:pt>
                <c:pt idx="733">
                  <c:v>962.44387533761517</c:v>
                </c:pt>
                <c:pt idx="734">
                  <c:v>962.53841449327808</c:v>
                </c:pt>
                <c:pt idx="735">
                  <c:v>962.6330191517394</c:v>
                </c:pt>
                <c:pt idx="736">
                  <c:v>962.72768682730668</c:v>
                </c:pt>
                <c:pt idx="737">
                  <c:v>962.82241495370079</c:v>
                </c:pt>
                <c:pt idx="738">
                  <c:v>962.91720090186789</c:v>
                </c:pt>
                <c:pt idx="739">
                  <c:v>963.01204199407482</c:v>
                </c:pt>
                <c:pt idx="740">
                  <c:v>963.10693551523821</c:v>
                </c:pt>
                <c:pt idx="741">
                  <c:v>963.20187872213114</c:v>
                </c:pt>
                <c:pt idx="742">
                  <c:v>963.29686885096032</c:v>
                </c:pt>
                <c:pt idx="743">
                  <c:v>963.39048283774491</c:v>
                </c:pt>
                <c:pt idx="744">
                  <c:v>963.48274084467278</c:v>
                </c:pt>
                <c:pt idx="745">
                  <c:v>963.57366275108882</c:v>
                </c:pt>
                <c:pt idx="746">
                  <c:v>963.66326816024252</c:v>
                </c:pt>
                <c:pt idx="747">
                  <c:v>963.75157640551936</c:v>
                </c:pt>
                <c:pt idx="748">
                  <c:v>963.83860655618844</c:v>
                </c:pt>
                <c:pt idx="749">
                  <c:v>963.92437742267532</c:v>
                </c:pt>
                <c:pt idx="750">
                  <c:v>964.00890756156934</c:v>
                </c:pt>
                <c:pt idx="751">
                  <c:v>964.09221528024864</c:v>
                </c:pt>
                <c:pt idx="752">
                  <c:v>964.17431864131424</c:v>
                </c:pt>
                <c:pt idx="753">
                  <c:v>964.25523546672514</c:v>
                </c:pt>
                <c:pt idx="754">
                  <c:v>964.33498334179194</c:v>
                </c:pt>
                <c:pt idx="755">
                  <c:v>964.41357961899189</c:v>
                </c:pt>
                <c:pt idx="756">
                  <c:v>964.49104142152919</c:v>
                </c:pt>
                <c:pt idx="757">
                  <c:v>964.56738564692307</c:v>
                </c:pt>
                <c:pt idx="758">
                  <c:v>964.64262897032472</c:v>
                </c:pt>
                <c:pt idx="759">
                  <c:v>964.71678784776452</c:v>
                </c:pt>
                <c:pt idx="760">
                  <c:v>964.78987851933289</c:v>
                </c:pt>
                <c:pt idx="761">
                  <c:v>964.86191701221878</c:v>
                </c:pt>
                <c:pt idx="762">
                  <c:v>964.93291914365636</c:v>
                </c:pt>
                <c:pt idx="763">
                  <c:v>965.0029005238614</c:v>
                </c:pt>
                <c:pt idx="764">
                  <c:v>965.07187655877613</c:v>
                </c:pt>
                <c:pt idx="765">
                  <c:v>965.13985671646503</c:v>
                </c:pt>
                <c:pt idx="766">
                  <c:v>965.206850405154</c:v>
                </c:pt>
                <c:pt idx="767">
                  <c:v>965.27286697368038</c:v>
                </c:pt>
                <c:pt idx="768">
                  <c:v>965.33791571181894</c:v>
                </c:pt>
                <c:pt idx="769">
                  <c:v>965.4020058505763</c:v>
                </c:pt>
                <c:pt idx="770">
                  <c:v>965.46514656254669</c:v>
                </c:pt>
                <c:pt idx="771">
                  <c:v>965.52734696212872</c:v>
                </c:pt>
                <c:pt idx="772">
                  <c:v>965.58861610585461</c:v>
                </c:pt>
                <c:pt idx="773">
                  <c:v>965.6489629926125</c:v>
                </c:pt>
                <c:pt idx="774">
                  <c:v>965.70839656390308</c:v>
                </c:pt>
                <c:pt idx="775">
                  <c:v>965.76692570402452</c:v>
                </c:pt>
                <c:pt idx="776">
                  <c:v>965.82455924036378</c:v>
                </c:pt>
                <c:pt idx="777">
                  <c:v>965.88130594356153</c:v>
                </c:pt>
                <c:pt idx="778">
                  <c:v>965.93717452771057</c:v>
                </c:pt>
                <c:pt idx="779">
                  <c:v>965.99217365056779</c:v>
                </c:pt>
                <c:pt idx="780">
                  <c:v>966.04631191376177</c:v>
                </c:pt>
                <c:pt idx="781">
                  <c:v>966.09959786292802</c:v>
                </c:pt>
                <c:pt idx="782">
                  <c:v>966.15203998793572</c:v>
                </c:pt>
                <c:pt idx="783">
                  <c:v>966.20364672304083</c:v>
                </c:pt>
                <c:pt idx="784">
                  <c:v>966.25442644707664</c:v>
                </c:pt>
                <c:pt idx="785">
                  <c:v>966.30438748359097</c:v>
                </c:pt>
                <c:pt idx="786">
                  <c:v>966.35353810106574</c:v>
                </c:pt>
                <c:pt idx="787">
                  <c:v>966.40188648984804</c:v>
                </c:pt>
                <c:pt idx="788">
                  <c:v>966.44944076311947</c:v>
                </c:pt>
                <c:pt idx="789">
                  <c:v>966.49620895777309</c:v>
                </c:pt>
                <c:pt idx="790">
                  <c:v>966.54219903528224</c:v>
                </c:pt>
                <c:pt idx="791">
                  <c:v>966.58741888257839</c:v>
                </c:pt>
                <c:pt idx="792">
                  <c:v>966.63187631288997</c:v>
                </c:pt>
                <c:pt idx="793">
                  <c:v>966.67557906660363</c:v>
                </c:pt>
                <c:pt idx="794">
                  <c:v>966.71853481204641</c:v>
                </c:pt>
                <c:pt idx="795">
                  <c:v>966.7607511463367</c:v>
                </c:pt>
                <c:pt idx="796">
                  <c:v>966.80223559613239</c:v>
                </c:pt>
                <c:pt idx="797">
                  <c:v>966.84299561846353</c:v>
                </c:pt>
                <c:pt idx="798">
                  <c:v>966.88303860144902</c:v>
                </c:pt>
                <c:pt idx="799">
                  <c:v>966.9223718651084</c:v>
                </c:pt>
                <c:pt idx="800">
                  <c:v>966.96100266205838</c:v>
                </c:pt>
                <c:pt idx="801">
                  <c:v>966.99893817827353</c:v>
                </c:pt>
                <c:pt idx="802">
                  <c:v>967.03618553380181</c:v>
                </c:pt>
                <c:pt idx="803">
                  <c:v>967.07275178347459</c:v>
                </c:pt>
                <c:pt idx="804">
                  <c:v>967.10864391760936</c:v>
                </c:pt>
                <c:pt idx="805">
                  <c:v>967.14386886270506</c:v>
                </c:pt>
                <c:pt idx="806">
                  <c:v>967.1784334821001</c:v>
                </c:pt>
                <c:pt idx="807">
                  <c:v>967.21234457668947</c:v>
                </c:pt>
                <c:pt idx="808">
                  <c:v>967.24560888550945</c:v>
                </c:pt>
                <c:pt idx="809">
                  <c:v>967.27823308637085</c:v>
                </c:pt>
                <c:pt idx="810">
                  <c:v>967.3102237963667</c:v>
                </c:pt>
                <c:pt idx="811">
                  <c:v>967.34158757242085</c:v>
                </c:pt>
                <c:pt idx="812">
                  <c:v>967.37233091184874</c:v>
                </c:pt>
                <c:pt idx="813">
                  <c:v>967.40246025286956</c:v>
                </c:pt>
                <c:pt idx="814">
                  <c:v>967.4319819751438</c:v>
                </c:pt>
                <c:pt idx="815">
                  <c:v>967.46090240030594</c:v>
                </c:pt>
                <c:pt idx="816">
                  <c:v>967.48922779249096</c:v>
                </c:pt>
                <c:pt idx="817">
                  <c:v>967.51696435878921</c:v>
                </c:pt>
                <c:pt idx="818">
                  <c:v>967.54411824985277</c:v>
                </c:pt>
                <c:pt idx="819">
                  <c:v>967.57069556032718</c:v>
                </c:pt>
                <c:pt idx="820">
                  <c:v>967.5967023293573</c:v>
                </c:pt>
                <c:pt idx="821">
                  <c:v>967.62214454113314</c:v>
                </c:pt>
                <c:pt idx="822">
                  <c:v>967.64702812532073</c:v>
                </c:pt>
                <c:pt idx="823">
                  <c:v>967.67135895757588</c:v>
                </c:pt>
                <c:pt idx="824">
                  <c:v>967.69514286004562</c:v>
                </c:pt>
                <c:pt idx="825">
                  <c:v>967.7183856017997</c:v>
                </c:pt>
                <c:pt idx="826">
                  <c:v>967.74109289933779</c:v>
                </c:pt>
                <c:pt idx="827">
                  <c:v>967.76327041703155</c:v>
                </c:pt>
                <c:pt idx="828">
                  <c:v>967.78492376765064</c:v>
                </c:pt>
                <c:pt idx="829">
                  <c:v>967.80605851271991</c:v>
                </c:pt>
                <c:pt idx="830">
                  <c:v>967.82668016308219</c:v>
                </c:pt>
                <c:pt idx="831">
                  <c:v>967.84679417925622</c:v>
                </c:pt>
                <c:pt idx="832">
                  <c:v>967.8664059719747</c:v>
                </c:pt>
                <c:pt idx="833">
                  <c:v>967.88552090254223</c:v>
                </c:pt>
                <c:pt idx="834">
                  <c:v>967.90414428332895</c:v>
                </c:pt>
                <c:pt idx="835">
                  <c:v>967.92228137818972</c:v>
                </c:pt>
                <c:pt idx="836">
                  <c:v>967.93993740287908</c:v>
                </c:pt>
                <c:pt idx="837">
                  <c:v>967.95711752550721</c:v>
                </c:pt>
                <c:pt idx="838">
                  <c:v>967.97382686694175</c:v>
                </c:pt>
                <c:pt idx="839">
                  <c:v>967.99007050121315</c:v>
                </c:pt>
                <c:pt idx="840">
                  <c:v>968.00585345596005</c:v>
                </c:pt>
                <c:pt idx="841">
                  <c:v>968.02118071281734</c:v>
                </c:pt>
                <c:pt idx="842">
                  <c:v>968.03605720782912</c:v>
                </c:pt>
                <c:pt idx="843">
                  <c:v>968.05048783184589</c:v>
                </c:pt>
                <c:pt idx="844">
                  <c:v>968.06447743092315</c:v>
                </c:pt>
                <c:pt idx="845">
                  <c:v>968.07803080675137</c:v>
                </c:pt>
                <c:pt idx="846">
                  <c:v>968.09115271696146</c:v>
                </c:pt>
                <c:pt idx="847">
                  <c:v>968.10384787562214</c:v>
                </c:pt>
                <c:pt idx="848">
                  <c:v>968.11612095352621</c:v>
                </c:pt>
                <c:pt idx="849">
                  <c:v>968.12797657863962</c:v>
                </c:pt>
                <c:pt idx="850">
                  <c:v>968.13941933644298</c:v>
                </c:pt>
                <c:pt idx="851">
                  <c:v>968.15045377030913</c:v>
                </c:pt>
                <c:pt idx="852">
                  <c:v>968.16108438188519</c:v>
                </c:pt>
                <c:pt idx="853">
                  <c:v>968.17131563143653</c:v>
                </c:pt>
                <c:pt idx="854">
                  <c:v>968.18115193825815</c:v>
                </c:pt>
                <c:pt idx="855">
                  <c:v>968.19059768096929</c:v>
                </c:pt>
                <c:pt idx="856">
                  <c:v>968.19965719790514</c:v>
                </c:pt>
                <c:pt idx="857">
                  <c:v>968.20833478750023</c:v>
                </c:pt>
                <c:pt idx="858">
                  <c:v>968.21663470858016</c:v>
                </c:pt>
                <c:pt idx="859">
                  <c:v>968.22456118072432</c:v>
                </c:pt>
                <c:pt idx="860">
                  <c:v>968.23211838464488</c:v>
                </c:pt>
                <c:pt idx="861">
                  <c:v>968.23931046249561</c:v>
                </c:pt>
                <c:pt idx="862">
                  <c:v>968.24614151822118</c:v>
                </c:pt>
                <c:pt idx="863">
                  <c:v>968.25261561787147</c:v>
                </c:pt>
                <c:pt idx="864">
                  <c:v>968.2587367899805</c:v>
                </c:pt>
                <c:pt idx="865">
                  <c:v>968.26450902583565</c:v>
                </c:pt>
                <c:pt idx="866">
                  <c:v>968.26993627985473</c:v>
                </c:pt>
                <c:pt idx="867">
                  <c:v>968.27502246986785</c:v>
                </c:pt>
                <c:pt idx="868">
                  <c:v>968.27977147747583</c:v>
                </c:pt>
                <c:pt idx="869">
                  <c:v>968.28418714834334</c:v>
                </c:pt>
                <c:pt idx="870">
                  <c:v>968.2882732925143</c:v>
                </c:pt>
                <c:pt idx="871">
                  <c:v>968.29203368473293</c:v>
                </c:pt>
                <c:pt idx="872">
                  <c:v>968.29547206475115</c:v>
                </c:pt>
                <c:pt idx="873">
                  <c:v>968.29859213761256</c:v>
                </c:pt>
                <c:pt idx="874">
                  <c:v>968.3013975740032</c:v>
                </c:pt>
                <c:pt idx="875">
                  <c:v>968.30389201050571</c:v>
                </c:pt>
                <c:pt idx="876">
                  <c:v>968.3060790499236</c:v>
                </c:pt>
                <c:pt idx="877">
                  <c:v>968.30796226156929</c:v>
                </c:pt>
                <c:pt idx="878">
                  <c:v>968.30954518154704</c:v>
                </c:pt>
                <c:pt idx="879">
                  <c:v>968.31083131306241</c:v>
                </c:pt>
                <c:pt idx="880">
                  <c:v>968.31182412670057</c:v>
                </c:pt>
                <c:pt idx="881">
                  <c:v>968.31252706070666</c:v>
                </c:pt>
                <c:pt idx="882">
                  <c:v>968.31294352127793</c:v>
                </c:pt>
                <c:pt idx="883">
                  <c:v>968.31307688284653</c:v>
                </c:pt>
                <c:pt idx="884">
                  <c:v>968.3129304883289</c:v>
                </c:pt>
                <c:pt idx="885">
                  <c:v>968.31250764945457</c:v>
                </c:pt>
                <c:pt idx="886">
                  <c:v>968.3118116469733</c:v>
                </c:pt>
                <c:pt idx="887">
                  <c:v>968.31084573098872</c:v>
                </c:pt>
                <c:pt idx="888">
                  <c:v>968.30961312117734</c:v>
                </c:pt>
                <c:pt idx="889">
                  <c:v>968.30811700708182</c:v>
                </c:pt>
                <c:pt idx="890">
                  <c:v>968.30636054837169</c:v>
                </c:pt>
                <c:pt idx="891">
                  <c:v>968.30434687508193</c:v>
                </c:pt>
                <c:pt idx="892">
                  <c:v>968.30207908792681</c:v>
                </c:pt>
                <c:pt idx="893">
                  <c:v>968.29956025848276</c:v>
                </c:pt>
                <c:pt idx="894">
                  <c:v>968.29679342950624</c:v>
                </c:pt>
                <c:pt idx="895">
                  <c:v>968.29378161514171</c:v>
                </c:pt>
                <c:pt idx="896">
                  <c:v>968.29052780119673</c:v>
                </c:pt>
                <c:pt idx="897">
                  <c:v>968.2870349453874</c:v>
                </c:pt>
                <c:pt idx="898">
                  <c:v>968.28330597757224</c:v>
                </c:pt>
                <c:pt idx="899">
                  <c:v>968.2793438000183</c:v>
                </c:pt>
                <c:pt idx="900">
                  <c:v>968.27515128760206</c:v>
                </c:pt>
                <c:pt idx="901">
                  <c:v>968.2707312881081</c:v>
                </c:pt>
                <c:pt idx="902">
                  <c:v>968.26608662239187</c:v>
                </c:pt>
                <c:pt idx="903">
                  <c:v>968.26122008469758</c:v>
                </c:pt>
                <c:pt idx="904">
                  <c:v>968.25613444281919</c:v>
                </c:pt>
                <c:pt idx="905">
                  <c:v>968.25083243837025</c:v>
                </c:pt>
                <c:pt idx="906">
                  <c:v>968.24531678702749</c:v>
                </c:pt>
                <c:pt idx="907">
                  <c:v>968.23959017870686</c:v>
                </c:pt>
                <c:pt idx="908">
                  <c:v>968.23365527782846</c:v>
                </c:pt>
                <c:pt idx="909">
                  <c:v>968.22751472352286</c:v>
                </c:pt>
                <c:pt idx="910">
                  <c:v>968.2211711298778</c:v>
                </c:pt>
                <c:pt idx="911">
                  <c:v>968.21462708612341</c:v>
                </c:pt>
                <c:pt idx="912">
                  <c:v>968.20788515686309</c:v>
                </c:pt>
                <c:pt idx="913">
                  <c:v>968.20094788228755</c:v>
                </c:pt>
                <c:pt idx="914">
                  <c:v>968.19381777842398</c:v>
                </c:pt>
                <c:pt idx="915">
                  <c:v>968.18649733727693</c:v>
                </c:pt>
                <c:pt idx="916">
                  <c:v>968.17898902708805</c:v>
                </c:pt>
                <c:pt idx="917">
                  <c:v>968.17129529256897</c:v>
                </c:pt>
                <c:pt idx="918">
                  <c:v>968.16341855501253</c:v>
                </c:pt>
                <c:pt idx="919">
                  <c:v>968.15536121261061</c:v>
                </c:pt>
                <c:pt idx="920">
                  <c:v>968.1471256405855</c:v>
                </c:pt>
                <c:pt idx="921">
                  <c:v>968.13871419140946</c:v>
                </c:pt>
                <c:pt idx="922">
                  <c:v>968.13012919500636</c:v>
                </c:pt>
                <c:pt idx="923">
                  <c:v>968.12137295894638</c:v>
                </c:pt>
                <c:pt idx="924">
                  <c:v>968.11244776864953</c:v>
                </c:pt>
                <c:pt idx="925">
                  <c:v>968.10335588757812</c:v>
                </c:pt>
                <c:pt idx="926">
                  <c:v>968.09409955741319</c:v>
                </c:pt>
                <c:pt idx="927">
                  <c:v>968.08468099827451</c:v>
                </c:pt>
                <c:pt idx="928">
                  <c:v>968.07510240888507</c:v>
                </c:pt>
                <c:pt idx="929">
                  <c:v>968.06536596677336</c:v>
                </c:pt>
                <c:pt idx="930">
                  <c:v>968.05547382845293</c:v>
                </c:pt>
                <c:pt idx="931">
                  <c:v>968.04542812960653</c:v>
                </c:pt>
                <c:pt idx="932">
                  <c:v>968.03523098527421</c:v>
                </c:pt>
                <c:pt idx="933">
                  <c:v>968.02488449002419</c:v>
                </c:pt>
                <c:pt idx="934">
                  <c:v>968.01439071816242</c:v>
                </c:pt>
                <c:pt idx="935">
                  <c:v>968.00375172385895</c:v>
                </c:pt>
                <c:pt idx="936">
                  <c:v>967.99296954138151</c:v>
                </c:pt>
                <c:pt idx="937">
                  <c:v>967.98204618523096</c:v>
                </c:pt>
                <c:pt idx="938">
                  <c:v>967.97098365033196</c:v>
                </c:pt>
                <c:pt idx="939">
                  <c:v>967.95978391219001</c:v>
                </c:pt>
                <c:pt idx="940">
                  <c:v>967.94844892710535</c:v>
                </c:pt>
                <c:pt idx="941">
                  <c:v>967.93698063227737</c:v>
                </c:pt>
                <c:pt idx="942">
                  <c:v>967.92538094602344</c:v>
                </c:pt>
                <c:pt idx="943">
                  <c:v>967.91365176792124</c:v>
                </c:pt>
                <c:pt idx="944">
                  <c:v>967.90179497900033</c:v>
                </c:pt>
                <c:pt idx="945">
                  <c:v>967.88981244186243</c:v>
                </c:pt>
                <c:pt idx="946">
                  <c:v>967.87770600087003</c:v>
                </c:pt>
                <c:pt idx="947">
                  <c:v>967.86547748233033</c:v>
                </c:pt>
                <c:pt idx="948">
                  <c:v>967.85312869459301</c:v>
                </c:pt>
                <c:pt idx="949">
                  <c:v>967.84066142827498</c:v>
                </c:pt>
                <c:pt idx="950">
                  <c:v>967.82807745637763</c:v>
                </c:pt>
                <c:pt idx="951">
                  <c:v>967.81537853444377</c:v>
                </c:pt>
                <c:pt idx="952">
                  <c:v>967.80256640073185</c:v>
                </c:pt>
                <c:pt idx="953">
                  <c:v>967.7896427763452</c:v>
                </c:pt>
                <c:pt idx="954">
                  <c:v>967.77660936540633</c:v>
                </c:pt>
                <c:pt idx="955">
                  <c:v>967.76346785518353</c:v>
                </c:pt>
                <c:pt idx="956">
                  <c:v>967.75021991627068</c:v>
                </c:pt>
                <c:pt idx="957">
                  <c:v>967.73686720269188</c:v>
                </c:pt>
                <c:pt idx="958">
                  <c:v>967.72341135210354</c:v>
                </c:pt>
                <c:pt idx="959">
                  <c:v>967.70985398586458</c:v>
                </c:pt>
                <c:pt idx="960">
                  <c:v>967.69619670925567</c:v>
                </c:pt>
                <c:pt idx="961">
                  <c:v>967.68244111159811</c:v>
                </c:pt>
                <c:pt idx="962">
                  <c:v>967.66858876635899</c:v>
                </c:pt>
                <c:pt idx="963">
                  <c:v>967.65464123134177</c:v>
                </c:pt>
                <c:pt idx="964">
                  <c:v>967.64060004878911</c:v>
                </c:pt>
                <c:pt idx="965">
                  <c:v>967.62646674554185</c:v>
                </c:pt>
                <c:pt idx="966">
                  <c:v>967.61224283317119</c:v>
                </c:pt>
                <c:pt idx="967">
                  <c:v>967.59792980809846</c:v>
                </c:pt>
                <c:pt idx="968">
                  <c:v>967.58352915176113</c:v>
                </c:pt>
                <c:pt idx="969">
                  <c:v>967.56904233071987</c:v>
                </c:pt>
                <c:pt idx="970">
                  <c:v>967.55447079678072</c:v>
                </c:pt>
                <c:pt idx="971">
                  <c:v>967.5398159871811</c:v>
                </c:pt>
                <c:pt idx="972">
                  <c:v>967.52507932465051</c:v>
                </c:pt>
                <c:pt idx="973">
                  <c:v>967.5102622175757</c:v>
                </c:pt>
                <c:pt idx="974">
                  <c:v>967.49536606013692</c:v>
                </c:pt>
                <c:pt idx="975">
                  <c:v>967.48039223240619</c:v>
                </c:pt>
                <c:pt idx="976">
                  <c:v>967.46534210050265</c:v>
                </c:pt>
                <c:pt idx="977">
                  <c:v>967.4502170166694</c:v>
                </c:pt>
                <c:pt idx="978">
                  <c:v>967.4350183194789</c:v>
                </c:pt>
                <c:pt idx="979">
                  <c:v>967.41974733386655</c:v>
                </c:pt>
                <c:pt idx="980">
                  <c:v>967.40440537129859</c:v>
                </c:pt>
                <c:pt idx="981">
                  <c:v>967.38899372988533</c:v>
                </c:pt>
                <c:pt idx="982">
                  <c:v>967.37351369450607</c:v>
                </c:pt>
                <c:pt idx="983">
                  <c:v>967.35796653692182</c:v>
                </c:pt>
                <c:pt idx="984">
                  <c:v>967.3423535158613</c:v>
                </c:pt>
                <c:pt idx="985">
                  <c:v>967.32667587722051</c:v>
                </c:pt>
                <c:pt idx="986">
                  <c:v>967.31093485407007</c:v>
                </c:pt>
                <c:pt idx="987">
                  <c:v>967.29513166685456</c:v>
                </c:pt>
                <c:pt idx="988">
                  <c:v>967.27926752345536</c:v>
                </c:pt>
                <c:pt idx="989">
                  <c:v>967.26334361934346</c:v>
                </c:pt>
                <c:pt idx="990">
                  <c:v>967.24736113764652</c:v>
                </c:pt>
                <c:pt idx="991">
                  <c:v>967.2313212493051</c:v>
                </c:pt>
                <c:pt idx="992">
                  <c:v>967.21522511313231</c:v>
                </c:pt>
                <c:pt idx="993">
                  <c:v>967.19907387595674</c:v>
                </c:pt>
                <c:pt idx="994">
                  <c:v>967.18286867274264</c:v>
                </c:pt>
                <c:pt idx="995">
                  <c:v>967.16661062664969</c:v>
                </c:pt>
                <c:pt idx="996">
                  <c:v>967.15030084915543</c:v>
                </c:pt>
                <c:pt idx="997">
                  <c:v>967.13394044021277</c:v>
                </c:pt>
                <c:pt idx="998">
                  <c:v>967.11753048826472</c:v>
                </c:pt>
                <c:pt idx="999">
                  <c:v>967.10107207041153</c:v>
                </c:pt>
                <c:pt idx="1000">
                  <c:v>967.08456625249448</c:v>
                </c:pt>
                <c:pt idx="1001">
                  <c:v>967.06801408919182</c:v>
                </c:pt>
                <c:pt idx="1002">
                  <c:v>967.05141662412302</c:v>
                </c:pt>
                <c:pt idx="1003">
                  <c:v>967.03477488994565</c:v>
                </c:pt>
                <c:pt idx="1004">
                  <c:v>967.01808990846655</c:v>
                </c:pt>
                <c:pt idx="1005">
                  <c:v>967.00136269071686</c:v>
                </c:pt>
                <c:pt idx="1006">
                  <c:v>966.98459423708107</c:v>
                </c:pt>
                <c:pt idx="1007">
                  <c:v>966.96778553735032</c:v>
                </c:pt>
                <c:pt idx="1008">
                  <c:v>966.95093757086261</c:v>
                </c:pt>
                <c:pt idx="1009">
                  <c:v>966.93405130655356</c:v>
                </c:pt>
                <c:pt idx="1010">
                  <c:v>966.91712770308993</c:v>
                </c:pt>
                <c:pt idx="1011">
                  <c:v>966.90016770894283</c:v>
                </c:pt>
                <c:pt idx="1012">
                  <c:v>966.88317226247932</c:v>
                </c:pt>
                <c:pt idx="1013">
                  <c:v>966.86614229205918</c:v>
                </c:pt>
                <c:pt idx="1014">
                  <c:v>966.84907871610676</c:v>
                </c:pt>
                <c:pt idx="1015">
                  <c:v>966.83198244323057</c:v>
                </c:pt>
                <c:pt idx="1016">
                  <c:v>966.81485437230697</c:v>
                </c:pt>
                <c:pt idx="1017">
                  <c:v>966.79769539253346</c:v>
                </c:pt>
                <c:pt idx="1018">
                  <c:v>966.78050638357183</c:v>
                </c:pt>
                <c:pt idx="1019">
                  <c:v>966.76328821557036</c:v>
                </c:pt>
                <c:pt idx="1020">
                  <c:v>966.74604174932995</c:v>
                </c:pt>
                <c:pt idx="1021">
                  <c:v>966.72876783628988</c:v>
                </c:pt>
                <c:pt idx="1022">
                  <c:v>966.71146731870874</c:v>
                </c:pt>
                <c:pt idx="1023">
                  <c:v>966.69414102968972</c:v>
                </c:pt>
                <c:pt idx="1024">
                  <c:v>966.67678979327502</c:v>
                </c:pt>
                <c:pt idx="1025">
                  <c:v>966.65941442453527</c:v>
                </c:pt>
                <c:pt idx="1026">
                  <c:v>966.64201572965351</c:v>
                </c:pt>
                <c:pt idx="1027">
                  <c:v>966.62459450599511</c:v>
                </c:pt>
                <c:pt idx="1028">
                  <c:v>966.60715154220691</c:v>
                </c:pt>
                <c:pt idx="1029">
                  <c:v>966.58968761825781</c:v>
                </c:pt>
                <c:pt idx="1030">
                  <c:v>966.57220350557395</c:v>
                </c:pt>
                <c:pt idx="1031">
                  <c:v>966.55469996705585</c:v>
                </c:pt>
                <c:pt idx="1032">
                  <c:v>966.53717775720463</c:v>
                </c:pt>
                <c:pt idx="1033">
                  <c:v>966.51963762218463</c:v>
                </c:pt>
                <c:pt idx="1034">
                  <c:v>966.50208029988141</c:v>
                </c:pt>
                <c:pt idx="1035">
                  <c:v>966.48450651999826</c:v>
                </c:pt>
                <c:pt idx="1036">
                  <c:v>966.46691700412077</c:v>
                </c:pt>
                <c:pt idx="1037">
                  <c:v>966.44931246580575</c:v>
                </c:pt>
                <c:pt idx="1038">
                  <c:v>966.43169361062371</c:v>
                </c:pt>
                <c:pt idx="1039">
                  <c:v>966.41406113626442</c:v>
                </c:pt>
                <c:pt idx="1040">
                  <c:v>966.3964157326061</c:v>
                </c:pt>
                <c:pt idx="1041">
                  <c:v>966.37875808175136</c:v>
                </c:pt>
                <c:pt idx="1042">
                  <c:v>966.36108885814303</c:v>
                </c:pt>
                <c:pt idx="1043">
                  <c:v>966.34340872860412</c:v>
                </c:pt>
                <c:pt idx="1044">
                  <c:v>966.32571835244028</c:v>
                </c:pt>
                <c:pt idx="1045">
                  <c:v>966.30801838146635</c:v>
                </c:pt>
                <c:pt idx="1046">
                  <c:v>966.29030946009414</c:v>
                </c:pt>
                <c:pt idx="1047">
                  <c:v>966.27259222542818</c:v>
                </c:pt>
                <c:pt idx="1048">
                  <c:v>966.25486730728517</c:v>
                </c:pt>
                <c:pt idx="1049">
                  <c:v>966.23713532830368</c:v>
                </c:pt>
                <c:pt idx="1050">
                  <c:v>966.21939690395152</c:v>
                </c:pt>
                <c:pt idx="1051">
                  <c:v>966.20165264268121</c:v>
                </c:pt>
                <c:pt idx="1052">
                  <c:v>966.18390314591829</c:v>
                </c:pt>
                <c:pt idx="1053">
                  <c:v>966.16614900814454</c:v>
                </c:pt>
                <c:pt idx="1054">
                  <c:v>966.14839081699608</c:v>
                </c:pt>
                <c:pt idx="1055">
                  <c:v>966.13062915327737</c:v>
                </c:pt>
                <c:pt idx="1056">
                  <c:v>966.11286459104156</c:v>
                </c:pt>
                <c:pt idx="1057">
                  <c:v>966.09509769768283</c:v>
                </c:pt>
                <c:pt idx="1058">
                  <c:v>966.077329033968</c:v>
                </c:pt>
                <c:pt idx="1059">
                  <c:v>966.05955915409538</c:v>
                </c:pt>
                <c:pt idx="1060">
                  <c:v>966.04178860575871</c:v>
                </c:pt>
                <c:pt idx="1061">
                  <c:v>966.02401793024057</c:v>
                </c:pt>
                <c:pt idx="1062">
                  <c:v>966.00624766240696</c:v>
                </c:pt>
                <c:pt idx="1063">
                  <c:v>965.98847833083221</c:v>
                </c:pt>
                <c:pt idx="1064">
                  <c:v>965.97071045782218</c:v>
                </c:pt>
                <c:pt idx="1065">
                  <c:v>965.9529445594759</c:v>
                </c:pt>
                <c:pt idx="1066">
                  <c:v>965.93518114575693</c:v>
                </c:pt>
                <c:pt idx="1067">
                  <c:v>965.91742072051773</c:v>
                </c:pt>
                <c:pt idx="1068">
                  <c:v>965.89966378161944</c:v>
                </c:pt>
                <c:pt idx="1069">
                  <c:v>965.88191082090691</c:v>
                </c:pt>
                <c:pt idx="1070">
                  <c:v>965.86416232433407</c:v>
                </c:pt>
                <c:pt idx="1071">
                  <c:v>965.84641877198158</c:v>
                </c:pt>
                <c:pt idx="1072">
                  <c:v>965.82868063811429</c:v>
                </c:pt>
                <c:pt idx="1073">
                  <c:v>965.81094839125603</c:v>
                </c:pt>
                <c:pt idx="1074">
                  <c:v>965.79322249422762</c:v>
                </c:pt>
                <c:pt idx="1075">
                  <c:v>965.77550340418509</c:v>
                </c:pt>
                <c:pt idx="1076">
                  <c:v>965.75779157271461</c:v>
                </c:pt>
                <c:pt idx="1077">
                  <c:v>965.74008744585331</c:v>
                </c:pt>
                <c:pt idx="1078">
                  <c:v>965.72239146413369</c:v>
                </c:pt>
                <c:pt idx="1079">
                  <c:v>965.70470406266406</c:v>
                </c:pt>
                <c:pt idx="1080">
                  <c:v>965.68702567117134</c:v>
                </c:pt>
                <c:pt idx="1081">
                  <c:v>965.71445713516539</c:v>
                </c:pt>
                <c:pt idx="1082">
                  <c:v>965.74152885785441</c:v>
                </c:pt>
                <c:pt idx="1083">
                  <c:v>965.76824534239972</c:v>
                </c:pt>
                <c:pt idx="1084">
                  <c:v>965.79461069160857</c:v>
                </c:pt>
                <c:pt idx="1085">
                  <c:v>965.82062874887208</c:v>
                </c:pt>
                <c:pt idx="1086">
                  <c:v>965.84630318215454</c:v>
                </c:pt>
                <c:pt idx="1087">
                  <c:v>965.87163753502057</c:v>
                </c:pt>
                <c:pt idx="1088">
                  <c:v>965.89663525807725</c:v>
                </c:pt>
                <c:pt idx="1089">
                  <c:v>965.92129972902683</c:v>
                </c:pt>
                <c:pt idx="1090">
                  <c:v>965.94563426554623</c:v>
                </c:pt>
                <c:pt idx="1091">
                  <c:v>965.96964213402191</c:v>
                </c:pt>
                <c:pt idx="1092">
                  <c:v>965.99332655543765</c:v>
                </c:pt>
                <c:pt idx="1093">
                  <c:v>966.01669070959406</c:v>
                </c:pt>
                <c:pt idx="1094">
                  <c:v>966.03973773825817</c:v>
                </c:pt>
                <c:pt idx="1095">
                  <c:v>966.06247074740224</c:v>
                </c:pt>
                <c:pt idx="1096">
                  <c:v>966.08489280904837</c:v>
                </c:pt>
                <c:pt idx="1097">
                  <c:v>966.10700696268589</c:v>
                </c:pt>
                <c:pt idx="1098">
                  <c:v>966.12881621645272</c:v>
                </c:pt>
                <c:pt idx="1099">
                  <c:v>966.15032354808193</c:v>
                </c:pt>
                <c:pt idx="1100">
                  <c:v>966.17153190574936</c:v>
                </c:pt>
                <c:pt idx="1101">
                  <c:v>966.19244420877124</c:v>
                </c:pt>
                <c:pt idx="1102">
                  <c:v>966.21306334824203</c:v>
                </c:pt>
                <c:pt idx="1103">
                  <c:v>966.23351952293979</c:v>
                </c:pt>
                <c:pt idx="1104">
                  <c:v>966.25381351169847</c:v>
                </c:pt>
                <c:pt idx="1105">
                  <c:v>966.27394609158887</c:v>
                </c:pt>
                <c:pt idx="1106">
                  <c:v>966.29391803807607</c:v>
                </c:pt>
                <c:pt idx="1107">
                  <c:v>966.3137301251578</c:v>
                </c:pt>
                <c:pt idx="1108">
                  <c:v>966.33338312546175</c:v>
                </c:pt>
                <c:pt idx="1109">
                  <c:v>966.35287781031923</c:v>
                </c:pt>
                <c:pt idx="1110">
                  <c:v>966.37221494984044</c:v>
                </c:pt>
                <c:pt idx="1111">
                  <c:v>966.39139531298861</c:v>
                </c:pt>
                <c:pt idx="1112">
                  <c:v>966.41041966756916</c:v>
                </c:pt>
                <c:pt idx="1113">
                  <c:v>966.42928878032569</c:v>
                </c:pt>
                <c:pt idx="1114">
                  <c:v>966.44800341692326</c:v>
                </c:pt>
                <c:pt idx="1115">
                  <c:v>966.46656434197473</c:v>
                </c:pt>
                <c:pt idx="1116">
                  <c:v>966.48497231907299</c:v>
                </c:pt>
                <c:pt idx="1117">
                  <c:v>966.5032281107666</c:v>
                </c:pt>
                <c:pt idx="1118">
                  <c:v>966.52133247857262</c:v>
                </c:pt>
                <c:pt idx="1119">
                  <c:v>966.53928618300006</c:v>
                </c:pt>
                <c:pt idx="1120">
                  <c:v>966.55708998350542</c:v>
                </c:pt>
                <c:pt idx="1121">
                  <c:v>966.5747446385119</c:v>
                </c:pt>
                <c:pt idx="1122">
                  <c:v>966.59225090537154</c:v>
                </c:pt>
                <c:pt idx="1123">
                  <c:v>966.60960954040365</c:v>
                </c:pt>
                <c:pt idx="1124">
                  <c:v>966.6268212988283</c:v>
                </c:pt>
                <c:pt idx="1125">
                  <c:v>966.64388744906046</c:v>
                </c:pt>
                <c:pt idx="1126">
                  <c:v>966.66080924595269</c:v>
                </c:pt>
                <c:pt idx="1127">
                  <c:v>966.67758793095959</c:v>
                </c:pt>
                <c:pt idx="1128">
                  <c:v>966.6942247323143</c:v>
                </c:pt>
                <c:pt idx="1129">
                  <c:v>966.71072086520962</c:v>
                </c:pt>
                <c:pt idx="1130">
                  <c:v>966.72707753196971</c:v>
                </c:pt>
                <c:pt idx="1131">
                  <c:v>966.74329592223603</c:v>
                </c:pt>
                <c:pt idx="1132">
                  <c:v>966.75937721307696</c:v>
                </c:pt>
                <c:pt idx="1133">
                  <c:v>966.77532256923519</c:v>
                </c:pt>
                <c:pt idx="1134">
                  <c:v>966.79113314320171</c:v>
                </c:pt>
                <c:pt idx="1135">
                  <c:v>966.80681007543546</c:v>
                </c:pt>
                <c:pt idx="1136">
                  <c:v>966.82235449449001</c:v>
                </c:pt>
                <c:pt idx="1137">
                  <c:v>966.8377675171696</c:v>
                </c:pt>
                <c:pt idx="1138">
                  <c:v>966.85305024867239</c:v>
                </c:pt>
                <c:pt idx="1139">
                  <c:v>966.86820378275058</c:v>
                </c:pt>
                <c:pt idx="1140">
                  <c:v>966.8832292018426</c:v>
                </c:pt>
                <c:pt idx="1141">
                  <c:v>966.89812757723075</c:v>
                </c:pt>
                <c:pt idx="1142">
                  <c:v>966.9128999691718</c:v>
                </c:pt>
                <c:pt idx="1143">
                  <c:v>966.92754742701413</c:v>
                </c:pt>
                <c:pt idx="1144">
                  <c:v>966.9420709893725</c:v>
                </c:pt>
                <c:pt idx="1145">
                  <c:v>966.95647168423443</c:v>
                </c:pt>
                <c:pt idx="1146">
                  <c:v>966.97075052911839</c:v>
                </c:pt>
                <c:pt idx="1147">
                  <c:v>966.98490853323858</c:v>
                </c:pt>
                <c:pt idx="1148">
                  <c:v>966.99894669759988</c:v>
                </c:pt>
                <c:pt idx="1149">
                  <c:v>967.01286601506729</c:v>
                </c:pt>
                <c:pt idx="1150">
                  <c:v>967.02666747037108</c:v>
                </c:pt>
                <c:pt idx="1151">
                  <c:v>967.04035204023739</c:v>
                </c:pt>
                <c:pt idx="1152">
                  <c:v>967.05392069339348</c:v>
                </c:pt>
                <c:pt idx="1153">
                  <c:v>967.06737439064295</c:v>
                </c:pt>
                <c:pt idx="1154">
                  <c:v>967.08071408494595</c:v>
                </c:pt>
                <c:pt idx="1155">
                  <c:v>967.09394072142209</c:v>
                </c:pt>
                <c:pt idx="1156">
                  <c:v>967.10705523749232</c:v>
                </c:pt>
                <c:pt idx="1157">
                  <c:v>967.12005856282713</c:v>
                </c:pt>
                <c:pt idx="1158">
                  <c:v>967.13295161951123</c:v>
                </c:pt>
                <c:pt idx="1159">
                  <c:v>967.14573532202235</c:v>
                </c:pt>
                <c:pt idx="1160">
                  <c:v>967.15841057733235</c:v>
                </c:pt>
                <c:pt idx="1161">
                  <c:v>967.1709782849199</c:v>
                </c:pt>
                <c:pt idx="1162">
                  <c:v>967.18343933688448</c:v>
                </c:pt>
                <c:pt idx="1163">
                  <c:v>967.1957946179391</c:v>
                </c:pt>
                <c:pt idx="1164">
                  <c:v>967.20804500551208</c:v>
                </c:pt>
                <c:pt idx="1165">
                  <c:v>967.22019136977406</c:v>
                </c:pt>
                <c:pt idx="1166">
                  <c:v>967.23223457368942</c:v>
                </c:pt>
                <c:pt idx="1167">
                  <c:v>967.24417547310657</c:v>
                </c:pt>
                <c:pt idx="1168">
                  <c:v>967.25601491675093</c:v>
                </c:pt>
                <c:pt idx="1169">
                  <c:v>967.2677537463594</c:v>
                </c:pt>
                <c:pt idx="1170">
                  <c:v>967.27939279665998</c:v>
                </c:pt>
                <c:pt idx="1171">
                  <c:v>967.29093289550337</c:v>
                </c:pt>
                <c:pt idx="1172">
                  <c:v>967.30237486387512</c:v>
                </c:pt>
                <c:pt idx="1173">
                  <c:v>967.31371951597362</c:v>
                </c:pt>
                <c:pt idx="1174">
                  <c:v>967.32496765926635</c:v>
                </c:pt>
                <c:pt idx="1175">
                  <c:v>967.33612009455078</c:v>
                </c:pt>
                <c:pt idx="1176">
                  <c:v>967.34717761600086</c:v>
                </c:pt>
                <c:pt idx="1177">
                  <c:v>967.3581410112331</c:v>
                </c:pt>
                <c:pt idx="1178">
                  <c:v>967.36901106135554</c:v>
                </c:pt>
                <c:pt idx="1179">
                  <c:v>967.379788541018</c:v>
                </c:pt>
                <c:pt idx="1180">
                  <c:v>967.3904742184759</c:v>
                </c:pt>
                <c:pt idx="1181">
                  <c:v>967.4010688556674</c:v>
                </c:pt>
                <c:pt idx="1182">
                  <c:v>967.41157320820798</c:v>
                </c:pt>
                <c:pt idx="1183">
                  <c:v>967.42198802549206</c:v>
                </c:pt>
                <c:pt idx="1184">
                  <c:v>967.43231405072368</c:v>
                </c:pt>
                <c:pt idx="1185">
                  <c:v>967.4425520209918</c:v>
                </c:pt>
                <c:pt idx="1186">
                  <c:v>967.45270266728699</c:v>
                </c:pt>
                <c:pt idx="1187">
                  <c:v>967.46276671458145</c:v>
                </c:pt>
                <c:pt idx="1188">
                  <c:v>967.47274488185269</c:v>
                </c:pt>
                <c:pt idx="1189">
                  <c:v>967.48263788217855</c:v>
                </c:pt>
                <c:pt idx="1190">
                  <c:v>967.4924464227305</c:v>
                </c:pt>
                <c:pt idx="1191">
                  <c:v>967.50217120485911</c:v>
                </c:pt>
                <c:pt idx="1192">
                  <c:v>967.51181292413924</c:v>
                </c:pt>
                <c:pt idx="1193">
                  <c:v>967.52137227040214</c:v>
                </c:pt>
                <c:pt idx="1194">
                  <c:v>967.53084992778815</c:v>
                </c:pt>
                <c:pt idx="1195">
                  <c:v>967.54024657481773</c:v>
                </c:pt>
                <c:pt idx="1196">
                  <c:v>967.54956288440883</c:v>
                </c:pt>
                <c:pt idx="1197">
                  <c:v>967.55879952393809</c:v>
                </c:pt>
                <c:pt idx="1198">
                  <c:v>967.56795715526107</c:v>
                </c:pt>
                <c:pt idx="1199">
                  <c:v>967.57703643482137</c:v>
                </c:pt>
                <c:pt idx="1200">
                  <c:v>967.58603801361585</c:v>
                </c:pt>
                <c:pt idx="1201">
                  <c:v>967.59496253731402</c:v>
                </c:pt>
                <c:pt idx="1202">
                  <c:v>967.60381064622004</c:v>
                </c:pt>
                <c:pt idx="1203">
                  <c:v>967.61258297540576</c:v>
                </c:pt>
                <c:pt idx="1204">
                  <c:v>967.62128015470023</c:v>
                </c:pt>
                <c:pt idx="1205">
                  <c:v>967.62990280873646</c:v>
                </c:pt>
                <c:pt idx="1206">
                  <c:v>967.63845155700415</c:v>
                </c:pt>
                <c:pt idx="1207">
                  <c:v>967.64692701390254</c:v>
                </c:pt>
                <c:pt idx="1208">
                  <c:v>967.6553297887574</c:v>
                </c:pt>
                <c:pt idx="1209">
                  <c:v>967.66366048589055</c:v>
                </c:pt>
                <c:pt idx="1210">
                  <c:v>967.67191970463557</c:v>
                </c:pt>
                <c:pt idx="1211">
                  <c:v>967.68010803939831</c:v>
                </c:pt>
                <c:pt idx="1212">
                  <c:v>967.68822607969116</c:v>
                </c:pt>
                <c:pt idx="1213">
                  <c:v>967.69627441016371</c:v>
                </c:pt>
                <c:pt idx="1214">
                  <c:v>967.70425361066771</c:v>
                </c:pt>
                <c:pt idx="1215">
                  <c:v>967.71216425626494</c:v>
                </c:pt>
                <c:pt idx="1216">
                  <c:v>967.72000691729795</c:v>
                </c:pt>
                <c:pt idx="1217">
                  <c:v>967.72778215940616</c:v>
                </c:pt>
                <c:pt idx="1218">
                  <c:v>967.73549054356238</c:v>
                </c:pt>
                <c:pt idx="1219">
                  <c:v>967.7431326261451</c:v>
                </c:pt>
                <c:pt idx="1220">
                  <c:v>967.75070895893509</c:v>
                </c:pt>
                <c:pt idx="1221">
                  <c:v>967.75822008918124</c:v>
                </c:pt>
                <c:pt idx="1222">
                  <c:v>967.76566655962245</c:v>
                </c:pt>
                <c:pt idx="1223">
                  <c:v>967.77304890853566</c:v>
                </c:pt>
                <c:pt idx="1224">
                  <c:v>967.78036766975742</c:v>
                </c:pt>
                <c:pt idx="1225">
                  <c:v>967.78762337274065</c:v>
                </c:pt>
                <c:pt idx="1226">
                  <c:v>967.79481654257256</c:v>
                </c:pt>
                <c:pt idx="1227">
                  <c:v>967.801947700038</c:v>
                </c:pt>
                <c:pt idx="1228">
                  <c:v>967.80901736159751</c:v>
                </c:pt>
                <c:pt idx="1229">
                  <c:v>967.8160260395058</c:v>
                </c:pt>
                <c:pt idx="1230">
                  <c:v>967.82297424177159</c:v>
                </c:pt>
                <c:pt idx="1231">
                  <c:v>967.82986247223221</c:v>
                </c:pt>
                <c:pt idx="1232">
                  <c:v>967.83669123057757</c:v>
                </c:pt>
                <c:pt idx="1233">
                  <c:v>967.84346101238975</c:v>
                </c:pt>
                <c:pt idx="1234">
                  <c:v>967.85017230917481</c:v>
                </c:pt>
                <c:pt idx="1235">
                  <c:v>967.8568256083696</c:v>
                </c:pt>
                <c:pt idx="1236">
                  <c:v>967.86342139342958</c:v>
                </c:pt>
                <c:pt idx="1237">
                  <c:v>967.86996014382987</c:v>
                </c:pt>
                <c:pt idx="1238">
                  <c:v>967.87644233508195</c:v>
                </c:pt>
                <c:pt idx="1239">
                  <c:v>967.88286843878507</c:v>
                </c:pt>
                <c:pt idx="1240">
                  <c:v>967.8892389226686</c:v>
                </c:pt>
                <c:pt idx="1241">
                  <c:v>967.89555425061496</c:v>
                </c:pt>
                <c:pt idx="1242">
                  <c:v>967.90181488267797</c:v>
                </c:pt>
                <c:pt idx="1243">
                  <c:v>967.9080212751295</c:v>
                </c:pt>
                <c:pt idx="1244">
                  <c:v>967.91417388049945</c:v>
                </c:pt>
                <c:pt idx="1245">
                  <c:v>967.92027314755819</c:v>
                </c:pt>
                <c:pt idx="1246">
                  <c:v>967.92631952143358</c:v>
                </c:pt>
                <c:pt idx="1247">
                  <c:v>967.93231344354251</c:v>
                </c:pt>
                <c:pt idx="1248">
                  <c:v>967.93825535170527</c:v>
                </c:pt>
                <c:pt idx="1249">
                  <c:v>967.94414568011041</c:v>
                </c:pt>
                <c:pt idx="1250">
                  <c:v>967.94998485939482</c:v>
                </c:pt>
                <c:pt idx="1251">
                  <c:v>967.95577331663446</c:v>
                </c:pt>
                <c:pt idx="1252">
                  <c:v>967.96151147540888</c:v>
                </c:pt>
                <c:pt idx="1253">
                  <c:v>967.96719975579663</c:v>
                </c:pt>
                <c:pt idx="1254">
                  <c:v>967.97283857442176</c:v>
                </c:pt>
                <c:pt idx="1255">
                  <c:v>967.97842834448261</c:v>
                </c:pt>
                <c:pt idx="1256">
                  <c:v>967.98396947577498</c:v>
                </c:pt>
                <c:pt idx="1257">
                  <c:v>967.98946237472751</c:v>
                </c:pt>
                <c:pt idx="1258">
                  <c:v>967.99490744440379</c:v>
                </c:pt>
                <c:pt idx="1259">
                  <c:v>968.00030508458099</c:v>
                </c:pt>
                <c:pt idx="1260">
                  <c:v>968.00565569171886</c:v>
                </c:pt>
                <c:pt idx="1261">
                  <c:v>968.01095965902732</c:v>
                </c:pt>
                <c:pt idx="1262">
                  <c:v>968.0162173764711</c:v>
                </c:pt>
                <c:pt idx="1263">
                  <c:v>968.02142923081783</c:v>
                </c:pt>
                <c:pt idx="1264">
                  <c:v>968.02659560563472</c:v>
                </c:pt>
                <c:pt idx="1265">
                  <c:v>968.03171688135478</c:v>
                </c:pt>
                <c:pt idx="1266">
                  <c:v>968.03679343524061</c:v>
                </c:pt>
                <c:pt idx="1267">
                  <c:v>968.04182564149062</c:v>
                </c:pt>
                <c:pt idx="1268">
                  <c:v>968.04681387120092</c:v>
                </c:pt>
                <c:pt idx="1269">
                  <c:v>968.05175849241721</c:v>
                </c:pt>
                <c:pt idx="1270">
                  <c:v>968.05665987014913</c:v>
                </c:pt>
                <c:pt idx="1271">
                  <c:v>968.06151836640845</c:v>
                </c:pt>
                <c:pt idx="1272">
                  <c:v>968.06633434022706</c:v>
                </c:pt>
                <c:pt idx="1273">
                  <c:v>968.07110814767441</c:v>
                </c:pt>
                <c:pt idx="1274">
                  <c:v>968.07584014189285</c:v>
                </c:pt>
                <c:pt idx="1275">
                  <c:v>968.080530673113</c:v>
                </c:pt>
                <c:pt idx="1276">
                  <c:v>968.08518008868782</c:v>
                </c:pt>
                <c:pt idx="1277">
                  <c:v>968.08978873310411</c:v>
                </c:pt>
                <c:pt idx="1278">
                  <c:v>968.09435694800516</c:v>
                </c:pt>
                <c:pt idx="1279">
                  <c:v>968.09888507223559</c:v>
                </c:pt>
                <c:pt idx="1280">
                  <c:v>968.10337344185086</c:v>
                </c:pt>
                <c:pt idx="1281">
                  <c:v>968.10782239011667</c:v>
                </c:pt>
                <c:pt idx="1282">
                  <c:v>968.11223224757987</c:v>
                </c:pt>
                <c:pt idx="1283">
                  <c:v>968.11660334203748</c:v>
                </c:pt>
                <c:pt idx="1284">
                  <c:v>968.12093599862237</c:v>
                </c:pt>
                <c:pt idx="1285">
                  <c:v>968.12523053974826</c:v>
                </c:pt>
                <c:pt idx="1286">
                  <c:v>968.12948728519996</c:v>
                </c:pt>
                <c:pt idx="1287">
                  <c:v>968.13370655213214</c:v>
                </c:pt>
                <c:pt idx="1288">
                  <c:v>968.13788865506206</c:v>
                </c:pt>
                <c:pt idx="1289">
                  <c:v>968.14203390593741</c:v>
                </c:pt>
                <c:pt idx="1290">
                  <c:v>968.14614261412169</c:v>
                </c:pt>
                <c:pt idx="1291">
                  <c:v>968.15021508644099</c:v>
                </c:pt>
                <c:pt idx="1292">
                  <c:v>968.15425162719237</c:v>
                </c:pt>
                <c:pt idx="1293">
                  <c:v>968.15825253814296</c:v>
                </c:pt>
                <c:pt idx="1294">
                  <c:v>968.16221811860999</c:v>
                </c:pt>
                <c:pt idx="1295">
                  <c:v>968.16614866542125</c:v>
                </c:pt>
                <c:pt idx="1296">
                  <c:v>968.17004447295619</c:v>
                </c:pt>
                <c:pt idx="1297">
                  <c:v>968.17390583318752</c:v>
                </c:pt>
                <c:pt idx="1298">
                  <c:v>968.17773303564832</c:v>
                </c:pt>
                <c:pt idx="1299">
                  <c:v>968.18152636753678</c:v>
                </c:pt>
                <c:pt idx="1300">
                  <c:v>968.18528611362751</c:v>
                </c:pt>
                <c:pt idx="1301">
                  <c:v>968.18901255637695</c:v>
                </c:pt>
                <c:pt idx="1302">
                  <c:v>968.19270597591174</c:v>
                </c:pt>
                <c:pt idx="1303">
                  <c:v>968.19636665005225</c:v>
                </c:pt>
                <c:pt idx="1304">
                  <c:v>968.19999485432436</c:v>
                </c:pt>
                <c:pt idx="1305">
                  <c:v>968.2035908619672</c:v>
                </c:pt>
                <c:pt idx="1306">
                  <c:v>968.20715494399781</c:v>
                </c:pt>
                <c:pt idx="1307">
                  <c:v>968.21068736917005</c:v>
                </c:pt>
                <c:pt idx="1308">
                  <c:v>968.21418840404101</c:v>
                </c:pt>
                <c:pt idx="1309">
                  <c:v>968.21765831295579</c:v>
                </c:pt>
                <c:pt idx="1310">
                  <c:v>968.22109735808442</c:v>
                </c:pt>
                <c:pt idx="1311">
                  <c:v>968.22450579944757</c:v>
                </c:pt>
                <c:pt idx="1312">
                  <c:v>968.22788389489403</c:v>
                </c:pt>
                <c:pt idx="1313">
                  <c:v>968.23123190017657</c:v>
                </c:pt>
                <c:pt idx="1314">
                  <c:v>968.23455006891641</c:v>
                </c:pt>
                <c:pt idx="1315">
                  <c:v>968.23783865265227</c:v>
                </c:pt>
                <c:pt idx="1316">
                  <c:v>968.24109790084003</c:v>
                </c:pt>
                <c:pt idx="1317">
                  <c:v>968.24432806088691</c:v>
                </c:pt>
                <c:pt idx="1318">
                  <c:v>968.24752937815788</c:v>
                </c:pt>
                <c:pt idx="1319">
                  <c:v>968.25070209598368</c:v>
                </c:pt>
                <c:pt idx="1320">
                  <c:v>968.25384645569977</c:v>
                </c:pt>
                <c:pt idx="1321">
                  <c:v>968.25696269663842</c:v>
                </c:pt>
                <c:pt idx="1322">
                  <c:v>968.26005105616935</c:v>
                </c:pt>
                <c:pt idx="1323">
                  <c:v>968.26311176968625</c:v>
                </c:pt>
                <c:pt idx="1324">
                  <c:v>968.26614507066927</c:v>
                </c:pt>
                <c:pt idx="1325">
                  <c:v>968.2691511906329</c:v>
                </c:pt>
                <c:pt idx="1326">
                  <c:v>968.27213035920545</c:v>
                </c:pt>
                <c:pt idx="1327">
                  <c:v>968.27508280412201</c:v>
                </c:pt>
                <c:pt idx="1328">
                  <c:v>968.27800875122398</c:v>
                </c:pt>
                <c:pt idx="1329">
                  <c:v>968.2809084244966</c:v>
                </c:pt>
                <c:pt idx="1330">
                  <c:v>968.28378204606827</c:v>
                </c:pt>
                <c:pt idx="1331">
                  <c:v>968.28662983624156</c:v>
                </c:pt>
                <c:pt idx="1332">
                  <c:v>968.28945201349472</c:v>
                </c:pt>
                <c:pt idx="1333">
                  <c:v>968.2922487945126</c:v>
                </c:pt>
                <c:pt idx="1334">
                  <c:v>968.29502039417196</c:v>
                </c:pt>
                <c:pt idx="1335">
                  <c:v>968.29776702558718</c:v>
                </c:pt>
                <c:pt idx="1336">
                  <c:v>968.30048890010471</c:v>
                </c:pt>
                <c:pt idx="1337">
                  <c:v>968.30318622734126</c:v>
                </c:pt>
                <c:pt idx="1338">
                  <c:v>968.30585921516013</c:v>
                </c:pt>
                <c:pt idx="1339">
                  <c:v>968.30850806972796</c:v>
                </c:pt>
                <c:pt idx="1340">
                  <c:v>968.31113299548099</c:v>
                </c:pt>
                <c:pt idx="1341">
                  <c:v>968.31373419519912</c:v>
                </c:pt>
                <c:pt idx="1342">
                  <c:v>968.31631186996208</c:v>
                </c:pt>
                <c:pt idx="1343">
                  <c:v>968.31886621919409</c:v>
                </c:pt>
                <c:pt idx="1344">
                  <c:v>968.32139744068365</c:v>
                </c:pt>
                <c:pt idx="1345">
                  <c:v>968.32390573056398</c:v>
                </c:pt>
                <c:pt idx="1346">
                  <c:v>968.32639128336336</c:v>
                </c:pt>
                <c:pt idx="1347">
                  <c:v>968.32885429198586</c:v>
                </c:pt>
                <c:pt idx="1348">
                  <c:v>968.33129494776631</c:v>
                </c:pt>
                <c:pt idx="1349">
                  <c:v>968.33371344042871</c:v>
                </c:pt>
                <c:pt idx="1350">
                  <c:v>968.33610995814149</c:v>
                </c:pt>
                <c:pt idx="1351">
                  <c:v>968.33848468752706</c:v>
                </c:pt>
                <c:pt idx="1352">
                  <c:v>968.34083781365189</c:v>
                </c:pt>
                <c:pt idx="1353">
                  <c:v>968.34316952004701</c:v>
                </c:pt>
                <c:pt idx="1354">
                  <c:v>968.34547998873654</c:v>
                </c:pt>
                <c:pt idx="1355">
                  <c:v>968.34776940023562</c:v>
                </c:pt>
                <c:pt idx="1356">
                  <c:v>968.3500379335743</c:v>
                </c:pt>
                <c:pt idx="1357">
                  <c:v>968.35228576627526</c:v>
                </c:pt>
                <c:pt idx="1358">
                  <c:v>968.35451307442395</c:v>
                </c:pt>
                <c:pt idx="1359">
                  <c:v>968.35672003262789</c:v>
                </c:pt>
                <c:pt idx="1360">
                  <c:v>968.35890681405988</c:v>
                </c:pt>
                <c:pt idx="1361">
                  <c:v>968.36107359045468</c:v>
                </c:pt>
                <c:pt idx="1362">
                  <c:v>968.36322053213098</c:v>
                </c:pt>
                <c:pt idx="1363">
                  <c:v>968.36534780798638</c:v>
                </c:pt>
                <c:pt idx="1364">
                  <c:v>968.36745558552855</c:v>
                </c:pt>
                <c:pt idx="1365">
                  <c:v>968.36954403088896</c:v>
                </c:pt>
                <c:pt idx="1366">
                  <c:v>968.37161330880679</c:v>
                </c:pt>
                <c:pt idx="1367">
                  <c:v>968.37366358265626</c:v>
                </c:pt>
                <c:pt idx="1368">
                  <c:v>968.37569501447399</c:v>
                </c:pt>
                <c:pt idx="1369">
                  <c:v>968.37770776494358</c:v>
                </c:pt>
                <c:pt idx="1370">
                  <c:v>968.37970199341351</c:v>
                </c:pt>
                <c:pt idx="1371">
                  <c:v>968.38167785792143</c:v>
                </c:pt>
                <c:pt idx="1372">
                  <c:v>968.38363551520308</c:v>
                </c:pt>
                <c:pt idx="1373">
                  <c:v>968.3855751206662</c:v>
                </c:pt>
                <c:pt idx="1374">
                  <c:v>968.3874968284689</c:v>
                </c:pt>
                <c:pt idx="1375">
                  <c:v>968.38940079146175</c:v>
                </c:pt>
                <c:pt idx="1376">
                  <c:v>968.39128716125651</c:v>
                </c:pt>
                <c:pt idx="1377">
                  <c:v>968.39315608817446</c:v>
                </c:pt>
                <c:pt idx="1378">
                  <c:v>968.39500772131305</c:v>
                </c:pt>
                <c:pt idx="1379">
                  <c:v>968.39684220854065</c:v>
                </c:pt>
                <c:pt idx="1380">
                  <c:v>968.39865969647008</c:v>
                </c:pt>
                <c:pt idx="1381">
                  <c:v>968.40046033053477</c:v>
                </c:pt>
                <c:pt idx="1382">
                  <c:v>968.40224425492806</c:v>
                </c:pt>
                <c:pt idx="1383">
                  <c:v>968.40401161267278</c:v>
                </c:pt>
                <c:pt idx="1384">
                  <c:v>968.4057625456054</c:v>
                </c:pt>
                <c:pt idx="1385">
                  <c:v>968.40749719436167</c:v>
                </c:pt>
                <c:pt idx="1386">
                  <c:v>968.40921569843351</c:v>
                </c:pt>
                <c:pt idx="1387">
                  <c:v>968.41091819614849</c:v>
                </c:pt>
                <c:pt idx="1388">
                  <c:v>968.41260482468715</c:v>
                </c:pt>
                <c:pt idx="1389">
                  <c:v>968.41427572009377</c:v>
                </c:pt>
                <c:pt idx="1390">
                  <c:v>968.41593101727483</c:v>
                </c:pt>
                <c:pt idx="1391">
                  <c:v>968.41757085002666</c:v>
                </c:pt>
                <c:pt idx="1392">
                  <c:v>968.41919535102909</c:v>
                </c:pt>
                <c:pt idx="1393">
                  <c:v>968.42080465187337</c:v>
                </c:pt>
                <c:pt idx="1394">
                  <c:v>968.42239888302879</c:v>
                </c:pt>
                <c:pt idx="1395">
                  <c:v>968.42397817392828</c:v>
                </c:pt>
                <c:pt idx="1396">
                  <c:v>968.42554265287629</c:v>
                </c:pt>
                <c:pt idx="1397">
                  <c:v>968.42709244714752</c:v>
                </c:pt>
                <c:pt idx="1398">
                  <c:v>968.42862768295311</c:v>
                </c:pt>
                <c:pt idx="1399">
                  <c:v>968.43014848545124</c:v>
                </c:pt>
                <c:pt idx="1400">
                  <c:v>968.43165497876248</c:v>
                </c:pt>
                <c:pt idx="1401">
                  <c:v>968.43314728596908</c:v>
                </c:pt>
                <c:pt idx="1402">
                  <c:v>968.43462552914139</c:v>
                </c:pt>
                <c:pt idx="1403">
                  <c:v>968.43608982933586</c:v>
                </c:pt>
                <c:pt idx="1404">
                  <c:v>968.43754030659295</c:v>
                </c:pt>
                <c:pt idx="1405">
                  <c:v>968.43897707995632</c:v>
                </c:pt>
                <c:pt idx="1406">
                  <c:v>968.44040026749508</c:v>
                </c:pt>
                <c:pt idx="1407">
                  <c:v>968.44180998627314</c:v>
                </c:pt>
                <c:pt idx="1408">
                  <c:v>968.44320635240524</c:v>
                </c:pt>
                <c:pt idx="1409">
                  <c:v>968.44458948102374</c:v>
                </c:pt>
                <c:pt idx="1410">
                  <c:v>968.4459594862991</c:v>
                </c:pt>
                <c:pt idx="1411">
                  <c:v>968.44731648147661</c:v>
                </c:pt>
                <c:pt idx="1412">
                  <c:v>968.44866057883678</c:v>
                </c:pt>
                <c:pt idx="1413">
                  <c:v>968.44999188973622</c:v>
                </c:pt>
                <c:pt idx="1414">
                  <c:v>968.45131052460022</c:v>
                </c:pt>
                <c:pt idx="1415">
                  <c:v>968.45261659293624</c:v>
                </c:pt>
                <c:pt idx="1416">
                  <c:v>968.4539102033541</c:v>
                </c:pt>
                <c:pt idx="1417">
                  <c:v>968.45519146352649</c:v>
                </c:pt>
                <c:pt idx="1418">
                  <c:v>968.45646048026038</c:v>
                </c:pt>
                <c:pt idx="1419">
                  <c:v>968.45771735946573</c:v>
                </c:pt>
                <c:pt idx="1420">
                  <c:v>968.45896220616453</c:v>
                </c:pt>
                <c:pt idx="1421">
                  <c:v>968.46019512451301</c:v>
                </c:pt>
                <c:pt idx="1422">
                  <c:v>968.46141621778065</c:v>
                </c:pt>
                <c:pt idx="1423">
                  <c:v>968.46262558841227</c:v>
                </c:pt>
                <c:pt idx="1424">
                  <c:v>968.46382333795452</c:v>
                </c:pt>
                <c:pt idx="1425">
                  <c:v>968.46500956715215</c:v>
                </c:pt>
                <c:pt idx="1426">
                  <c:v>968.46618437587858</c:v>
                </c:pt>
                <c:pt idx="1427">
                  <c:v>968.46734786318359</c:v>
                </c:pt>
                <c:pt idx="1428">
                  <c:v>968.46850012729419</c:v>
                </c:pt>
                <c:pt idx="1429">
                  <c:v>968.46964126562204</c:v>
                </c:pt>
                <c:pt idx="1430">
                  <c:v>968.47077137476504</c:v>
                </c:pt>
                <c:pt idx="1431">
                  <c:v>968.47189055050217</c:v>
                </c:pt>
                <c:pt idx="1432">
                  <c:v>968.47299888783039</c:v>
                </c:pt>
                <c:pt idx="1433">
                  <c:v>968.47409648095197</c:v>
                </c:pt>
                <c:pt idx="1434">
                  <c:v>968.47518342327578</c:v>
                </c:pt>
                <c:pt idx="1435">
                  <c:v>968.47625980743271</c:v>
                </c:pt>
                <c:pt idx="1436">
                  <c:v>968.47732572529333</c:v>
                </c:pt>
                <c:pt idx="1437">
                  <c:v>968.47838126793442</c:v>
                </c:pt>
                <c:pt idx="1438">
                  <c:v>968.47942652570362</c:v>
                </c:pt>
                <c:pt idx="1439">
                  <c:v>968.48046158817351</c:v>
                </c:pt>
                <c:pt idx="1440">
                  <c:v>968.48148654418117</c:v>
                </c:pt>
                <c:pt idx="1441">
                  <c:v>968.48250148181239</c:v>
                </c:pt>
                <c:pt idx="1442">
                  <c:v>968.48350648842495</c:v>
                </c:pt>
                <c:pt idx="1443">
                  <c:v>968.48450165063446</c:v>
                </c:pt>
                <c:pt idx="1444">
                  <c:v>968.48548705435383</c:v>
                </c:pt>
                <c:pt idx="1445">
                  <c:v>968.48646278476224</c:v>
                </c:pt>
                <c:pt idx="1446">
                  <c:v>968.48742892632742</c:v>
                </c:pt>
                <c:pt idx="1447">
                  <c:v>968.48838556281714</c:v>
                </c:pt>
                <c:pt idx="1448">
                  <c:v>968.48933277730168</c:v>
                </c:pt>
                <c:pt idx="1449">
                  <c:v>968.49027065214125</c:v>
                </c:pt>
                <c:pt idx="1450">
                  <c:v>968.4911992690237</c:v>
                </c:pt>
                <c:pt idx="1451">
                  <c:v>968.49211870896022</c:v>
                </c:pt>
                <c:pt idx="1452">
                  <c:v>968.49302905225022</c:v>
                </c:pt>
                <c:pt idx="1453">
                  <c:v>968.49393037856044</c:v>
                </c:pt>
                <c:pt idx="1454">
                  <c:v>968.49482276687115</c:v>
                </c:pt>
                <c:pt idx="1455">
                  <c:v>968.49570629550385</c:v>
                </c:pt>
                <c:pt idx="1456">
                  <c:v>968.49658104212097</c:v>
                </c:pt>
                <c:pt idx="1457">
                  <c:v>968.49744708374305</c:v>
                </c:pt>
                <c:pt idx="1458">
                  <c:v>968.49830449674914</c:v>
                </c:pt>
                <c:pt idx="1459">
                  <c:v>968.49915335686705</c:v>
                </c:pt>
                <c:pt idx="1460">
                  <c:v>968.49999373919673</c:v>
                </c:pt>
                <c:pt idx="1461">
                  <c:v>968.50082571820792</c:v>
                </c:pt>
                <c:pt idx="1462">
                  <c:v>968.50164936775207</c:v>
                </c:pt>
                <c:pt idx="1463">
                  <c:v>968.50246476104269</c:v>
                </c:pt>
                <c:pt idx="1464">
                  <c:v>968.50327197070737</c:v>
                </c:pt>
                <c:pt idx="1465">
                  <c:v>968.50407106875286</c:v>
                </c:pt>
                <c:pt idx="1466">
                  <c:v>968.50486212657108</c:v>
                </c:pt>
                <c:pt idx="1467">
                  <c:v>968.50564521497097</c:v>
                </c:pt>
                <c:pt idx="1468">
                  <c:v>968.50642040416392</c:v>
                </c:pt>
                <c:pt idx="1469">
                  <c:v>968.50718776377278</c:v>
                </c:pt>
                <c:pt idx="1470">
                  <c:v>968.50794736282785</c:v>
                </c:pt>
                <c:pt idx="1471">
                  <c:v>968.50869926979237</c:v>
                </c:pt>
                <c:pt idx="1472">
                  <c:v>968.50944355255172</c:v>
                </c:pt>
                <c:pt idx="1473">
                  <c:v>968.51018027841963</c:v>
                </c:pt>
                <c:pt idx="1474">
                  <c:v>968.51090951414074</c:v>
                </c:pt>
                <c:pt idx="1475">
                  <c:v>968.51163132590716</c:v>
                </c:pt>
                <c:pt idx="1476">
                  <c:v>968.51234577935531</c:v>
                </c:pt>
                <c:pt idx="1477">
                  <c:v>968.51305293955602</c:v>
                </c:pt>
                <c:pt idx="1478">
                  <c:v>968.51375287105986</c:v>
                </c:pt>
                <c:pt idx="1479">
                  <c:v>968.5144456378531</c:v>
                </c:pt>
                <c:pt idx="1480">
                  <c:v>968.51513130339492</c:v>
                </c:pt>
                <c:pt idx="1481">
                  <c:v>968.51580993060509</c:v>
                </c:pt>
                <c:pt idx="1482">
                  <c:v>968.51648158187447</c:v>
                </c:pt>
                <c:pt idx="1483">
                  <c:v>968.51714631907521</c:v>
                </c:pt>
                <c:pt idx="1484">
                  <c:v>968.51780420355408</c:v>
                </c:pt>
                <c:pt idx="1485">
                  <c:v>968.51845529615446</c:v>
                </c:pt>
                <c:pt idx="1486">
                  <c:v>968.51909965718778</c:v>
                </c:pt>
                <c:pt idx="1487">
                  <c:v>968.51973734647902</c:v>
                </c:pt>
                <c:pt idx="1488">
                  <c:v>968.5203684233237</c:v>
                </c:pt>
                <c:pt idx="1489">
                  <c:v>968.5209929465542</c:v>
                </c:pt>
                <c:pt idx="1490">
                  <c:v>968.52161097446447</c:v>
                </c:pt>
                <c:pt idx="1491">
                  <c:v>968.52222256490245</c:v>
                </c:pt>
                <c:pt idx="1492">
                  <c:v>968.52282777519326</c:v>
                </c:pt>
                <c:pt idx="1493">
                  <c:v>968.52342666219988</c:v>
                </c:pt>
                <c:pt idx="1494">
                  <c:v>968.52401928229528</c:v>
                </c:pt>
                <c:pt idx="1495">
                  <c:v>968.52460569139009</c:v>
                </c:pt>
                <c:pt idx="1496">
                  <c:v>968.52518594490323</c:v>
                </c:pt>
                <c:pt idx="1497">
                  <c:v>968.52576009781433</c:v>
                </c:pt>
                <c:pt idx="1498">
                  <c:v>968.52632820461849</c:v>
                </c:pt>
                <c:pt idx="1499">
                  <c:v>968.52689031934904</c:v>
                </c:pt>
                <c:pt idx="1500">
                  <c:v>968.53665766569725</c:v>
                </c:pt>
                <c:pt idx="1501">
                  <c:v>968.55336748481147</c:v>
                </c:pt>
                <c:pt idx="1502">
                  <c:v>968.57549496679724</c:v>
                </c:pt>
                <c:pt idx="1503">
                  <c:v>968.60200988099825</c:v>
                </c:pt>
                <c:pt idx="1504">
                  <c:v>968.632189176471</c:v>
                </c:pt>
                <c:pt idx="1505">
                  <c:v>968.66550540469632</c:v>
                </c:pt>
                <c:pt idx="1506">
                  <c:v>968.70155916982071</c:v>
                </c:pt>
                <c:pt idx="1507">
                  <c:v>968.74003744791719</c:v>
                </c:pt>
                <c:pt idx="1508">
                  <c:v>968.78068731393773</c:v>
                </c:pt>
                <c:pt idx="1509">
                  <c:v>968.82329898801811</c:v>
                </c:pt>
                <c:pt idx="1510">
                  <c:v>968.86769461744302</c:v>
                </c:pt>
                <c:pt idx="1511">
                  <c:v>968.91372065684482</c:v>
                </c:pt>
                <c:pt idx="1512">
                  <c:v>968.96124255344637</c:v>
                </c:pt>
                <c:pt idx="1513">
                  <c:v>969.01014094175673</c:v>
                </c:pt>
                <c:pt idx="1514">
                  <c:v>969.06030884998722</c:v>
                </c:pt>
                <c:pt idx="1515">
                  <c:v>969.11164960040173</c:v>
                </c:pt>
                <c:pt idx="1516">
                  <c:v>969.16407519680831</c:v>
                </c:pt>
                <c:pt idx="1517">
                  <c:v>969.21750506176124</c:v>
                </c:pt>
                <c:pt idx="1518">
                  <c:v>969.27186503027258</c:v>
                </c:pt>
                <c:pt idx="1519">
                  <c:v>969.32708653523821</c:v>
                </c:pt>
                <c:pt idx="1520">
                  <c:v>969.38310593904771</c:v>
                </c:pt>
                <c:pt idx="1521">
                  <c:v>969.43986397824165</c:v>
                </c:pt>
                <c:pt idx="1522">
                  <c:v>969.51686388335236</c:v>
                </c:pt>
                <c:pt idx="1523">
                  <c:v>969.61373728829267</c:v>
                </c:pt>
                <c:pt idx="1524">
                  <c:v>969.73012286823246</c:v>
                </c:pt>
                <c:pt idx="1525">
                  <c:v>969.86566600366632</c:v>
                </c:pt>
                <c:pt idx="1526">
                  <c:v>970.02001848343866</c:v>
                </c:pt>
                <c:pt idx="1527">
                  <c:v>970.1928382403712</c:v>
                </c:pt>
                <c:pt idx="1528">
                  <c:v>970.38378911422706</c:v>
                </c:pt>
                <c:pt idx="1529">
                  <c:v>970.59254063785966</c:v>
                </c:pt>
                <c:pt idx="1530">
                  <c:v>970.81876784307656</c:v>
                </c:pt>
                <c:pt idx="1531">
                  <c:v>971.06215108356423</c:v>
                </c:pt>
                <c:pt idx="1532">
                  <c:v>971.32237587241696</c:v>
                </c:pt>
                <c:pt idx="1533">
                  <c:v>971.59913273247298</c:v>
                </c:pt>
                <c:pt idx="1534">
                  <c:v>971.89211705776984</c:v>
                </c:pt>
                <c:pt idx="1535">
                  <c:v>972.20102898480582</c:v>
                </c:pt>
                <c:pt idx="1536">
                  <c:v>972.52557327245631</c:v>
                </c:pt>
                <c:pt idx="1537">
                  <c:v>972.86545918954948</c:v>
                </c:pt>
                <c:pt idx="1538">
                  <c:v>973.22040040927914</c:v>
                </c:pt>
                <c:pt idx="1539">
                  <c:v>973.59011490973796</c:v>
                </c:pt>
                <c:pt idx="1540">
                  <c:v>973.97432487989795</c:v>
                </c:pt>
                <c:pt idx="1541">
                  <c:v>974.37275663055175</c:v>
                </c:pt>
                <c:pt idx="1542">
                  <c:v>974.78514050977969</c:v>
                </c:pt>
                <c:pt idx="1543">
                  <c:v>975.21121082235936</c:v>
                </c:pt>
                <c:pt idx="1544">
                  <c:v>975.65078470507149</c:v>
                </c:pt>
                <c:pt idx="1545">
                  <c:v>976.10368118490715</c:v>
                </c:pt>
                <c:pt idx="1546">
                  <c:v>976.56972113981806</c:v>
                </c:pt>
                <c:pt idx="1547">
                  <c:v>977.04872726198232</c:v>
                </c:pt>
                <c:pt idx="1548">
                  <c:v>977.54052402313414</c:v>
                </c:pt>
                <c:pt idx="1549">
                  <c:v>978.04493764196206</c:v>
                </c:pt>
                <c:pt idx="1550">
                  <c:v>978.56179605326713</c:v>
                </c:pt>
                <c:pt idx="1551">
                  <c:v>979.09092887879092</c:v>
                </c:pt>
                <c:pt idx="1552">
                  <c:v>979.63216739960637</c:v>
                </c:pt>
                <c:pt idx="1553">
                  <c:v>980.18534452984079</c:v>
                </c:pt>
                <c:pt idx="1554">
                  <c:v>980.75029479171258</c:v>
                </c:pt>
                <c:pt idx="1555">
                  <c:v>981.32685429175069</c:v>
                </c:pt>
                <c:pt idx="1556">
                  <c:v>981.91486069811845</c:v>
                </c:pt>
                <c:pt idx="1557">
                  <c:v>982.51415321890056</c:v>
                </c:pt>
                <c:pt idx="1558">
                  <c:v>983.1245725813709</c:v>
                </c:pt>
                <c:pt idx="1559">
                  <c:v>983.74596101210523</c:v>
                </c:pt>
                <c:pt idx="1560">
                  <c:v>984.37816221787909</c:v>
                </c:pt>
                <c:pt idx="1561">
                  <c:v>985.02102136732435</c:v>
                </c:pt>
                <c:pt idx="1562">
                  <c:v>985.67438507332713</c:v>
                </c:pt>
                <c:pt idx="1563">
                  <c:v>986.33810137594821</c:v>
                </c:pt>
                <c:pt idx="1564">
                  <c:v>987.01201972608692</c:v>
                </c:pt>
                <c:pt idx="1565">
                  <c:v>987.69599096960155</c:v>
                </c:pt>
                <c:pt idx="1566">
                  <c:v>988.38986765068603</c:v>
                </c:pt>
                <c:pt idx="1567">
                  <c:v>989.0935039867793</c:v>
                </c:pt>
                <c:pt idx="1568">
                  <c:v>989.80675584403798</c:v>
                </c:pt>
                <c:pt idx="1569">
                  <c:v>990.52948071353649</c:v>
                </c:pt>
                <c:pt idx="1570">
                  <c:v>991.26153768803363</c:v>
                </c:pt>
                <c:pt idx="1571">
                  <c:v>992.00278743936553</c:v>
                </c:pt>
                <c:pt idx="1572">
                  <c:v>992.75309219629685</c:v>
                </c:pt>
                <c:pt idx="1573">
                  <c:v>993.51231572299025</c:v>
                </c:pt>
                <c:pt idx="1574">
                  <c:v>994.28032329794439</c:v>
                </c:pt>
                <c:pt idx="1575">
                  <c:v>995.05698169343486</c:v>
                </c:pt>
                <c:pt idx="1576">
                  <c:v>995.84215915537573</c:v>
                </c:pt>
                <c:pt idx="1577">
                  <c:v>996.63572538367782</c:v>
                </c:pt>
                <c:pt idx="1578">
                  <c:v>997.437551513019</c:v>
                </c:pt>
                <c:pt idx="1579">
                  <c:v>998.24751009401245</c:v>
                </c:pt>
                <c:pt idx="1580">
                  <c:v>999.06547507477876</c:v>
                </c:pt>
                <c:pt idx="1581">
                  <c:v>999.89132178291902</c:v>
                </c:pt>
                <c:pt idx="1582">
                  <c:v>1000.7249269078022</c:v>
                </c:pt>
                <c:pt idx="1583">
                  <c:v>1001.5661684832866</c:v>
                </c:pt>
                <c:pt idx="1584">
                  <c:v>1002.4149258707267</c:v>
                </c:pt>
                <c:pt idx="1585">
                  <c:v>1003.2710797422897</c:v>
                </c:pt>
                <c:pt idx="1586">
                  <c:v>1004.1345120646849</c:v>
                </c:pt>
                <c:pt idx="1587">
                  <c:v>1005.0051060830974</c:v>
                </c:pt>
                <c:pt idx="1588">
                  <c:v>1005.8827463067774</c:v>
                </c:pt>
                <c:pt idx="1589">
                  <c:v>1006.7673184948344</c:v>
                </c:pt>
                <c:pt idx="1590">
                  <c:v>1007.6587096422595</c:v>
                </c:pt>
                <c:pt idx="1591">
                  <c:v>1008.5568079662212</c:v>
                </c:pt>
                <c:pt idx="1592">
                  <c:v>1009.4615028924808</c:v>
                </c:pt>
                <c:pt idx="1593">
                  <c:v>1010.3726850421168</c:v>
                </c:pt>
                <c:pt idx="1594">
                  <c:v>1011.2902462183798</c:v>
                </c:pt>
                <c:pt idx="1595">
                  <c:v>1012.2140793938097</c:v>
                </c:pt>
                <c:pt idx="1596">
                  <c:v>1013.1440786974506</c:v>
                </c:pt>
                <c:pt idx="1597">
                  <c:v>1014.0801394023695</c:v>
                </c:pt>
                <c:pt idx="1598">
                  <c:v>1015.0221579132472</c:v>
                </c:pt>
                <c:pt idx="1599">
                  <c:v>1015.9700317542264</c:v>
                </c:pt>
                <c:pt idx="1600">
                  <c:v>1016.9236595568589</c:v>
                </c:pt>
                <c:pt idx="1601">
                  <c:v>1017.8829410483223</c:v>
                </c:pt>
                <c:pt idx="1602">
                  <c:v>1018.8477770396483</c:v>
                </c:pt>
                <c:pt idx="1603">
                  <c:v>1019.8180694142929</c:v>
                </c:pt>
                <c:pt idx="1604">
                  <c:v>1020.7937211166801</c:v>
                </c:pt>
                <c:pt idx="1605">
                  <c:v>1021.7746361410314</c:v>
                </c:pt>
                <c:pt idx="1606">
                  <c:v>1022.7607195202901</c:v>
                </c:pt>
                <c:pt idx="1607">
                  <c:v>1023.751877315173</c:v>
                </c:pt>
                <c:pt idx="1608">
                  <c:v>1024.7480166034086</c:v>
                </c:pt>
                <c:pt idx="1609">
                  <c:v>1025.7490454690699</c:v>
                </c:pt>
                <c:pt idx="1610">
                  <c:v>1026.7548729920597</c:v>
                </c:pt>
                <c:pt idx="1611">
                  <c:v>1027.7654092377743</c:v>
                </c:pt>
                <c:pt idx="1612">
                  <c:v>1028.7805652468217</c:v>
                </c:pt>
                <c:pt idx="1613">
                  <c:v>1029.800253024948</c:v>
                </c:pt>
                <c:pt idx="1614">
                  <c:v>1030.8243855330381</c:v>
                </c:pt>
                <c:pt idx="1615">
                  <c:v>1031.8528766772806</c:v>
                </c:pt>
                <c:pt idx="1616">
                  <c:v>1032.8856412994228</c:v>
                </c:pt>
                <c:pt idx="1617">
                  <c:v>1033.922595167177</c:v>
                </c:pt>
                <c:pt idx="1618">
                  <c:v>1034.9636549647048</c:v>
                </c:pt>
                <c:pt idx="1619">
                  <c:v>1036.0087382832739</c:v>
                </c:pt>
                <c:pt idx="1620">
                  <c:v>1037.0577636119697</c:v>
                </c:pt>
                <c:pt idx="1621">
                  <c:v>1038.1106503285625</c:v>
                </c:pt>
                <c:pt idx="1622">
                  <c:v>1039.1673186904534</c:v>
                </c:pt>
                <c:pt idx="1623">
                  <c:v>1040.2276898257726</c:v>
                </c:pt>
                <c:pt idx="1624">
                  <c:v>1041.2916857244904</c:v>
                </c:pt>
                <c:pt idx="1625">
                  <c:v>1042.359229229749</c:v>
                </c:pt>
                <c:pt idx="1626">
                  <c:v>1043.4302440292154</c:v>
                </c:pt>
                <c:pt idx="1627">
                  <c:v>1044.5046546465603</c:v>
                </c:pt>
                <c:pt idx="1628">
                  <c:v>1045.582386433043</c:v>
                </c:pt>
                <c:pt idx="1629">
                  <c:v>1046.6633655591477</c:v>
                </c:pt>
                <c:pt idx="1630">
                  <c:v>1047.7475190064013</c:v>
                </c:pt>
                <c:pt idx="1631">
                  <c:v>1048.8347745592018</c:v>
                </c:pt>
                <c:pt idx="1632">
                  <c:v>1049.925060796746</c:v>
                </c:pt>
                <c:pt idx="1633">
                  <c:v>1051.018307085126</c:v>
                </c:pt>
                <c:pt idx="1634">
                  <c:v>1052.1144435694191</c:v>
                </c:pt>
                <c:pt idx="1635">
                  <c:v>1053.2134011658993</c:v>
                </c:pt>
                <c:pt idx="1636">
                  <c:v>1054.3151115543719</c:v>
                </c:pt>
                <c:pt idx="1637">
                  <c:v>1055.4195071705301</c:v>
                </c:pt>
                <c:pt idx="1638">
                  <c:v>1056.5265211984345</c:v>
                </c:pt>
                <c:pt idx="1639">
                  <c:v>1057.6360875630758</c:v>
                </c:pt>
                <c:pt idx="1640">
                  <c:v>1058.7481409230022</c:v>
                </c:pt>
                <c:pt idx="1641">
                  <c:v>1059.8626166630181</c:v>
                </c:pt>
                <c:pt idx="1642">
                  <c:v>1060.9794508869998</c:v>
                </c:pt>
                <c:pt idx="1643">
                  <c:v>1062.0985804107311</c:v>
                </c:pt>
                <c:pt idx="1644">
                  <c:v>1063.219942754891</c:v>
                </c:pt>
                <c:pt idx="1645">
                  <c:v>1064.3434761380224</c:v>
                </c:pt>
                <c:pt idx="1646">
                  <c:v>1065.4691194696825</c:v>
                </c:pt>
                <c:pt idx="1647">
                  <c:v>1066.5968123435475</c:v>
                </c:pt>
                <c:pt idx="1648">
                  <c:v>1067.7264950307194</c:v>
                </c:pt>
                <c:pt idx="1649">
                  <c:v>1068.8581084729658</c:v>
                </c:pt>
                <c:pt idx="1650">
                  <c:v>1069.9915942761513</c:v>
                </c:pt>
                <c:pt idx="1651">
                  <c:v>1071.1268947036781</c:v>
                </c:pt>
                <c:pt idx="1652">
                  <c:v>1072.2639526699656</c:v>
                </c:pt>
                <c:pt idx="1653">
                  <c:v>1073.4027117340863</c:v>
                </c:pt>
                <c:pt idx="1654">
                  <c:v>1074.5431160933892</c:v>
                </c:pt>
                <c:pt idx="1655">
                  <c:v>1075.6851105772027</c:v>
                </c:pt>
                <c:pt idx="1656">
                  <c:v>1076.8286406406562</c:v>
                </c:pt>
                <c:pt idx="1657">
                  <c:v>1077.9736523584722</c:v>
                </c:pt>
                <c:pt idx="1658">
                  <c:v>1079.1200924189279</c:v>
                </c:pt>
                <c:pt idx="1659">
                  <c:v>1080.2679081177841</c:v>
                </c:pt>
                <c:pt idx="1660">
                  <c:v>1081.4170473523295</c:v>
                </c:pt>
                <c:pt idx="1661">
                  <c:v>1082.5674586154844</c:v>
                </c:pt>
                <c:pt idx="1662">
                  <c:v>1083.7190909899291</c:v>
                </c:pt>
                <c:pt idx="1663">
                  <c:v>1084.8718941423299</c:v>
                </c:pt>
                <c:pt idx="1664">
                  <c:v>1086.0258183176104</c:v>
                </c:pt>
                <c:pt idx="1665">
                  <c:v>1087.1808143332676</c:v>
                </c:pt>
                <c:pt idx="1666">
                  <c:v>1088.3368335737628</c:v>
                </c:pt>
                <c:pt idx="1667">
                  <c:v>1089.4938279849534</c:v>
                </c:pt>
                <c:pt idx="1668">
                  <c:v>1090.6517500685948</c:v>
                </c:pt>
                <c:pt idx="1669">
                  <c:v>1091.8105528768988</c:v>
                </c:pt>
                <c:pt idx="1670">
                  <c:v>1092.9701900071245</c:v>
                </c:pt>
                <c:pt idx="1671">
                  <c:v>1094.1306155962466</c:v>
                </c:pt>
                <c:pt idx="1672">
                  <c:v>1095.291784315644</c:v>
                </c:pt>
                <c:pt idx="1673">
                  <c:v>1096.4536513659152</c:v>
                </c:pt>
                <c:pt idx="1674">
                  <c:v>1097.6161724716123</c:v>
                </c:pt>
                <c:pt idx="1675">
                  <c:v>1098.779303876209</c:v>
                </c:pt>
                <c:pt idx="1676">
                  <c:v>1099.9430023369259</c:v>
                </c:pt>
                <c:pt idx="1677">
                  <c:v>1101.107225119755</c:v>
                </c:pt>
                <c:pt idx="1678">
                  <c:v>1102.2719299944617</c:v>
                </c:pt>
                <c:pt idx="1679">
                  <c:v>1103.437075229617</c:v>
                </c:pt>
                <c:pt idx="1680">
                  <c:v>1104.6026195877826</c:v>
                </c:pt>
                <c:pt idx="1681">
                  <c:v>1105.7685223205997</c:v>
                </c:pt>
                <c:pt idx="1682">
                  <c:v>1106.9347431640567</c:v>
                </c:pt>
                <c:pt idx="1683">
                  <c:v>1108.1012423336961</c:v>
                </c:pt>
                <c:pt idx="1684">
                  <c:v>1109.267980519943</c:v>
                </c:pt>
                <c:pt idx="1685">
                  <c:v>1110.4349188834506</c:v>
                </c:pt>
                <c:pt idx="1686">
                  <c:v>1111.6020190504985</c:v>
                </c:pt>
                <c:pt idx="1687">
                  <c:v>1112.7692431084131</c:v>
                </c:pt>
                <c:pt idx="1688">
                  <c:v>1113.9365536010544</c:v>
                </c:pt>
                <c:pt idx="1689">
                  <c:v>1115.1039135243643</c:v>
                </c:pt>
                <c:pt idx="1690">
                  <c:v>1116.2712863218967</c:v>
                </c:pt>
                <c:pt idx="1691">
                  <c:v>1117.4386358804543</c:v>
                </c:pt>
                <c:pt idx="1692">
                  <c:v>1118.605926525737</c:v>
                </c:pt>
                <c:pt idx="1693">
                  <c:v>1119.7731230180468</c:v>
                </c:pt>
                <c:pt idx="1694">
                  <c:v>1120.9401905480013</c:v>
                </c:pt>
                <c:pt idx="1695">
                  <c:v>1122.1070947323392</c:v>
                </c:pt>
                <c:pt idx="1696">
                  <c:v>1123.2738016097048</c:v>
                </c:pt>
                <c:pt idx="1697">
                  <c:v>1124.4402776365503</c:v>
                </c:pt>
                <c:pt idx="1698">
                  <c:v>1125.6064896830048</c:v>
                </c:pt>
                <c:pt idx="1699">
                  <c:v>1126.7724050287975</c:v>
                </c:pt>
                <c:pt idx="1700">
                  <c:v>1127.9379913592884</c:v>
                </c:pt>
                <c:pt idx="1701">
                  <c:v>1129.1032167614205</c:v>
                </c:pt>
                <c:pt idx="1702">
                  <c:v>1130.2680497198101</c:v>
                </c:pt>
                <c:pt idx="1703">
                  <c:v>1131.4324591128448</c:v>
                </c:pt>
                <c:pt idx="1704">
                  <c:v>1132.596414208773</c:v>
                </c:pt>
                <c:pt idx="1705">
                  <c:v>1133.7598846618969</c:v>
                </c:pt>
                <c:pt idx="1706">
                  <c:v>1134.9228405087797</c:v>
                </c:pt>
                <c:pt idx="1707">
                  <c:v>1136.0852521644535</c:v>
                </c:pt>
                <c:pt idx="1708">
                  <c:v>1137.2470904187126</c:v>
                </c:pt>
                <c:pt idx="1709">
                  <c:v>1138.4083264324365</c:v>
                </c:pt>
                <c:pt idx="1710">
                  <c:v>1139.5689317338845</c:v>
                </c:pt>
                <c:pt idx="1711">
                  <c:v>1140.7288782151441</c:v>
                </c:pt>
                <c:pt idx="1712">
                  <c:v>1141.8881381284657</c:v>
                </c:pt>
                <c:pt idx="1713">
                  <c:v>1143.0466840827685</c:v>
                </c:pt>
                <c:pt idx="1714">
                  <c:v>1144.2044890400873</c:v>
                </c:pt>
                <c:pt idx="1715">
                  <c:v>1145.3615263121128</c:v>
                </c:pt>
                <c:pt idx="1716">
                  <c:v>1146.5177695567193</c:v>
                </c:pt>
                <c:pt idx="1717">
                  <c:v>1147.6731927745268</c:v>
                </c:pt>
                <c:pt idx="1718">
                  <c:v>1148.8277703055628</c:v>
                </c:pt>
                <c:pt idx="1719">
                  <c:v>1149.9814768258345</c:v>
                </c:pt>
                <c:pt idx="1720">
                  <c:v>1151.1342873440844</c:v>
                </c:pt>
                <c:pt idx="1721">
                  <c:v>1152.2861771984362</c:v>
                </c:pt>
                <c:pt idx="1722">
                  <c:v>1153.4371220531475</c:v>
                </c:pt>
                <c:pt idx="1723">
                  <c:v>1154.587097895386</c:v>
                </c:pt>
                <c:pt idx="1724">
                  <c:v>1155.7360810320042</c:v>
                </c:pt>
                <c:pt idx="1725">
                  <c:v>1156.8840480864242</c:v>
                </c:pt>
                <c:pt idx="1726">
                  <c:v>1158.0309759954275</c:v>
                </c:pt>
                <c:pt idx="1727">
                  <c:v>1159.17684200607</c:v>
                </c:pt>
                <c:pt idx="1728">
                  <c:v>1160.3216236726089</c:v>
                </c:pt>
                <c:pt idx="1729">
                  <c:v>1161.4652988534458</c:v>
                </c:pt>
                <c:pt idx="1730">
                  <c:v>1162.6078457080832</c:v>
                </c:pt>
                <c:pt idx="1731">
                  <c:v>1163.7492426941478</c:v>
                </c:pt>
                <c:pt idx="1732">
                  <c:v>1164.8894685644018</c:v>
                </c:pt>
                <c:pt idx="1733">
                  <c:v>1166.0285023638314</c:v>
                </c:pt>
                <c:pt idx="1734">
                  <c:v>1167.166323426688</c:v>
                </c:pt>
                <c:pt idx="1735">
                  <c:v>1168.3029113736404</c:v>
                </c:pt>
                <c:pt idx="1736">
                  <c:v>1169.4382461089106</c:v>
                </c:pt>
                <c:pt idx="1737">
                  <c:v>1170.5723078174028</c:v>
                </c:pt>
                <c:pt idx="1738">
                  <c:v>1171.705076961963</c:v>
                </c:pt>
                <c:pt idx="1739">
                  <c:v>1172.8365342805273</c:v>
                </c:pt>
                <c:pt idx="1740">
                  <c:v>1173.9666607834397</c:v>
                </c:pt>
                <c:pt idx="1741">
                  <c:v>1175.0954377506414</c:v>
                </c:pt>
                <c:pt idx="1742">
                  <c:v>1176.2228467290547</c:v>
                </c:pt>
                <c:pt idx="1743">
                  <c:v>1177.3488695298327</c:v>
                </c:pt>
                <c:pt idx="1744">
                  <c:v>1178.4734882257485</c:v>
                </c:pt>
                <c:pt idx="1745">
                  <c:v>1179.5966851485655</c:v>
                </c:pt>
                <c:pt idx="1746">
                  <c:v>1180.7184428864123</c:v>
                </c:pt>
                <c:pt idx="1747">
                  <c:v>1181.8387442812157</c:v>
                </c:pt>
                <c:pt idx="1748">
                  <c:v>1182.9575724261406</c:v>
                </c:pt>
                <c:pt idx="1749">
                  <c:v>1184.0749106630726</c:v>
                </c:pt>
                <c:pt idx="1750">
                  <c:v>1185.1907425801012</c:v>
                </c:pt>
                <c:pt idx="1751">
                  <c:v>1186.3050520090305</c:v>
                </c:pt>
                <c:pt idx="1752">
                  <c:v>1187.4178230229313</c:v>
                </c:pt>
                <c:pt idx="1753">
                  <c:v>1188.5290399336714</c:v>
                </c:pt>
                <c:pt idx="1754">
                  <c:v>1189.6386872895428</c:v>
                </c:pt>
                <c:pt idx="1755">
                  <c:v>1190.7467498728577</c:v>
                </c:pt>
                <c:pt idx="1756">
                  <c:v>1191.8532126975367</c:v>
                </c:pt>
                <c:pt idx="1757">
                  <c:v>1192.9580610068174</c:v>
                </c:pt>
                <c:pt idx="1758">
                  <c:v>1194.061280270902</c:v>
                </c:pt>
                <c:pt idx="1759">
                  <c:v>1195.1628561846346</c:v>
                </c:pt>
                <c:pt idx="1760">
                  <c:v>1196.2627746652481</c:v>
                </c:pt>
                <c:pt idx="1761">
                  <c:v>1197.3610218500951</c:v>
                </c:pt>
                <c:pt idx="1762">
                  <c:v>1198.4575840943874</c:v>
                </c:pt>
                <c:pt idx="1763">
                  <c:v>1199.5524479689793</c:v>
                </c:pt>
                <c:pt idx="1764">
                  <c:v>1200.6456002582056</c:v>
                </c:pt>
                <c:pt idx="1765">
                  <c:v>1201.7370279576467</c:v>
                </c:pt>
                <c:pt idx="1766">
                  <c:v>1202.8267182720247</c:v>
                </c:pt>
                <c:pt idx="1767">
                  <c:v>1203.914658612988</c:v>
                </c:pt>
                <c:pt idx="1768">
                  <c:v>1205.0008365970973</c:v>
                </c:pt>
                <c:pt idx="1769">
                  <c:v>1206.0852400436288</c:v>
                </c:pt>
                <c:pt idx="1770">
                  <c:v>1207.1678569725361</c:v>
                </c:pt>
                <c:pt idx="1771">
                  <c:v>1208.2486756024014</c:v>
                </c:pt>
                <c:pt idx="1772">
                  <c:v>1209.3276843483829</c:v>
                </c:pt>
                <c:pt idx="1773">
                  <c:v>1210.4048718201684</c:v>
                </c:pt>
                <c:pt idx="1774">
                  <c:v>1211.4802268200172</c:v>
                </c:pt>
                <c:pt idx="1775">
                  <c:v>1212.5537383407247</c:v>
                </c:pt>
                <c:pt idx="1776">
                  <c:v>1213.6253955637146</c:v>
                </c:pt>
                <c:pt idx="1777">
                  <c:v>1214.6951878570167</c:v>
                </c:pt>
                <c:pt idx="1778">
                  <c:v>1215.7631047734048</c:v>
                </c:pt>
                <c:pt idx="1779">
                  <c:v>1216.8291360484643</c:v>
                </c:pt>
                <c:pt idx="1780">
                  <c:v>1217.8932715986755</c:v>
                </c:pt>
                <c:pt idx="1781">
                  <c:v>1218.9555015195369</c:v>
                </c:pt>
                <c:pt idx="1782">
                  <c:v>1220.0158160837602</c:v>
                </c:pt>
                <c:pt idx="1783">
                  <c:v>1221.0742057393531</c:v>
                </c:pt>
                <c:pt idx="1784">
                  <c:v>1222.1306611078542</c:v>
                </c:pt>
                <c:pt idx="1785">
                  <c:v>1223.1851729824903</c:v>
                </c:pt>
                <c:pt idx="1786">
                  <c:v>1224.2377323263916</c:v>
                </c:pt>
                <c:pt idx="1787">
                  <c:v>1225.2883302708292</c:v>
                </c:pt>
                <c:pt idx="1788">
                  <c:v>1226.3369581134546</c:v>
                </c:pt>
                <c:pt idx="1789">
                  <c:v>1227.3836073165473</c:v>
                </c:pt>
                <c:pt idx="1790">
                  <c:v>1228.4282695052918</c:v>
                </c:pt>
                <c:pt idx="1791">
                  <c:v>1229.4709364660716</c:v>
                </c:pt>
                <c:pt idx="1792">
                  <c:v>1230.51160014478</c:v>
                </c:pt>
                <c:pt idx="1793">
                  <c:v>1231.5502526451387</c:v>
                </c:pt>
                <c:pt idx="1794">
                  <c:v>1232.586886227032</c:v>
                </c:pt>
                <c:pt idx="1795">
                  <c:v>1233.6214933048755</c:v>
                </c:pt>
                <c:pt idx="1796">
                  <c:v>1234.6540664459521</c:v>
                </c:pt>
                <c:pt idx="1797">
                  <c:v>1235.6845983688336</c:v>
                </c:pt>
                <c:pt idx="1798">
                  <c:v>1236.7130819417569</c:v>
                </c:pt>
                <c:pt idx="1799">
                  <c:v>1237.7395101810366</c:v>
                </c:pt>
                <c:pt idx="1800">
                  <c:v>1238.7638762495244</c:v>
                </c:pt>
                <c:pt idx="1801">
                  <c:v>1239.7861734549979</c:v>
                </c:pt>
                <c:pt idx="1802">
                  <c:v>1240.806395248678</c:v>
                </c:pt>
                <c:pt idx="1803">
                  <c:v>1241.8245352236497</c:v>
                </c:pt>
                <c:pt idx="1804">
                  <c:v>1242.840587113398</c:v>
                </c:pt>
                <c:pt idx="1805">
                  <c:v>1243.8545447902443</c:v>
                </c:pt>
                <c:pt idx="1806">
                  <c:v>1244.8664022639464</c:v>
                </c:pt>
                <c:pt idx="1807">
                  <c:v>1245.8761536801264</c:v>
                </c:pt>
                <c:pt idx="1808">
                  <c:v>1246.8837933189172</c:v>
                </c:pt>
                <c:pt idx="1809">
                  <c:v>1247.8893155934338</c:v>
                </c:pt>
                <c:pt idx="1810">
                  <c:v>1248.8927150483896</c:v>
                </c:pt>
                <c:pt idx="1811">
                  <c:v>1249.893986358654</c:v>
                </c:pt>
                <c:pt idx="1812">
                  <c:v>1250.8931243278701</c:v>
                </c:pt>
                <c:pt idx="1813">
                  <c:v>1251.8901238870485</c:v>
                </c:pt>
                <c:pt idx="1814">
                  <c:v>1252.8849800931935</c:v>
                </c:pt>
                <c:pt idx="1815">
                  <c:v>1253.8776881279521</c:v>
                </c:pt>
                <c:pt idx="1816">
                  <c:v>1254.8682432962155</c:v>
                </c:pt>
                <c:pt idx="1817">
                  <c:v>1255.8566410248357</c:v>
                </c:pt>
                <c:pt idx="1818">
                  <c:v>1256.8428768612807</c:v>
                </c:pt>
                <c:pt idx="1819">
                  <c:v>1257.8269464722962</c:v>
                </c:pt>
                <c:pt idx="1820">
                  <c:v>1258.8088456426174</c:v>
                </c:pt>
                <c:pt idx="1821">
                  <c:v>1259.7885702737046</c:v>
                </c:pt>
                <c:pt idx="1822">
                  <c:v>1260.7661163824155</c:v>
                </c:pt>
                <c:pt idx="1823">
                  <c:v>1261.7414800997858</c:v>
                </c:pt>
                <c:pt idx="1824">
                  <c:v>1262.7146576697394</c:v>
                </c:pt>
                <c:pt idx="1825">
                  <c:v>1263.6856454478659</c:v>
                </c:pt>
                <c:pt idx="1826">
                  <c:v>1264.6544399001803</c:v>
                </c:pt>
                <c:pt idx="1827">
                  <c:v>1265.621037601931</c:v>
                </c:pt>
                <c:pt idx="1828">
                  <c:v>1266.585435236329</c:v>
                </c:pt>
                <c:pt idx="1829">
                  <c:v>1267.5476295934172</c:v>
                </c:pt>
                <c:pt idx="1830">
                  <c:v>1268.507617568865</c:v>
                </c:pt>
                <c:pt idx="1831">
                  <c:v>1269.4653961627587</c:v>
                </c:pt>
                <c:pt idx="1832">
                  <c:v>1270.4209624784946</c:v>
                </c:pt>
                <c:pt idx="1833">
                  <c:v>1271.3743137215781</c:v>
                </c:pt>
                <c:pt idx="1834">
                  <c:v>1272.3254471985183</c:v>
                </c:pt>
                <c:pt idx="1835">
                  <c:v>1273.2743603156753</c:v>
                </c:pt>
                <c:pt idx="1836">
                  <c:v>1274.2210505781472</c:v>
                </c:pt>
                <c:pt idx="1837">
                  <c:v>1275.1655155886613</c:v>
                </c:pt>
                <c:pt idx="1838">
                  <c:v>1276.1077530464777</c:v>
                </c:pt>
                <c:pt idx="1839">
                  <c:v>1277.0477607462874</c:v>
                </c:pt>
                <c:pt idx="1840">
                  <c:v>1277.9855365771382</c:v>
                </c:pt>
                <c:pt idx="1841">
                  <c:v>1278.9210785213972</c:v>
                </c:pt>
                <c:pt idx="1842">
                  <c:v>1279.8543846536397</c:v>
                </c:pt>
                <c:pt idx="1843">
                  <c:v>1280.7854531396363</c:v>
                </c:pt>
                <c:pt idx="1844">
                  <c:v>1281.7142822353137</c:v>
                </c:pt>
                <c:pt idx="1845">
                  <c:v>1282.6408702856947</c:v>
                </c:pt>
                <c:pt idx="1846">
                  <c:v>1283.5652157239365</c:v>
                </c:pt>
                <c:pt idx="1847">
                  <c:v>1284.4873170702504</c:v>
                </c:pt>
                <c:pt idx="1848">
                  <c:v>1285.4071729309674</c:v>
                </c:pt>
                <c:pt idx="1849">
                  <c:v>1286.3247819975084</c:v>
                </c:pt>
                <c:pt idx="1850">
                  <c:v>1287.2401430454127</c:v>
                </c:pt>
                <c:pt idx="1851">
                  <c:v>1288.1532549333738</c:v>
                </c:pt>
                <c:pt idx="1852">
                  <c:v>1289.0641166022524</c:v>
                </c:pt>
                <c:pt idx="1853">
                  <c:v>1289.9727270741748</c:v>
                </c:pt>
                <c:pt idx="1854">
                  <c:v>1290.8790854515346</c:v>
                </c:pt>
                <c:pt idx="1855">
                  <c:v>1291.7831909160625</c:v>
                </c:pt>
                <c:pt idx="1856">
                  <c:v>1292.6850427279494</c:v>
                </c:pt>
                <c:pt idx="1857">
                  <c:v>1293.5846402248708</c:v>
                </c:pt>
                <c:pt idx="1858">
                  <c:v>1294.4819828211087</c:v>
                </c:pt>
                <c:pt idx="1859">
                  <c:v>1295.3770700066514</c:v>
                </c:pt>
                <c:pt idx="1860">
                  <c:v>1296.2699013462725</c:v>
                </c:pt>
                <c:pt idx="1861">
                  <c:v>1297.1604764786896</c:v>
                </c:pt>
                <c:pt idx="1862">
                  <c:v>1298.0487951156749</c:v>
                </c:pt>
                <c:pt idx="1863">
                  <c:v>1298.9348570411501</c:v>
                </c:pt>
                <c:pt idx="1864">
                  <c:v>1299.8186621103948</c:v>
                </c:pt>
                <c:pt idx="1865">
                  <c:v>1300.7002102491424</c:v>
                </c:pt>
                <c:pt idx="1866">
                  <c:v>1301.5795014527723</c:v>
                </c:pt>
                <c:pt idx="1867">
                  <c:v>1302.4565357854481</c:v>
                </c:pt>
                <c:pt idx="1868">
                  <c:v>1303.3313133792969</c:v>
                </c:pt>
                <c:pt idx="1869">
                  <c:v>1304.2038344336281</c:v>
                </c:pt>
                <c:pt idx="1870">
                  <c:v>1305.0740992140718</c:v>
                </c:pt>
                <c:pt idx="1871">
                  <c:v>1305.9421080518032</c:v>
                </c:pt>
                <c:pt idx="1872">
                  <c:v>1306.807861342731</c:v>
                </c:pt>
                <c:pt idx="1873">
                  <c:v>1307.6713595467479</c:v>
                </c:pt>
                <c:pt idx="1874">
                  <c:v>1308.532603186907</c:v>
                </c:pt>
                <c:pt idx="1875">
                  <c:v>1309.3915928486529</c:v>
                </c:pt>
                <c:pt idx="1876">
                  <c:v>1310.2483291790986</c:v>
                </c:pt>
                <c:pt idx="1877">
                  <c:v>1311.1028128862179</c:v>
                </c:pt>
                <c:pt idx="1878">
                  <c:v>1311.9550447381296</c:v>
                </c:pt>
                <c:pt idx="1879">
                  <c:v>1312.8050255623439</c:v>
                </c:pt>
                <c:pt idx="1880">
                  <c:v>1313.6527562450024</c:v>
                </c:pt>
                <c:pt idx="1881">
                  <c:v>1314.4982377301881</c:v>
                </c:pt>
                <c:pt idx="1882">
                  <c:v>1315.3414710191912</c:v>
                </c:pt>
                <c:pt idx="1883">
                  <c:v>1316.1824571697719</c:v>
                </c:pt>
                <c:pt idx="1884">
                  <c:v>1317.0211972954723</c:v>
                </c:pt>
                <c:pt idx="1885">
                  <c:v>1317.8576925649372</c:v>
                </c:pt>
                <c:pt idx="1886">
                  <c:v>1318.6919442011524</c:v>
                </c:pt>
                <c:pt idx="1887">
                  <c:v>1319.5239534808211</c:v>
                </c:pt>
                <c:pt idx="1888">
                  <c:v>1320.3537217336691</c:v>
                </c:pt>
                <c:pt idx="1889">
                  <c:v>1321.1812503417425</c:v>
                </c:pt>
                <c:pt idx="1890">
                  <c:v>1322.0065407387681</c:v>
                </c:pt>
                <c:pt idx="1891">
                  <c:v>1322.8295944094743</c:v>
                </c:pt>
                <c:pt idx="1892">
                  <c:v>1323.6504128889569</c:v>
                </c:pt>
                <c:pt idx="1893">
                  <c:v>1324.4689977620114</c:v>
                </c:pt>
                <c:pt idx="1894">
                  <c:v>1325.2853506624883</c:v>
                </c:pt>
                <c:pt idx="1895">
                  <c:v>1326.0994732726706</c:v>
                </c:pt>
                <c:pt idx="1896">
                  <c:v>1326.9113673226168</c:v>
                </c:pt>
                <c:pt idx="1897">
                  <c:v>1327.7210345896019</c:v>
                </c:pt>
                <c:pt idx="1898">
                  <c:v>1328.5284768974136</c:v>
                </c:pt>
                <c:pt idx="1899">
                  <c:v>1329.3336961158013</c:v>
                </c:pt>
                <c:pt idx="1900">
                  <c:v>1330.1366941598314</c:v>
                </c:pt>
                <c:pt idx="1901">
                  <c:v>1330.9374729893254</c:v>
                </c:pt>
                <c:pt idx="1902">
                  <c:v>1331.7360346082344</c:v>
                </c:pt>
                <c:pt idx="1903">
                  <c:v>1332.5323810640775</c:v>
                </c:pt>
                <c:pt idx="1904">
                  <c:v>1333.3265144473094</c:v>
                </c:pt>
                <c:pt idx="1905">
                  <c:v>1334.1184368908175</c:v>
                </c:pt>
                <c:pt idx="1906">
                  <c:v>1334.908150569282</c:v>
                </c:pt>
                <c:pt idx="1907">
                  <c:v>1335.6956576986506</c:v>
                </c:pt>
                <c:pt idx="1908">
                  <c:v>1336.4809605355574</c:v>
                </c:pt>
                <c:pt idx="1909">
                  <c:v>1337.2640613767949</c:v>
                </c:pt>
                <c:pt idx="1910">
                  <c:v>1338.0449625587141</c:v>
                </c:pt>
                <c:pt idx="1911">
                  <c:v>1338.8236664567414</c:v>
                </c:pt>
                <c:pt idx="1912">
                  <c:v>1339.6001754847998</c:v>
                </c:pt>
                <c:pt idx="1913">
                  <c:v>1340.37449209478</c:v>
                </c:pt>
                <c:pt idx="1914">
                  <c:v>1341.1466187760325</c:v>
                </c:pt>
                <c:pt idx="1915">
                  <c:v>1341.916558054839</c:v>
                </c:pt>
                <c:pt idx="1916">
                  <c:v>1342.6843124938489</c:v>
                </c:pt>
                <c:pt idx="1917">
                  <c:v>1343.4498846916392</c:v>
                </c:pt>
                <c:pt idx="1918">
                  <c:v>1344.2132772821533</c:v>
                </c:pt>
                <c:pt idx="1919">
                  <c:v>1344.9744929342439</c:v>
                </c:pt>
                <c:pt idx="1920">
                  <c:v>1345.7335343511102</c:v>
                </c:pt>
                <c:pt idx="1921">
                  <c:v>1346.4904042698729</c:v>
                </c:pt>
                <c:pt idx="1922">
                  <c:v>1347.2451054610431</c:v>
                </c:pt>
                <c:pt idx="1923">
                  <c:v>1347.9976407280624</c:v>
                </c:pt>
                <c:pt idx="1924">
                  <c:v>1348.748012906809</c:v>
                </c:pt>
                <c:pt idx="1925">
                  <c:v>1349.49622486513</c:v>
                </c:pt>
                <c:pt idx="1926">
                  <c:v>1350.2422795023829</c:v>
                </c:pt>
                <c:pt idx="1927">
                  <c:v>1350.9861797489527</c:v>
                </c:pt>
                <c:pt idx="1928">
                  <c:v>1351.7279285657969</c:v>
                </c:pt>
                <c:pt idx="1929">
                  <c:v>1352.4675289440199</c:v>
                </c:pt>
                <c:pt idx="1930">
                  <c:v>1353.2049839043577</c:v>
                </c:pt>
                <c:pt idx="1931">
                  <c:v>1353.9402964968119</c:v>
                </c:pt>
                <c:pt idx="1932">
                  <c:v>1354.6734698001596</c:v>
                </c:pt>
                <c:pt idx="1933">
                  <c:v>1355.4045069214981</c:v>
                </c:pt>
                <c:pt idx="1934">
                  <c:v>1356.1334109958802</c:v>
                </c:pt>
                <c:pt idx="1935">
                  <c:v>1356.8601851858268</c:v>
                </c:pt>
                <c:pt idx="1936">
                  <c:v>1357.5848326809057</c:v>
                </c:pt>
                <c:pt idx="1937">
                  <c:v>1358.3073566973592</c:v>
                </c:pt>
                <c:pt idx="1938">
                  <c:v>1359.0277604776345</c:v>
                </c:pt>
                <c:pt idx="1939">
                  <c:v>1359.746047290007</c:v>
                </c:pt>
                <c:pt idx="1940">
                  <c:v>1360.4622204281441</c:v>
                </c:pt>
                <c:pt idx="1941">
                  <c:v>1361.1762832107493</c:v>
                </c:pt>
                <c:pt idx="1942">
                  <c:v>1361.8882389811013</c:v>
                </c:pt>
                <c:pt idx="1943">
                  <c:v>1362.5980911067172</c:v>
                </c:pt>
                <c:pt idx="1944">
                  <c:v>1363.3058429789262</c:v>
                </c:pt>
                <c:pt idx="1945">
                  <c:v>1364.0114980124695</c:v>
                </c:pt>
                <c:pt idx="1946">
                  <c:v>1364.7150596451786</c:v>
                </c:pt>
                <c:pt idx="1947">
                  <c:v>1365.4165313375165</c:v>
                </c:pt>
                <c:pt idx="1948">
                  <c:v>1366.1159165722795</c:v>
                </c:pt>
                <c:pt idx="1949">
                  <c:v>1366.8132188541574</c:v>
                </c:pt>
                <c:pt idx="1950">
                  <c:v>1367.5084417094206</c:v>
                </c:pt>
                <c:pt idx="1951">
                  <c:v>1368.2015886855211</c:v>
                </c:pt>
                <c:pt idx="1952">
                  <c:v>1368.8926633507392</c:v>
                </c:pt>
                <c:pt idx="1953">
                  <c:v>1369.5816692938408</c:v>
                </c:pt>
                <c:pt idx="1954">
                  <c:v>1370.268610123715</c:v>
                </c:pt>
                <c:pt idx="1955">
                  <c:v>1370.9534894690128</c:v>
                </c:pt>
                <c:pt idx="1956">
                  <c:v>1371.6363109778174</c:v>
                </c:pt>
                <c:pt idx="1957">
                  <c:v>1372.3170783173084</c:v>
                </c:pt>
                <c:pt idx="1958">
                  <c:v>1372.9957951733916</c:v>
                </c:pt>
                <c:pt idx="1959">
                  <c:v>1373.6724652504161</c:v>
                </c:pt>
                <c:pt idx="1960">
                  <c:v>1374.34709227077</c:v>
                </c:pt>
                <c:pt idx="1961">
                  <c:v>1375.0196799746227</c:v>
                </c:pt>
                <c:pt idx="1962">
                  <c:v>1375.6902321195707</c:v>
                </c:pt>
                <c:pt idx="1963">
                  <c:v>1376.358752480284</c:v>
                </c:pt>
                <c:pt idx="1964">
                  <c:v>1377.0252448482536</c:v>
                </c:pt>
                <c:pt idx="1965">
                  <c:v>1377.6897130314253</c:v>
                </c:pt>
                <c:pt idx="1966">
                  <c:v>1378.3521608538929</c:v>
                </c:pt>
                <c:pt idx="1967">
                  <c:v>1379.0125921556369</c:v>
                </c:pt>
                <c:pt idx="1968">
                  <c:v>1379.6710107921519</c:v>
                </c:pt>
                <c:pt idx="1969">
                  <c:v>1380.3274206341787</c:v>
                </c:pt>
                <c:pt idx="1970">
                  <c:v>1380.9818255674231</c:v>
                </c:pt>
                <c:pt idx="1971">
                  <c:v>1381.634229492221</c:v>
                </c:pt>
                <c:pt idx="1972">
                  <c:v>1382.2846363232545</c:v>
                </c:pt>
                <c:pt idx="1973">
                  <c:v>1382.9330499893017</c:v>
                </c:pt>
                <c:pt idx="1974">
                  <c:v>1383.5794744329053</c:v>
                </c:pt>
                <c:pt idx="1975">
                  <c:v>1384.2239136100995</c:v>
                </c:pt>
                <c:pt idx="1976">
                  <c:v>1384.8663714901309</c:v>
                </c:pt>
                <c:pt idx="1977">
                  <c:v>1385.5068520552013</c:v>
                </c:pt>
                <c:pt idx="1978">
                  <c:v>1386.1453593001538</c:v>
                </c:pt>
                <c:pt idx="1979">
                  <c:v>1386.7818972322395</c:v>
                </c:pt>
                <c:pt idx="1980">
                  <c:v>1387.4164698708134</c:v>
                </c:pt>
                <c:pt idx="1981">
                  <c:v>1388.0490812470991</c:v>
                </c:pt>
                <c:pt idx="1982">
                  <c:v>1388.6797354039122</c:v>
                </c:pt>
                <c:pt idx="1983">
                  <c:v>1389.308436395414</c:v>
                </c:pt>
                <c:pt idx="1984">
                  <c:v>1389.9351882867859</c:v>
                </c:pt>
                <c:pt idx="1985">
                  <c:v>1390.5599951540919</c:v>
                </c:pt>
                <c:pt idx="1986">
                  <c:v>1391.1828610839166</c:v>
                </c:pt>
                <c:pt idx="1987">
                  <c:v>1391.8037901731964</c:v>
                </c:pt>
                <c:pt idx="1988">
                  <c:v>1392.4227865289167</c:v>
                </c:pt>
                <c:pt idx="1989">
                  <c:v>1393.0398542678793</c:v>
                </c:pt>
                <c:pt idx="1990">
                  <c:v>1393.6549975164837</c:v>
                </c:pt>
                <c:pt idx="1991">
                  <c:v>1394.2682204104858</c:v>
                </c:pt>
                <c:pt idx="1992">
                  <c:v>1394.8795270947223</c:v>
                </c:pt>
                <c:pt idx="1993">
                  <c:v>1395.4889217229188</c:v>
                </c:pt>
                <c:pt idx="1994">
                  <c:v>1396.0964084574377</c:v>
                </c:pt>
                <c:pt idx="1995">
                  <c:v>1396.7019914690682</c:v>
                </c:pt>
                <c:pt idx="1996">
                  <c:v>1397.3056749367706</c:v>
                </c:pt>
                <c:pt idx="1997">
                  <c:v>1397.9074630474815</c:v>
                </c:pt>
                <c:pt idx="1998">
                  <c:v>1398.5073599958555</c:v>
                </c:pt>
                <c:pt idx="1999">
                  <c:v>1399.1053699840975</c:v>
                </c:pt>
                <c:pt idx="2000">
                  <c:v>1399.7014972216973</c:v>
                </c:pt>
                <c:pt idx="2001">
                  <c:v>1400.2957459252516</c:v>
                </c:pt>
                <c:pt idx="2002">
                  <c:v>1400.8881203182152</c:v>
                </c:pt>
                <c:pt idx="2003">
                  <c:v>1401.4786246307356</c:v>
                </c:pt>
                <c:pt idx="2004">
                  <c:v>1402.067263099399</c:v>
                </c:pt>
                <c:pt idx="2005">
                  <c:v>1402.6540399670605</c:v>
                </c:pt>
                <c:pt idx="2006">
                  <c:v>1403.2389594826245</c:v>
                </c:pt>
                <c:pt idx="2007">
                  <c:v>1403.822025900864</c:v>
                </c:pt>
                <c:pt idx="2008">
                  <c:v>1404.403243482172</c:v>
                </c:pt>
                <c:pt idx="2009">
                  <c:v>1404.9826164924264</c:v>
                </c:pt>
                <c:pt idx="2010">
                  <c:v>1405.5601492027558</c:v>
                </c:pt>
                <c:pt idx="2011">
                  <c:v>1406.1358458893765</c:v>
                </c:pt>
                <c:pt idx="2012">
                  <c:v>1406.7097108333694</c:v>
                </c:pt>
                <c:pt idx="2013">
                  <c:v>1407.2817483205185</c:v>
                </c:pt>
                <c:pt idx="2014">
                  <c:v>1407.8519626411007</c:v>
                </c:pt>
                <c:pt idx="2015">
                  <c:v>1408.4203580897417</c:v>
                </c:pt>
                <c:pt idx="2016">
                  <c:v>1408.9869389652024</c:v>
                </c:pt>
                <c:pt idx="2017">
                  <c:v>1409.5517095701857</c:v>
                </c:pt>
                <c:pt idx="2018">
                  <c:v>1410.1146742112246</c:v>
                </c:pt>
                <c:pt idx="2019">
                  <c:v>1410.6758371984151</c:v>
                </c:pt>
                <c:pt idx="2020">
                  <c:v>1411.2352028453242</c:v>
                </c:pt>
                <c:pt idx="2021">
                  <c:v>1411.7927754687796</c:v>
                </c:pt>
                <c:pt idx="2022">
                  <c:v>1412.3485593886878</c:v>
                </c:pt>
                <c:pt idx="2023">
                  <c:v>1412.9025589279106</c:v>
                </c:pt>
                <c:pt idx="2024">
                  <c:v>1413.4547784120418</c:v>
                </c:pt>
                <c:pt idx="2025">
                  <c:v>1414.0052221693179</c:v>
                </c:pt>
                <c:pt idx="2026">
                  <c:v>1414.5538945303636</c:v>
                </c:pt>
                <c:pt idx="2027">
                  <c:v>1415.1007998281179</c:v>
                </c:pt>
                <c:pt idx="2028">
                  <c:v>1415.6459423976205</c:v>
                </c:pt>
                <c:pt idx="2029">
                  <c:v>1416.1893265758733</c:v>
                </c:pt>
                <c:pt idx="2030">
                  <c:v>1416.7309567017157</c:v>
                </c:pt>
                <c:pt idx="2031">
                  <c:v>1417.2708371155964</c:v>
                </c:pt>
                <c:pt idx="2032">
                  <c:v>1417.8089721594972</c:v>
                </c:pt>
                <c:pt idx="2033">
                  <c:v>1418.3453661767473</c:v>
                </c:pt>
                <c:pt idx="2034">
                  <c:v>1418.8800235118943</c:v>
                </c:pt>
                <c:pt idx="2035">
                  <c:v>1419.4129485105241</c:v>
                </c:pt>
                <c:pt idx="2036">
                  <c:v>1419.9441455191643</c:v>
                </c:pt>
                <c:pt idx="2037">
                  <c:v>1420.4736188851132</c:v>
                </c:pt>
                <c:pt idx="2038">
                  <c:v>1421.0013729562709</c:v>
                </c:pt>
                <c:pt idx="2039">
                  <c:v>1421.5274120810946</c:v>
                </c:pt>
                <c:pt idx="2040">
                  <c:v>1422.051740608332</c:v>
                </c:pt>
                <c:pt idx="2041">
                  <c:v>1422.574362886995</c:v>
                </c:pt>
                <c:pt idx="2042">
                  <c:v>1423.095283266179</c:v>
                </c:pt>
                <c:pt idx="2043">
                  <c:v>1423.6145060949275</c:v>
                </c:pt>
                <c:pt idx="2044">
                  <c:v>1424.1320357220964</c:v>
                </c:pt>
                <c:pt idx="2045">
                  <c:v>1424.6478764962553</c:v>
                </c:pt>
                <c:pt idx="2046">
                  <c:v>1425.162032765518</c:v>
                </c:pt>
                <c:pt idx="2047">
                  <c:v>1425.674508877473</c:v>
                </c:pt>
                <c:pt idx="2048">
                  <c:v>1426.1853091789928</c:v>
                </c:pt>
                <c:pt idx="2049">
                  <c:v>1426.6944380161474</c:v>
                </c:pt>
                <c:pt idx="2050">
                  <c:v>1427.2018997340845</c:v>
                </c:pt>
                <c:pt idx="2051">
                  <c:v>1427.7076986769052</c:v>
                </c:pt>
                <c:pt idx="2052">
                  <c:v>1428.2118391875222</c:v>
                </c:pt>
                <c:pt idx="2053">
                  <c:v>1428.7143256075826</c:v>
                </c:pt>
                <c:pt idx="2054">
                  <c:v>1429.2151622773072</c:v>
                </c:pt>
                <c:pt idx="2055">
                  <c:v>1429.7143535354242</c:v>
                </c:pt>
                <c:pt idx="2056">
                  <c:v>1430.2119037190123</c:v>
                </c:pt>
                <c:pt idx="2057">
                  <c:v>1430.7078171634143</c:v>
                </c:pt>
                <c:pt idx="2058">
                  <c:v>1431.2020982021172</c:v>
                </c:pt>
                <c:pt idx="2059">
                  <c:v>1431.6947511666533</c:v>
                </c:pt>
                <c:pt idx="2060">
                  <c:v>1432.1857803864814</c:v>
                </c:pt>
                <c:pt idx="2061">
                  <c:v>1432.6751901888726</c:v>
                </c:pt>
                <c:pt idx="2062">
                  <c:v>1433.1629848988327</c:v>
                </c:pt>
                <c:pt idx="2063">
                  <c:v>1433.649168838971</c:v>
                </c:pt>
                <c:pt idx="2064">
                  <c:v>1434.1337463294103</c:v>
                </c:pt>
                <c:pt idx="2065">
                  <c:v>1434.6167216876997</c:v>
                </c:pt>
                <c:pt idx="2066">
                  <c:v>1435.0980992286843</c:v>
                </c:pt>
                <c:pt idx="2067">
                  <c:v>1435.5778832644141</c:v>
                </c:pt>
                <c:pt idx="2068">
                  <c:v>1436.0560781040849</c:v>
                </c:pt>
                <c:pt idx="2069">
                  <c:v>1436.5326880538798</c:v>
                </c:pt>
                <c:pt idx="2070">
                  <c:v>1437.0077174169221</c:v>
                </c:pt>
                <c:pt idx="2071">
                  <c:v>1437.4811704931785</c:v>
                </c:pt>
                <c:pt idx="2072">
                  <c:v>1437.9530515793228</c:v>
                </c:pt>
                <c:pt idx="2073">
                  <c:v>1438.4233649686944</c:v>
                </c:pt>
                <c:pt idx="2074">
                  <c:v>1438.892114951213</c:v>
                </c:pt>
                <c:pt idx="2075">
                  <c:v>1439.3593058132171</c:v>
                </c:pt>
                <c:pt idx="2076">
                  <c:v>1439.8249418374569</c:v>
                </c:pt>
                <c:pt idx="2077">
                  <c:v>1440.2890273029916</c:v>
                </c:pt>
                <c:pt idx="2078">
                  <c:v>1440.7515664850457</c:v>
                </c:pt>
                <c:pt idx="2079">
                  <c:v>1441.2125636550015</c:v>
                </c:pt>
                <c:pt idx="2080">
                  <c:v>1441.6720230802853</c:v>
                </c:pt>
                <c:pt idx="2081">
                  <c:v>1442.1299490242673</c:v>
                </c:pt>
                <c:pt idx="2082">
                  <c:v>1442.5863457461919</c:v>
                </c:pt>
                <c:pt idx="2083">
                  <c:v>1443.0412175011197</c:v>
                </c:pt>
                <c:pt idx="2084">
                  <c:v>1443.4945685398243</c:v>
                </c:pt>
                <c:pt idx="2085">
                  <c:v>1443.9464031087241</c:v>
                </c:pt>
                <c:pt idx="2086">
                  <c:v>1444.3967254497902</c:v>
                </c:pt>
                <c:pt idx="2087">
                  <c:v>1444.8455398004874</c:v>
                </c:pt>
                <c:pt idx="2088">
                  <c:v>1445.2928503937137</c:v>
                </c:pt>
                <c:pt idx="2089">
                  <c:v>1445.7386614577049</c:v>
                </c:pt>
                <c:pt idx="2090">
                  <c:v>1446.1829772159406</c:v>
                </c:pt>
                <c:pt idx="2091">
                  <c:v>1446.6258018871233</c:v>
                </c:pt>
                <c:pt idx="2092">
                  <c:v>1447.0671396850776</c:v>
                </c:pt>
                <c:pt idx="2093">
                  <c:v>1447.5069948186747</c:v>
                </c:pt>
                <c:pt idx="2094">
                  <c:v>1447.9453714918</c:v>
                </c:pt>
                <c:pt idx="2095">
                  <c:v>1448.382273903225</c:v>
                </c:pt>
                <c:pt idx="2096">
                  <c:v>1448.8177062466079</c:v>
                </c:pt>
                <c:pt idx="2097">
                  <c:v>1449.2516727103937</c:v>
                </c:pt>
                <c:pt idx="2098">
                  <c:v>1449.6841774777245</c:v>
                </c:pt>
                <c:pt idx="2099">
                  <c:v>1450.1152247264238</c:v>
                </c:pt>
                <c:pt idx="2100">
                  <c:v>1450.5448186289168</c:v>
                </c:pt>
                <c:pt idx="2101">
                  <c:v>1450.9637900358459</c:v>
                </c:pt>
                <c:pt idx="2102">
                  <c:v>1451.3744066817367</c:v>
                </c:pt>
                <c:pt idx="2103">
                  <c:v>1451.7781902245795</c:v>
                </c:pt>
                <c:pt idx="2104">
                  <c:v>1452.1761699284816</c:v>
                </c:pt>
                <c:pt idx="2105">
                  <c:v>1452.5690692512858</c:v>
                </c:pt>
                <c:pt idx="2106">
                  <c:v>1452.9574169363298</c:v>
                </c:pt>
                <c:pt idx="2107">
                  <c:v>1453.3416142667179</c:v>
                </c:pt>
                <c:pt idx="2108">
                  <c:v>1453.7219765623004</c:v>
                </c:pt>
                <c:pt idx="2109">
                  <c:v>1454.0987593358441</c:v>
                </c:pt>
                <c:pt idx="2110">
                  <c:v>1454.4721751701832</c:v>
                </c:pt>
                <c:pt idx="2111">
                  <c:v>1454.8424048850422</c:v>
                </c:pt>
                <c:pt idx="2112">
                  <c:v>1455.2096051211681</c:v>
                </c:pt>
                <c:pt idx="2113">
                  <c:v>1455.5739136298675</c:v>
                </c:pt>
                <c:pt idx="2114">
                  <c:v>1455.9354530596634</c:v>
                </c:pt>
                <c:pt idx="2115">
                  <c:v>1456.2943337358647</c:v>
                </c:pt>
                <c:pt idx="2116">
                  <c:v>1456.6506557494224</c:v>
                </c:pt>
                <c:pt idx="2117">
                  <c:v>1457.0045105608172</c:v>
                </c:pt>
                <c:pt idx="2118">
                  <c:v>1457.3559822558957</c:v>
                </c:pt>
                <c:pt idx="2119">
                  <c:v>1457.7051485465472</c:v>
                </c:pt>
                <c:pt idx="2120">
                  <c:v>1458.0520815804255</c:v>
                </c:pt>
                <c:pt idx="2121">
                  <c:v>1458.3968486053523</c:v>
                </c:pt>
                <c:pt idx="2122">
                  <c:v>1458.7395125212197</c:v>
                </c:pt>
                <c:pt idx="2123">
                  <c:v>1459.0606504458451</c:v>
                </c:pt>
                <c:pt idx="2124">
                  <c:v>1459.3606312943766</c:v>
                </c:pt>
                <c:pt idx="2125">
                  <c:v>1459.6398171167234</c:v>
                </c:pt>
                <c:pt idx="2126">
                  <c:v>1459.898563421767</c:v>
                </c:pt>
                <c:pt idx="2127">
                  <c:v>1460.137219463295</c:v>
                </c:pt>
                <c:pt idx="2128">
                  <c:v>1460.3561284942041</c:v>
                </c:pt>
                <c:pt idx="2129">
                  <c:v>1460.5556279940222</c:v>
                </c:pt>
                <c:pt idx="2130">
                  <c:v>1460.7360498740206</c:v>
                </c:pt>
                <c:pt idx="2131">
                  <c:v>1460.8977206630318</c:v>
                </c:pt>
                <c:pt idx="2132">
                  <c:v>1461.0409616769709</c:v>
                </c:pt>
                <c:pt idx="2133">
                  <c:v>1461.1660891741199</c:v>
                </c:pt>
                <c:pt idx="2134">
                  <c:v>1461.2734144981546</c:v>
                </c:pt>
                <c:pt idx="2135">
                  <c:v>1461.3632442105056</c:v>
                </c:pt>
                <c:pt idx="2136">
                  <c:v>1461.4358802132497</c:v>
                </c:pt>
                <c:pt idx="2137">
                  <c:v>1461.4916198638455</c:v>
                </c:pt>
                <c:pt idx="2138">
                  <c:v>1461.5307560824526</c:v>
                </c:pt>
                <c:pt idx="2139">
                  <c:v>1461.5535774528419</c:v>
                </c:pt>
                <c:pt idx="2140">
                  <c:v>1461.5603683174484</c:v>
                </c:pt>
                <c:pt idx="2141">
                  <c:v>1461.5514088672437</c:v>
                </c:pt>
                <c:pt idx="2142">
                  <c:v>1461.526975226911</c:v>
                </c:pt>
                <c:pt idx="2143">
                  <c:v>1461.4873395359159</c:v>
                </c:pt>
                <c:pt idx="2144">
                  <c:v>1461.4327700255683</c:v>
                </c:pt>
                <c:pt idx="2145">
                  <c:v>1461.3634524119834</c:v>
                </c:pt>
                <c:pt idx="2146">
                  <c:v>1461.2795705477956</c:v>
                </c:pt>
                <c:pt idx="2147">
                  <c:v>1461.1813064595196</c:v>
                </c:pt>
                <c:pt idx="2148">
                  <c:v>1461.0688403826766</c:v>
                </c:pt>
                <c:pt idx="2149">
                  <c:v>1460.9423507948372</c:v>
                </c:pt>
                <c:pt idx="2150">
                  <c:v>1460.8020144467232</c:v>
                </c:pt>
                <c:pt idx="2151">
                  <c:v>1460.6480063916824</c:v>
                </c:pt>
                <c:pt idx="2152">
                  <c:v>1460.4805000135029</c:v>
                </c:pt>
                <c:pt idx="2153">
                  <c:v>1460.2996670528366</c:v>
                </c:pt>
                <c:pt idx="2154">
                  <c:v>1460.1056776323098</c:v>
                </c:pt>
                <c:pt idx="2155">
                  <c:v>1459.8987002803333</c:v>
                </c:pt>
                <c:pt idx="2156">
                  <c:v>1459.6789019539608</c:v>
                </c:pt>
                <c:pt idx="2157">
                  <c:v>1459.4464480605475</c:v>
                </c:pt>
                <c:pt idx="2158">
                  <c:v>1459.2015024785355</c:v>
                </c:pt>
                <c:pt idx="2159">
                  <c:v>1458.944227577409</c:v>
                </c:pt>
                <c:pt idx="2160">
                  <c:v>1458.6747842367124</c:v>
                </c:pt>
                <c:pt idx="2161">
                  <c:v>1458.3933318644592</c:v>
                </c:pt>
                <c:pt idx="2162">
                  <c:v>1458.1000284146812</c:v>
                </c:pt>
                <c:pt idx="2163">
                  <c:v>1457.7950304045016</c:v>
                </c:pt>
                <c:pt idx="2164">
                  <c:v>1457.4784929304465</c:v>
                </c:pt>
                <c:pt idx="2165">
                  <c:v>1457.1505696842751</c:v>
                </c:pt>
                <c:pt idx="2166">
                  <c:v>1456.8114129682995</c:v>
                </c:pt>
                <c:pt idx="2167">
                  <c:v>1456.4611733923191</c:v>
                </c:pt>
                <c:pt idx="2168">
                  <c:v>1456.0999998982852</c:v>
                </c:pt>
                <c:pt idx="2169">
                  <c:v>1455.7280397841791</c:v>
                </c:pt>
                <c:pt idx="2170">
                  <c:v>1455.3454387273489</c:v>
                </c:pt>
                <c:pt idx="2171">
                  <c:v>1454.9523408072514</c:v>
                </c:pt>
                <c:pt idx="2172">
                  <c:v>1454.5488885277136</c:v>
                </c:pt>
                <c:pt idx="2173">
                  <c:v>1454.1352228385176</c:v>
                </c:pt>
                <c:pt idx="2174">
                  <c:v>1453.7114831566337</c:v>
                </c:pt>
                <c:pt idx="2175">
                  <c:v>1453.2778073868615</c:v>
                </c:pt>
                <c:pt idx="2176">
                  <c:v>1452.8343319420987</c:v>
                </c:pt>
                <c:pt idx="2177">
                  <c:v>1452.381191763058</c:v>
                </c:pt>
                <c:pt idx="2178">
                  <c:v>1451.9185203376437</c:v>
                </c:pt>
                <c:pt idx="2179">
                  <c:v>1451.4464497199162</c:v>
                </c:pt>
                <c:pt idx="2180">
                  <c:v>1450.9651105485693</c:v>
                </c:pt>
                <c:pt idx="2181">
                  <c:v>1450.4746320651195</c:v>
                </c:pt>
                <c:pt idx="2182">
                  <c:v>1449.9751421317205</c:v>
                </c:pt>
                <c:pt idx="2183">
                  <c:v>1449.4667672485523</c:v>
                </c:pt>
                <c:pt idx="2184">
                  <c:v>1448.949632570967</c:v>
                </c:pt>
                <c:pt idx="2185">
                  <c:v>1448.4238619261719</c:v>
                </c:pt>
                <c:pt idx="2186">
                  <c:v>1447.8895778297831</c:v>
                </c:pt>
                <c:pt idx="2187">
                  <c:v>1447.3469015018641</c:v>
                </c:pt>
                <c:pt idx="2188">
                  <c:v>1446.7959528827892</c:v>
                </c:pt>
                <c:pt idx="2189">
                  <c:v>1446.2368506475257</c:v>
                </c:pt>
                <c:pt idx="2190">
                  <c:v>1445.6697122196197</c:v>
                </c:pt>
                <c:pt idx="2191">
                  <c:v>1445.0946537850605</c:v>
                </c:pt>
                <c:pt idx="2192">
                  <c:v>1444.5117903058281</c:v>
                </c:pt>
                <c:pt idx="2193">
                  <c:v>1443.9212355332641</c:v>
                </c:pt>
                <c:pt idx="2194">
                  <c:v>1443.32310202132</c:v>
                </c:pt>
                <c:pt idx="2195">
                  <c:v>1442.7175011394722</c:v>
                </c:pt>
                <c:pt idx="2196">
                  <c:v>1442.1045430855313</c:v>
                </c:pt>
                <c:pt idx="2197">
                  <c:v>1441.4843368982688</c:v>
                </c:pt>
                <c:pt idx="2198">
                  <c:v>1440.8569904698284</c:v>
                </c:pt>
                <c:pt idx="2199">
                  <c:v>1440.2226105579641</c:v>
                </c:pt>
                <c:pt idx="2200">
                  <c:v>1439.5813027981069</c:v>
                </c:pt>
                <c:pt idx="2201">
                  <c:v>1438.9331717153343</c:v>
                </c:pt>
                <c:pt idx="2202">
                  <c:v>1438.2783207360419</c:v>
                </c:pt>
                <c:pt idx="2203">
                  <c:v>1437.6168521995558</c:v>
                </c:pt>
                <c:pt idx="2204">
                  <c:v>1436.9488673695985</c:v>
                </c:pt>
                <c:pt idx="2205">
                  <c:v>1436.2744664455192</c:v>
                </c:pt>
                <c:pt idx="2206">
                  <c:v>1435.5937485734426</c:v>
                </c:pt>
                <c:pt idx="2207">
                  <c:v>1434.9068118572716</c:v>
                </c:pt>
                <c:pt idx="2208">
                  <c:v>1434.2137533695009</c:v>
                </c:pt>
                <c:pt idx="2209">
                  <c:v>1433.5146691619761</c:v>
                </c:pt>
                <c:pt idx="2210">
                  <c:v>1432.8096542763969</c:v>
                </c:pt>
                <c:pt idx="2211">
                  <c:v>1432.0988027548005</c:v>
                </c:pt>
                <c:pt idx="2212">
                  <c:v>1431.3822076498568</c:v>
                </c:pt>
                <c:pt idx="2213">
                  <c:v>1430.6599610349995</c:v>
                </c:pt>
                <c:pt idx="2214">
                  <c:v>1429.9321540145113</c:v>
                </c:pt>
                <c:pt idx="2215">
                  <c:v>1429.198876733388</c:v>
                </c:pt>
                <c:pt idx="2216">
                  <c:v>1428.4602183871846</c:v>
                </c:pt>
                <c:pt idx="2217">
                  <c:v>1427.7162672316072</c:v>
                </c:pt>
                <c:pt idx="2218">
                  <c:v>1426.9671105921425</c:v>
                </c:pt>
                <c:pt idx="2219">
                  <c:v>1426.2128348734198</c:v>
                </c:pt>
                <c:pt idx="2220">
                  <c:v>1425.4535255685635</c:v>
                </c:pt>
                <c:pt idx="2221">
                  <c:v>1424.6892672683871</c:v>
                </c:pt>
                <c:pt idx="2222">
                  <c:v>1423.9201436704866</c:v>
                </c:pt>
                <c:pt idx="2223">
                  <c:v>1423.1462375882345</c:v>
                </c:pt>
                <c:pt idx="2224">
                  <c:v>1422.3676309596628</c:v>
                </c:pt>
                <c:pt idx="2225">
                  <c:v>1421.5844048562249</c:v>
                </c:pt>
                <c:pt idx="2226">
                  <c:v>1420.7966394914667</c:v>
                </c:pt>
                <c:pt idx="2227">
                  <c:v>1420.004414229609</c:v>
                </c:pt>
                <c:pt idx="2228">
                  <c:v>1419.2078075940694</c:v>
                </c:pt>
                <c:pt idx="2229">
                  <c:v>1418.4068972757316</c:v>
                </c:pt>
                <c:pt idx="2230">
                  <c:v>1417.6017601413337</c:v>
                </c:pt>
                <c:pt idx="2231">
                  <c:v>1416.792472241596</c:v>
                </c:pt>
                <c:pt idx="2232">
                  <c:v>1415.9791088193558</c:v>
                </c:pt>
                <c:pt idx="2233">
                  <c:v>1415.1617443175362</c:v>
                </c:pt>
                <c:pt idx="2234">
                  <c:v>1414.3404523870954</c:v>
                </c:pt>
                <c:pt idx="2235">
                  <c:v>1413.5153058948335</c:v>
                </c:pt>
                <c:pt idx="2236">
                  <c:v>1412.6863769311437</c:v>
                </c:pt>
                <c:pt idx="2237">
                  <c:v>1411.8537368176933</c:v>
                </c:pt>
                <c:pt idx="2238">
                  <c:v>1411.0174561149554</c:v>
                </c:pt>
                <c:pt idx="2239">
                  <c:v>1410.1776046297152</c:v>
                </c:pt>
                <c:pt idx="2240">
                  <c:v>1409.3342514224889</c:v>
                </c:pt>
                <c:pt idx="2241">
                  <c:v>1408.4874648148889</c:v>
                </c:pt>
                <c:pt idx="2242">
                  <c:v>1407.6373123967767</c:v>
                </c:pt>
                <c:pt idx="2243">
                  <c:v>1406.7838610335248</c:v>
                </c:pt>
                <c:pt idx="2244">
                  <c:v>1405.9271768731116</c:v>
                </c:pt>
                <c:pt idx="2245">
                  <c:v>1405.0673253530724</c:v>
                </c:pt>
                <c:pt idx="2246">
                  <c:v>1404.2043712075181</c:v>
                </c:pt>
                <c:pt idx="2247">
                  <c:v>1403.3383784739826</c:v>
                </c:pt>
                <c:pt idx="2248">
                  <c:v>1402.4694105002031</c:v>
                </c:pt>
                <c:pt idx="2249">
                  <c:v>1401.5975299508866</c:v>
                </c:pt>
                <c:pt idx="2250">
                  <c:v>1400.7227988143629</c:v>
                </c:pt>
                <c:pt idx="2251">
                  <c:v>1399.8452784091439</c:v>
                </c:pt>
                <c:pt idx="2252">
                  <c:v>1398.9650293904838</c:v>
                </c:pt>
                <c:pt idx="2253">
                  <c:v>1398.0821117568189</c:v>
                </c:pt>
                <c:pt idx="2254">
                  <c:v>1397.1965848561276</c:v>
                </c:pt>
                <c:pt idx="2255">
                  <c:v>1396.3085073923046</c:v>
                </c:pt>
                <c:pt idx="2256">
                  <c:v>1395.417937431389</c:v>
                </c:pt>
                <c:pt idx="2257">
                  <c:v>1394.5249324077504</c:v>
                </c:pt>
                <c:pt idx="2258">
                  <c:v>1393.6295491302244</c:v>
                </c:pt>
                <c:pt idx="2259">
                  <c:v>1392.7318437881986</c:v>
                </c:pt>
                <c:pt idx="2260">
                  <c:v>1391.8318719575766</c:v>
                </c:pt>
                <c:pt idx="2261">
                  <c:v>1390.929688606773</c:v>
                </c:pt>
                <c:pt idx="2262">
                  <c:v>1390.0253481025711</c:v>
                </c:pt>
                <c:pt idx="2263">
                  <c:v>1389.1189042159335</c:v>
                </c:pt>
                <c:pt idx="2264">
                  <c:v>1388.2104101277989</c:v>
                </c:pt>
                <c:pt idx="2265">
                  <c:v>1387.299918434778</c:v>
                </c:pt>
                <c:pt idx="2266">
                  <c:v>1386.3874811548035</c:v>
                </c:pt>
                <c:pt idx="2267">
                  <c:v>1385.4731497327189</c:v>
                </c:pt>
                <c:pt idx="2268">
                  <c:v>1384.5569750458401</c:v>
                </c:pt>
                <c:pt idx="2269">
                  <c:v>1383.6390074094127</c:v>
                </c:pt>
                <c:pt idx="2270">
                  <c:v>1382.719296582058</c:v>
                </c:pt>
                <c:pt idx="2271">
                  <c:v>1381.797891771145</c:v>
                </c:pt>
                <c:pt idx="2272">
                  <c:v>1380.874841638117</c:v>
                </c:pt>
                <c:pt idx="2273">
                  <c:v>1379.9501943037531</c:v>
                </c:pt>
                <c:pt idx="2274">
                  <c:v>1379.0239973534087</c:v>
                </c:pt>
                <c:pt idx="2275">
                  <c:v>1378.096297842133</c:v>
                </c:pt>
                <c:pt idx="2276">
                  <c:v>1377.1671422998495</c:v>
                </c:pt>
                <c:pt idx="2277">
                  <c:v>1376.2365767363669</c:v>
                </c:pt>
                <c:pt idx="2278">
                  <c:v>1375.3046466464305</c:v>
                </c:pt>
                <c:pt idx="2279">
                  <c:v>1374.3713970146873</c:v>
                </c:pt>
                <c:pt idx="2280">
                  <c:v>1373.436872320576</c:v>
                </c:pt>
                <c:pt idx="2281">
                  <c:v>1372.5011165432293</c:v>
                </c:pt>
                <c:pt idx="2282">
                  <c:v>1371.5641731662865</c:v>
                </c:pt>
                <c:pt idx="2283">
                  <c:v>1370.6260851826678</c:v>
                </c:pt>
                <c:pt idx="2284">
                  <c:v>1369.6868950993055</c:v>
                </c:pt>
                <c:pt idx="2285">
                  <c:v>1368.7466449418473</c:v>
                </c:pt>
                <c:pt idx="2286">
                  <c:v>1367.8053762592535</c:v>
                </c:pt>
                <c:pt idx="2287">
                  <c:v>1366.8631301284308</c:v>
                </c:pt>
                <c:pt idx="2288">
                  <c:v>1365.9199471587733</c:v>
                </c:pt>
                <c:pt idx="2289">
                  <c:v>1364.9758674966713</c:v>
                </c:pt>
                <c:pt idx="2290">
                  <c:v>1364.0309308299406</c:v>
                </c:pt>
                <c:pt idx="2291">
                  <c:v>1363.0851763923104</c:v>
                </c:pt>
                <c:pt idx="2292">
                  <c:v>1362.1386429677275</c:v>
                </c:pt>
                <c:pt idx="2293">
                  <c:v>1361.1913688947536</c:v>
                </c:pt>
                <c:pt idx="2294">
                  <c:v>1360.2433920708099</c:v>
                </c:pt>
                <c:pt idx="2295">
                  <c:v>1359.2947499564825</c:v>
                </c:pt>
                <c:pt idx="2296">
                  <c:v>1358.345479579677</c:v>
                </c:pt>
                <c:pt idx="2297">
                  <c:v>1357.395617539843</c:v>
                </c:pt>
                <c:pt idx="2298">
                  <c:v>1356.4452000120746</c:v>
                </c:pt>
                <c:pt idx="2299">
                  <c:v>1355.4942627512198</c:v>
                </c:pt>
                <c:pt idx="2300">
                  <c:v>1354.5428410959344</c:v>
                </c:pt>
                <c:pt idx="2301">
                  <c:v>1353.590969972679</c:v>
                </c:pt>
                <c:pt idx="2302">
                  <c:v>1352.6386838997312</c:v>
                </c:pt>
                <c:pt idx="2303">
                  <c:v>1351.686016991091</c:v>
                </c:pt>
                <c:pt idx="2304">
                  <c:v>1350.7330029604236</c:v>
                </c:pt>
                <c:pt idx="2305">
                  <c:v>1349.7796751248673</c:v>
                </c:pt>
                <c:pt idx="2306">
                  <c:v>1348.8260664089339</c:v>
                </c:pt>
                <c:pt idx="2307">
                  <c:v>1347.8722093482374</c:v>
                </c:pt>
                <c:pt idx="2308">
                  <c:v>1346.9181360932982</c:v>
                </c:pt>
                <c:pt idx="2309">
                  <c:v>1345.9638784132462</c:v>
                </c:pt>
                <c:pt idx="2310">
                  <c:v>1345.0094676994986</c:v>
                </c:pt>
                <c:pt idx="2311">
                  <c:v>1344.0549349694386</c:v>
                </c:pt>
                <c:pt idx="2312">
                  <c:v>1343.1003108699983</c:v>
                </c:pt>
                <c:pt idx="2313">
                  <c:v>1342.1456256812799</c:v>
                </c:pt>
                <c:pt idx="2314">
                  <c:v>1341.1909093200741</c:v>
                </c:pt>
                <c:pt idx="2315">
                  <c:v>1340.2361913434129</c:v>
                </c:pt>
                <c:pt idx="2316">
                  <c:v>1339.2815009520077</c:v>
                </c:pt>
                <c:pt idx="2317">
                  <c:v>1338.3268669937399</c:v>
                </c:pt>
                <c:pt idx="2318">
                  <c:v>1337.3723179670599</c:v>
                </c:pt>
                <c:pt idx="2319">
                  <c:v>1336.4178820243774</c:v>
                </c:pt>
                <c:pt idx="2320">
                  <c:v>1335.4635869754334</c:v>
                </c:pt>
                <c:pt idx="2321">
                  <c:v>1334.5094602905936</c:v>
                </c:pt>
                <c:pt idx="2322">
                  <c:v>1333.5555291041644</c:v>
                </c:pt>
                <c:pt idx="2323">
                  <c:v>1332.6018202176444</c:v>
                </c:pt>
                <c:pt idx="2324">
                  <c:v>1331.6483601029631</c:v>
                </c:pt>
                <c:pt idx="2325">
                  <c:v>1330.6951749056745</c:v>
                </c:pt>
                <c:pt idx="2326">
                  <c:v>1329.7422904481384</c:v>
                </c:pt>
                <c:pt idx="2327">
                  <c:v>1328.7897322326603</c:v>
                </c:pt>
                <c:pt idx="2328">
                  <c:v>1327.8375254445893</c:v>
                </c:pt>
                <c:pt idx="2329">
                  <c:v>1326.8856949554349</c:v>
                </c:pt>
                <c:pt idx="2330">
                  <c:v>1325.9342653258782</c:v>
                </c:pt>
                <c:pt idx="2331">
                  <c:v>1324.9832608088304</c:v>
                </c:pt>
                <c:pt idx="2332">
                  <c:v>1324.0327053524318</c:v>
                </c:pt>
                <c:pt idx="2333">
                  <c:v>1323.0826226030058</c:v>
                </c:pt>
                <c:pt idx="2334">
                  <c:v>1322.1330359080118</c:v>
                </c:pt>
                <c:pt idx="2335">
                  <c:v>1321.1839683189592</c:v>
                </c:pt>
                <c:pt idx="2336">
                  <c:v>1320.2354425942999</c:v>
                </c:pt>
                <c:pt idx="2337">
                  <c:v>1319.2874812022737</c:v>
                </c:pt>
                <c:pt idx="2338">
                  <c:v>1318.3401063237741</c:v>
                </c:pt>
                <c:pt idx="2339">
                  <c:v>1317.393339855141</c:v>
                </c:pt>
                <c:pt idx="2340">
                  <c:v>1316.4472034109249</c:v>
                </c:pt>
                <c:pt idx="2341">
                  <c:v>1315.5017183266707</c:v>
                </c:pt>
                <c:pt idx="2342">
                  <c:v>1314.5569056616582</c:v>
                </c:pt>
                <c:pt idx="2343">
                  <c:v>1313.6127862015576</c:v>
                </c:pt>
                <c:pt idx="2344">
                  <c:v>1312.6693804611855</c:v>
                </c:pt>
                <c:pt idx="2345">
                  <c:v>1311.7267086870927</c:v>
                </c:pt>
                <c:pt idx="2346">
                  <c:v>1310.784790860233</c:v>
                </c:pt>
                <c:pt idx="2347">
                  <c:v>1309.8436466985638</c:v>
                </c:pt>
                <c:pt idx="2348">
                  <c:v>1308.9032956596252</c:v>
                </c:pt>
                <c:pt idx="2349">
                  <c:v>1307.9637569431202</c:v>
                </c:pt>
                <c:pt idx="2350">
                  <c:v>1307.0250494934119</c:v>
                </c:pt>
                <c:pt idx="2351">
                  <c:v>1306.0871920020686</c:v>
                </c:pt>
                <c:pt idx="2352">
                  <c:v>1305.1502029103503</c:v>
                </c:pt>
                <c:pt idx="2353">
                  <c:v>1304.2141004116652</c:v>
                </c:pt>
                <c:pt idx="2354">
                  <c:v>1303.2789024540091</c:v>
                </c:pt>
                <c:pt idx="2355">
                  <c:v>1302.3446267423944</c:v>
                </c:pt>
                <c:pt idx="2356">
                  <c:v>1301.4112907412659</c:v>
                </c:pt>
                <c:pt idx="2357">
                  <c:v>1300.4789116768459</c:v>
                </c:pt>
                <c:pt idx="2358">
                  <c:v>1299.547506539504</c:v>
                </c:pt>
                <c:pt idx="2359">
                  <c:v>1298.6170920861009</c:v>
                </c:pt>
                <c:pt idx="2360">
                  <c:v>1297.6876848422751</c:v>
                </c:pt>
                <c:pt idx="2361">
                  <c:v>1296.7593011047722</c:v>
                </c:pt>
                <c:pt idx="2362">
                  <c:v>1295.831956943653</c:v>
                </c:pt>
                <c:pt idx="2363">
                  <c:v>1294.9056682046173</c:v>
                </c:pt>
                <c:pt idx="2364">
                  <c:v>1293.9804505111633</c:v>
                </c:pt>
                <c:pt idx="2365">
                  <c:v>1293.0563192668492</c:v>
                </c:pt>
                <c:pt idx="2366">
                  <c:v>1292.1332896574293</c:v>
                </c:pt>
                <c:pt idx="2367">
                  <c:v>1291.2113766530806</c:v>
                </c:pt>
                <c:pt idx="2368">
                  <c:v>1290.2905950104712</c:v>
                </c:pt>
                <c:pt idx="2369">
                  <c:v>1289.3709592749783</c:v>
                </c:pt>
                <c:pt idx="2370">
                  <c:v>1288.4524837827187</c:v>
                </c:pt>
                <c:pt idx="2371">
                  <c:v>1287.535182662675</c:v>
                </c:pt>
                <c:pt idx="2372">
                  <c:v>1286.6190698387657</c:v>
                </c:pt>
                <c:pt idx="2373">
                  <c:v>1285.7041590318699</c:v>
                </c:pt>
                <c:pt idx="2374">
                  <c:v>1284.7904637618869</c:v>
                </c:pt>
                <c:pt idx="2375">
                  <c:v>1283.8779973497396</c:v>
                </c:pt>
                <c:pt idx="2376">
                  <c:v>1282.9667729193382</c:v>
                </c:pt>
                <c:pt idx="2377">
                  <c:v>1282.0568033996235</c:v>
                </c:pt>
                <c:pt idx="2378">
                  <c:v>1281.148101526448</c:v>
                </c:pt>
                <c:pt idx="2379">
                  <c:v>1280.2406798445593</c:v>
                </c:pt>
                <c:pt idx="2380">
                  <c:v>1279.3345507095216</c:v>
                </c:pt>
                <c:pt idx="2381">
                  <c:v>1278.4297262896071</c:v>
                </c:pt>
                <c:pt idx="2382">
                  <c:v>1277.5262185676638</c:v>
                </c:pt>
                <c:pt idx="2383">
                  <c:v>1276.6240393430326</c:v>
                </c:pt>
                <c:pt idx="2384">
                  <c:v>1275.7232002333549</c:v>
                </c:pt>
                <c:pt idx="2385">
                  <c:v>1274.8237126764332</c:v>
                </c:pt>
                <c:pt idx="2386">
                  <c:v>1273.925587932041</c:v>
                </c:pt>
                <c:pt idx="2387">
                  <c:v>1273.0288370837104</c:v>
                </c:pt>
                <c:pt idx="2388">
                  <c:v>1272.1334710405374</c:v>
                </c:pt>
                <c:pt idx="2389">
                  <c:v>1271.2395005389405</c:v>
                </c:pt>
                <c:pt idx="2390">
                  <c:v>1270.3469361444065</c:v>
                </c:pt>
                <c:pt idx="2391">
                  <c:v>1269.4557882532454</c:v>
                </c:pt>
                <c:pt idx="2392">
                  <c:v>1268.5660670942918</c:v>
                </c:pt>
                <c:pt idx="2393">
                  <c:v>1267.677782730605</c:v>
                </c:pt>
                <c:pt idx="2394">
                  <c:v>1266.7909450611792</c:v>
                </c:pt>
                <c:pt idx="2395">
                  <c:v>1265.9055638225984</c:v>
                </c:pt>
                <c:pt idx="2396">
                  <c:v>1265.0216485907035</c:v>
                </c:pt>
                <c:pt idx="2397">
                  <c:v>1264.1392087822198</c:v>
                </c:pt>
                <c:pt idx="2398">
                  <c:v>1263.2582536564028</c:v>
                </c:pt>
                <c:pt idx="2399">
                  <c:v>1262.3787923166385</c:v>
                </c:pt>
                <c:pt idx="2400">
                  <c:v>1261.5008337120491</c:v>
                </c:pt>
                <c:pt idx="2401">
                  <c:v>1260.6243866390591</c:v>
                </c:pt>
                <c:pt idx="2402">
                  <c:v>1259.7494597429732</c:v>
                </c:pt>
                <c:pt idx="2403">
                  <c:v>1258.876061519547</c:v>
                </c:pt>
                <c:pt idx="2404">
                  <c:v>1258.0042003164888</c:v>
                </c:pt>
                <c:pt idx="2405">
                  <c:v>1257.1338843350168</c:v>
                </c:pt>
                <c:pt idx="2406">
                  <c:v>1256.2651216313627</c:v>
                </c:pt>
                <c:pt idx="2407">
                  <c:v>1255.3979201182465</c:v>
                </c:pt>
                <c:pt idx="2408">
                  <c:v>1254.5322875663994</c:v>
                </c:pt>
                <c:pt idx="2409">
                  <c:v>1253.668231605983</c:v>
                </c:pt>
                <c:pt idx="2410">
                  <c:v>1252.8057597281045</c:v>
                </c:pt>
                <c:pt idx="2411">
                  <c:v>1251.9448792862147</c:v>
                </c:pt>
                <c:pt idx="2412">
                  <c:v>1251.0855974975418</c:v>
                </c:pt>
                <c:pt idx="2413">
                  <c:v>1250.2279214445339</c:v>
                </c:pt>
                <c:pt idx="2414">
                  <c:v>1249.3718580762356</c:v>
                </c:pt>
                <c:pt idx="2415">
                  <c:v>1248.5174142096848</c:v>
                </c:pt>
                <c:pt idx="2416">
                  <c:v>1247.6645965312982</c:v>
                </c:pt>
                <c:pt idx="2417">
                  <c:v>1246.8134115982182</c:v>
                </c:pt>
                <c:pt idx="2418">
                  <c:v>1245.9638658397057</c:v>
                </c:pt>
                <c:pt idx="2419">
                  <c:v>1245.1159655584149</c:v>
                </c:pt>
                <c:pt idx="2420">
                  <c:v>1244.2697169317819</c:v>
                </c:pt>
                <c:pt idx="2421">
                  <c:v>1243.4251260133015</c:v>
                </c:pt>
                <c:pt idx="2422">
                  <c:v>1242.5821987338425</c:v>
                </c:pt>
                <c:pt idx="2423">
                  <c:v>1241.7409409029458</c:v>
                </c:pt>
                <c:pt idx="2424">
                  <c:v>1240.9013582100949</c:v>
                </c:pt>
                <c:pt idx="2425">
                  <c:v>1240.0634562259722</c:v>
                </c:pt>
                <c:pt idx="2426">
                  <c:v>1239.2272404037403</c:v>
                </c:pt>
                <c:pt idx="2427">
                  <c:v>1238.3927160802625</c:v>
                </c:pt>
                <c:pt idx="2428">
                  <c:v>1237.5598884773433</c:v>
                </c:pt>
                <c:pt idx="2429">
                  <c:v>1236.7287627029575</c:v>
                </c:pt>
                <c:pt idx="2430">
                  <c:v>1235.89934375244</c:v>
                </c:pt>
                <c:pt idx="2431">
                  <c:v>1235.0716365097053</c:v>
                </c:pt>
                <c:pt idx="2432">
                  <c:v>1234.2456457484254</c:v>
                </c:pt>
                <c:pt idx="2433">
                  <c:v>1233.421376133198</c:v>
                </c:pt>
                <c:pt idx="2434">
                  <c:v>1232.5988322207247</c:v>
                </c:pt>
                <c:pt idx="2435">
                  <c:v>1231.7780184609589</c:v>
                </c:pt>
                <c:pt idx="2436">
                  <c:v>1230.9589391982454</c:v>
                </c:pt>
                <c:pt idx="2437">
                  <c:v>1230.1415986724808</c:v>
                </c:pt>
                <c:pt idx="2438">
                  <c:v>1229.3260010201848</c:v>
                </c:pt>
                <c:pt idx="2439">
                  <c:v>1228.512150275671</c:v>
                </c:pt>
                <c:pt idx="2440">
                  <c:v>1227.7000503720908</c:v>
                </c:pt>
                <c:pt idx="2441">
                  <c:v>1226.8897051425859</c:v>
                </c:pt>
                <c:pt idx="2442">
                  <c:v>1226.0811183213104</c:v>
                </c:pt>
                <c:pt idx="2443">
                  <c:v>1225.2742935445615</c:v>
                </c:pt>
                <c:pt idx="2444">
                  <c:v>1224.4692343517697</c:v>
                </c:pt>
                <c:pt idx="2445">
                  <c:v>1223.6659441866366</c:v>
                </c:pt>
                <c:pt idx="2446">
                  <c:v>1222.8644263980973</c:v>
                </c:pt>
                <c:pt idx="2447">
                  <c:v>1222.0646842414089</c:v>
                </c:pt>
                <c:pt idx="2448">
                  <c:v>1221.2667208791306</c:v>
                </c:pt>
                <c:pt idx="2449">
                  <c:v>1220.4705393821807</c:v>
                </c:pt>
                <c:pt idx="2450">
                  <c:v>1219.6761427307979</c:v>
                </c:pt>
                <c:pt idx="2451">
                  <c:v>1218.8835338155691</c:v>
                </c:pt>
                <c:pt idx="2452">
                  <c:v>1218.0927154383937</c:v>
                </c:pt>
                <c:pt idx="2453">
                  <c:v>1217.3036903134637</c:v>
                </c:pt>
                <c:pt idx="2454">
                  <c:v>1216.5164610682411</c:v>
                </c:pt>
                <c:pt idx="2455">
                  <c:v>1215.7310302444143</c:v>
                </c:pt>
                <c:pt idx="2456">
                  <c:v>1214.9474002988211</c:v>
                </c:pt>
                <c:pt idx="2457">
                  <c:v>1214.1655736044288</c:v>
                </c:pt>
                <c:pt idx="2458">
                  <c:v>1213.3855524512269</c:v>
                </c:pt>
                <c:pt idx="2459">
                  <c:v>1212.6073390471893</c:v>
                </c:pt>
                <c:pt idx="2460">
                  <c:v>1211.8309355191552</c:v>
                </c:pt>
                <c:pt idx="2461">
                  <c:v>1211.0563439137381</c:v>
                </c:pt>
                <c:pt idx="2462">
                  <c:v>1210.283566198251</c:v>
                </c:pt>
                <c:pt idx="2463">
                  <c:v>1209.5126042615682</c:v>
                </c:pt>
                <c:pt idx="2464">
                  <c:v>1208.7434599150029</c:v>
                </c:pt>
                <c:pt idx="2465">
                  <c:v>1207.9761348932186</c:v>
                </c:pt>
                <c:pt idx="2466">
                  <c:v>1207.2106308550174</c:v>
                </c:pt>
                <c:pt idx="2467">
                  <c:v>1206.4469493842864</c:v>
                </c:pt>
                <c:pt idx="2468">
                  <c:v>1205.6850919907806</c:v>
                </c:pt>
                <c:pt idx="2469">
                  <c:v>1204.9250601109854</c:v>
                </c:pt>
                <c:pt idx="2470">
                  <c:v>1204.1668551089508</c:v>
                </c:pt>
                <c:pt idx="2471">
                  <c:v>1203.4104782771151</c:v>
                </c:pt>
                <c:pt idx="2472">
                  <c:v>1202.6559308371027</c:v>
                </c:pt>
                <c:pt idx="2473">
                  <c:v>1201.903213940566</c:v>
                </c:pt>
                <c:pt idx="2474">
                  <c:v>1201.1523286699664</c:v>
                </c:pt>
                <c:pt idx="2475">
                  <c:v>1200.4032760393536</c:v>
                </c:pt>
                <c:pt idx="2476">
                  <c:v>1199.6560569951903</c:v>
                </c:pt>
                <c:pt idx="2477">
                  <c:v>1198.9106724171063</c:v>
                </c:pt>
                <c:pt idx="2478">
                  <c:v>1198.167123118651</c:v>
                </c:pt>
                <c:pt idx="2479">
                  <c:v>1197.4254098481033</c:v>
                </c:pt>
                <c:pt idx="2480">
                  <c:v>1196.6855332892083</c:v>
                </c:pt>
                <c:pt idx="2481">
                  <c:v>1195.9474940619011</c:v>
                </c:pt>
                <c:pt idx="2482">
                  <c:v>1195.2112927230914</c:v>
                </c:pt>
                <c:pt idx="2483">
                  <c:v>1194.4769297673697</c:v>
                </c:pt>
                <c:pt idx="2484">
                  <c:v>1193.7444056277598</c:v>
                </c:pt>
                <c:pt idx="2485">
                  <c:v>1193.0137206764164</c:v>
                </c:pt>
                <c:pt idx="2486">
                  <c:v>1192.2848752253544</c:v>
                </c:pt>
                <c:pt idx="2487">
                  <c:v>1191.5578695271552</c:v>
                </c:pt>
                <c:pt idx="2488">
                  <c:v>1190.8327037756669</c:v>
                </c:pt>
                <c:pt idx="2489">
                  <c:v>1190.1093781067054</c:v>
                </c:pt>
                <c:pt idx="2490">
                  <c:v>1189.3878925987394</c:v>
                </c:pt>
                <c:pt idx="2491">
                  <c:v>1188.6682472735565</c:v>
                </c:pt>
                <c:pt idx="2492">
                  <c:v>1187.950442096969</c:v>
                </c:pt>
                <c:pt idx="2493">
                  <c:v>1187.234476979469</c:v>
                </c:pt>
                <c:pt idx="2494">
                  <c:v>1186.5203517768662</c:v>
                </c:pt>
                <c:pt idx="2495">
                  <c:v>1185.808066290992</c:v>
                </c:pt>
                <c:pt idx="2496">
                  <c:v>1185.0976202703166</c:v>
                </c:pt>
                <c:pt idx="2497">
                  <c:v>1184.389013410602</c:v>
                </c:pt>
                <c:pt idx="2498">
                  <c:v>1183.6822453555285</c:v>
                </c:pt>
                <c:pt idx="2499">
                  <c:v>1182.9773156973631</c:v>
                </c:pt>
                <c:pt idx="2500">
                  <c:v>1182.274223977533</c:v>
                </c:pt>
                <c:pt idx="2501">
                  <c:v>1181.5729696872854</c:v>
                </c:pt>
                <c:pt idx="2502">
                  <c:v>1180.8735522682925</c:v>
                </c:pt>
                <c:pt idx="2503">
                  <c:v>1180.1759711132477</c:v>
                </c:pt>
                <c:pt idx="2504">
                  <c:v>1179.4802255664797</c:v>
                </c:pt>
                <c:pt idx="2505">
                  <c:v>1178.7863149245386</c:v>
                </c:pt>
                <c:pt idx="2506">
                  <c:v>1178.0942384368027</c:v>
                </c:pt>
                <c:pt idx="2507">
                  <c:v>1177.4039953060451</c:v>
                </c:pt>
                <c:pt idx="2508">
                  <c:v>1176.7155846890262</c:v>
                </c:pt>
                <c:pt idx="2509">
                  <c:v>1176.0290056970691</c:v>
                </c:pt>
                <c:pt idx="2510">
                  <c:v>1175.3442573966217</c:v>
                </c:pt>
                <c:pt idx="2511">
                  <c:v>1174.6613388098078</c:v>
                </c:pt>
                <c:pt idx="2512">
                  <c:v>1173.9802489150181</c:v>
                </c:pt>
                <c:pt idx="2513">
                  <c:v>1173.3009866474254</c:v>
                </c:pt>
                <c:pt idx="2514">
                  <c:v>1172.6235508995617</c:v>
                </c:pt>
                <c:pt idx="2515">
                  <c:v>1171.9479405218358</c:v>
                </c:pt>
                <c:pt idx="2516">
                  <c:v>1171.2741543230952</c:v>
                </c:pt>
                <c:pt idx="2517">
                  <c:v>1170.6021910711313</c:v>
                </c:pt>
                <c:pt idx="2518">
                  <c:v>1169.9320494932185</c:v>
                </c:pt>
                <c:pt idx="2519">
                  <c:v>1169.2637282766414</c:v>
                </c:pt>
                <c:pt idx="2520">
                  <c:v>1168.5972260691967</c:v>
                </c:pt>
                <c:pt idx="2521">
                  <c:v>1167.932541479727</c:v>
                </c:pt>
                <c:pt idx="2522">
                  <c:v>1167.2696730785933</c:v>
                </c:pt>
                <c:pt idx="2523">
                  <c:v>1166.6086193982158</c:v>
                </c:pt>
                <c:pt idx="2524">
                  <c:v>1165.9493789335188</c:v>
                </c:pt>
                <c:pt idx="2525">
                  <c:v>1165.2919501424919</c:v>
                </c:pt>
                <c:pt idx="2526">
                  <c:v>1164.6363314466</c:v>
                </c:pt>
                <c:pt idx="2527">
                  <c:v>1163.982521231346</c:v>
                </c:pt>
                <c:pt idx="2528">
                  <c:v>1163.330517846668</c:v>
                </c:pt>
                <c:pt idx="2529">
                  <c:v>1162.6803196074727</c:v>
                </c:pt>
                <c:pt idx="2530">
                  <c:v>1162.0319247940733</c:v>
                </c:pt>
                <c:pt idx="2531">
                  <c:v>1161.3853316526681</c:v>
                </c:pt>
                <c:pt idx="2532">
                  <c:v>1160.740538395793</c:v>
                </c:pt>
                <c:pt idx="2533">
                  <c:v>1160.0975432027608</c:v>
                </c:pt>
                <c:pt idx="2534">
                  <c:v>1159.4563442201534</c:v>
                </c:pt>
                <c:pt idx="2535">
                  <c:v>1158.8169395622269</c:v>
                </c:pt>
                <c:pt idx="2536">
                  <c:v>1158.1793273113617</c:v>
                </c:pt>
                <c:pt idx="2537">
                  <c:v>1157.5435055185239</c:v>
                </c:pt>
                <c:pt idx="2538">
                  <c:v>1156.9094722036673</c:v>
                </c:pt>
                <c:pt idx="2539">
                  <c:v>1156.2772253561811</c:v>
                </c:pt>
                <c:pt idx="2540">
                  <c:v>1155.6467629353051</c:v>
                </c:pt>
                <c:pt idx="2541">
                  <c:v>1155.0180828705556</c:v>
                </c:pt>
                <c:pt idx="2542">
                  <c:v>1154.3911830621494</c:v>
                </c:pt>
                <c:pt idx="2543">
                  <c:v>1153.7660613813878</c:v>
                </c:pt>
                <c:pt idx="2544">
                  <c:v>1153.1427156711063</c:v>
                </c:pt>
                <c:pt idx="2545">
                  <c:v>1152.5211437460357</c:v>
                </c:pt>
                <c:pt idx="2546">
                  <c:v>1151.9013433932346</c:v>
                </c:pt>
                <c:pt idx="2547">
                  <c:v>1151.2833123724629</c:v>
                </c:pt>
                <c:pt idx="2548">
                  <c:v>1150.6670484166054</c:v>
                </c:pt>
                <c:pt idx="2549">
                  <c:v>1150.0525492320151</c:v>
                </c:pt>
                <c:pt idx="2550">
                  <c:v>1149.4398124989427</c:v>
                </c:pt>
                <c:pt idx="2551">
                  <c:v>1148.8288358718853</c:v>
                </c:pt>
                <c:pt idx="2552">
                  <c:v>1148.2196169799813</c:v>
                </c:pt>
                <c:pt idx="2553">
                  <c:v>1147.6121534273771</c:v>
                </c:pt>
                <c:pt idx="2554">
                  <c:v>1147.0064427935893</c:v>
                </c:pt>
                <c:pt idx="2555">
                  <c:v>1146.4024826338957</c:v>
                </c:pt>
                <c:pt idx="2556">
                  <c:v>1145.8002704796622</c:v>
                </c:pt>
                <c:pt idx="2557">
                  <c:v>1145.1998038387303</c:v>
                </c:pt>
                <c:pt idx="2558">
                  <c:v>1144.6010801957607</c:v>
                </c:pt>
                <c:pt idx="2559">
                  <c:v>1144.004097012586</c:v>
                </c:pt>
                <c:pt idx="2560">
                  <c:v>1143.4088517285604</c:v>
                </c:pt>
                <c:pt idx="2561">
                  <c:v>1142.8153417609021</c:v>
                </c:pt>
                <c:pt idx="2562">
                  <c:v>1142.2235645050232</c:v>
                </c:pt>
                <c:pt idx="2563">
                  <c:v>1141.6335173349034</c:v>
                </c:pt>
                <c:pt idx="2564">
                  <c:v>1141.0451976033819</c:v>
                </c:pt>
                <c:pt idx="2565">
                  <c:v>1140.4586026425079</c:v>
                </c:pt>
                <c:pt idx="2566">
                  <c:v>1139.8737297638804</c:v>
                </c:pt>
                <c:pt idx="2567">
                  <c:v>1139.2905762589428</c:v>
                </c:pt>
                <c:pt idx="2568">
                  <c:v>1138.7091393993376</c:v>
                </c:pt>
                <c:pt idx="2569">
                  <c:v>1138.1294164371936</c:v>
                </c:pt>
                <c:pt idx="2570">
                  <c:v>1137.551404605462</c:v>
                </c:pt>
                <c:pt idx="2571">
                  <c:v>1136.9751011182161</c:v>
                </c:pt>
                <c:pt idx="2572">
                  <c:v>1136.400503170971</c:v>
                </c:pt>
                <c:pt idx="2573">
                  <c:v>1135.8276079409752</c:v>
                </c:pt>
                <c:pt idx="2574">
                  <c:v>1135.256412587524</c:v>
                </c:pt>
                <c:pt idx="2575">
                  <c:v>1134.6869142522487</c:v>
                </c:pt>
                <c:pt idx="2576">
                  <c:v>1134.1191100594301</c:v>
                </c:pt>
                <c:pt idx="2577">
                  <c:v>1133.55299711626</c:v>
                </c:pt>
                <c:pt idx="2578">
                  <c:v>1132.9885725131774</c:v>
                </c:pt>
                <c:pt idx="2579">
                  <c:v>1132.4258333241014</c:v>
                </c:pt>
                <c:pt idx="2580">
                  <c:v>1131.8647766067702</c:v>
                </c:pt>
                <c:pt idx="2581">
                  <c:v>1131.3053994029672</c:v>
                </c:pt>
                <c:pt idx="2582">
                  <c:v>1130.74769873886</c:v>
                </c:pt>
                <c:pt idx="2583">
                  <c:v>1130.1916716252101</c:v>
                </c:pt>
                <c:pt idx="2584">
                  <c:v>1129.637315057719</c:v>
                </c:pt>
                <c:pt idx="2585">
                  <c:v>1129.0846260172107</c:v>
                </c:pt>
                <c:pt idx="2586">
                  <c:v>1128.5336014699924</c:v>
                </c:pt>
                <c:pt idx="2587">
                  <c:v>1127.9842383680493</c:v>
                </c:pt>
                <c:pt idx="2588">
                  <c:v>1127.4365336493286</c:v>
                </c:pt>
                <c:pt idx="2589">
                  <c:v>1126.8904842380148</c:v>
                </c:pt>
                <c:pt idx="2590">
                  <c:v>1126.3460870447616</c:v>
                </c:pt>
                <c:pt idx="2591">
                  <c:v>1125.8033389669665</c:v>
                </c:pt>
                <c:pt idx="2592">
                  <c:v>1125.2622368890006</c:v>
                </c:pt>
                <c:pt idx="2593">
                  <c:v>1124.7227776824659</c:v>
                </c:pt>
                <c:pt idx="2594">
                  <c:v>1124.1849582064576</c:v>
                </c:pt>
                <c:pt idx="2595">
                  <c:v>1123.6487753077763</c:v>
                </c:pt>
                <c:pt idx="2596">
                  <c:v>1123.1142258212055</c:v>
                </c:pt>
                <c:pt idx="2597">
                  <c:v>1122.5813065697171</c:v>
                </c:pt>
                <c:pt idx="2598">
                  <c:v>1122.0500143647243</c:v>
                </c:pt>
                <c:pt idx="2599">
                  <c:v>1121.5203460063115</c:v>
                </c:pt>
                <c:pt idx="2600">
                  <c:v>1120.9922982834537</c:v>
                </c:pt>
                <c:pt idx="2601">
                  <c:v>1120.4658679742822</c:v>
                </c:pt>
                <c:pt idx="2602">
                  <c:v>1119.941051846263</c:v>
                </c:pt>
                <c:pt idx="2603">
                  <c:v>1119.417846656457</c:v>
                </c:pt>
                <c:pt idx="2604">
                  <c:v>1118.8962491517123</c:v>
                </c:pt>
                <c:pt idx="2605">
                  <c:v>1118.3762560689102</c:v>
                </c:pt>
                <c:pt idx="2606">
                  <c:v>1117.8578641351635</c:v>
                </c:pt>
                <c:pt idx="2607">
                  <c:v>1117.3410700680547</c:v>
                </c:pt>
                <c:pt idx="2608">
                  <c:v>1116.8258705757994</c:v>
                </c:pt>
                <c:pt idx="2609">
                  <c:v>1116.3122623575173</c:v>
                </c:pt>
                <c:pt idx="2610">
                  <c:v>1115.8002421034</c:v>
                </c:pt>
                <c:pt idx="2611">
                  <c:v>1115.2898064949325</c:v>
                </c:pt>
                <c:pt idx="2612">
                  <c:v>1114.7809522050795</c:v>
                </c:pt>
                <c:pt idx="2613">
                  <c:v>1114.2736758985066</c:v>
                </c:pt>
                <c:pt idx="2614">
                  <c:v>1113.7679742317757</c:v>
                </c:pt>
                <c:pt idx="2615">
                  <c:v>1113.2638438535428</c:v>
                </c:pt>
                <c:pt idx="2616">
                  <c:v>1112.7612814047247</c:v>
                </c:pt>
                <c:pt idx="2617">
                  <c:v>1112.2602835187483</c:v>
                </c:pt>
                <c:pt idx="2618">
                  <c:v>1111.7608468216681</c:v>
                </c:pt>
                <c:pt idx="2619">
                  <c:v>1111.2629679324391</c:v>
                </c:pt>
                <c:pt idx="2620">
                  <c:v>1110.7666434630319</c:v>
                </c:pt>
                <c:pt idx="2621">
                  <c:v>1110.2718700186433</c:v>
                </c:pt>
                <c:pt idx="2622">
                  <c:v>1109.7786441979042</c:v>
                </c:pt>
                <c:pt idx="2623">
                  <c:v>1109.2869625930059</c:v>
                </c:pt>
                <c:pt idx="2624">
                  <c:v>1108.7968217899381</c:v>
                </c:pt>
                <c:pt idx="2625">
                  <c:v>1108.3082183686106</c:v>
                </c:pt>
                <c:pt idx="2626">
                  <c:v>1107.8211489030857</c:v>
                </c:pt>
                <c:pt idx="2627">
                  <c:v>1107.3356099616858</c:v>
                </c:pt>
                <c:pt idx="2628">
                  <c:v>1106.8515981072283</c:v>
                </c:pt>
                <c:pt idx="2629">
                  <c:v>1106.3691098971508</c:v>
                </c:pt>
                <c:pt idx="2630">
                  <c:v>1105.8881418836934</c:v>
                </c:pt>
                <c:pt idx="2631">
                  <c:v>1105.4086906140724</c:v>
                </c:pt>
                <c:pt idx="2632">
                  <c:v>1104.9307526306213</c:v>
                </c:pt>
                <c:pt idx="2633">
                  <c:v>1104.4543244709923</c:v>
                </c:pt>
                <c:pt idx="2634">
                  <c:v>1103.9794026682596</c:v>
                </c:pt>
                <c:pt idx="2635">
                  <c:v>1103.505983751134</c:v>
                </c:pt>
                <c:pt idx="2636">
                  <c:v>1103.0340642440806</c:v>
                </c:pt>
                <c:pt idx="2637">
                  <c:v>1102.5636406674957</c:v>
                </c:pt>
                <c:pt idx="2638">
                  <c:v>1102.0947095378488</c:v>
                </c:pt>
                <c:pt idx="2639">
                  <c:v>1101.627267367842</c:v>
                </c:pt>
                <c:pt idx="2640">
                  <c:v>1101.1613106665495</c:v>
                </c:pt>
                <c:pt idx="2641">
                  <c:v>1100.6968359395819</c:v>
                </c:pt>
                <c:pt idx="2642">
                  <c:v>1100.2338396892092</c:v>
                </c:pt>
                <c:pt idx="2643">
                  <c:v>1099.7723184145216</c:v>
                </c:pt>
                <c:pt idx="2644">
                  <c:v>1099.3122686115769</c:v>
                </c:pt>
                <c:pt idx="2645">
                  <c:v>1098.8536867735374</c:v>
                </c:pt>
                <c:pt idx="2646">
                  <c:v>1098.3965693907878</c:v>
                </c:pt>
                <c:pt idx="2647">
                  <c:v>1097.9409129511223</c:v>
                </c:pt>
                <c:pt idx="2648">
                  <c:v>1097.4867139398286</c:v>
                </c:pt>
                <c:pt idx="2649">
                  <c:v>1097.0339688398612</c:v>
                </c:pt>
                <c:pt idx="2650">
                  <c:v>1096.582674131949</c:v>
                </c:pt>
                <c:pt idx="2651">
                  <c:v>1096.1328262947563</c:v>
                </c:pt>
                <c:pt idx="2652">
                  <c:v>1095.6844218049794</c:v>
                </c:pt>
                <c:pt idx="2653">
                  <c:v>1095.2374571375028</c:v>
                </c:pt>
                <c:pt idx="2654">
                  <c:v>1094.7919287655218</c:v>
                </c:pt>
                <c:pt idx="2655">
                  <c:v>1094.34783316066</c:v>
                </c:pt>
                <c:pt idx="2656">
                  <c:v>1093.9051667930819</c:v>
                </c:pt>
                <c:pt idx="2657">
                  <c:v>1093.46392613167</c:v>
                </c:pt>
                <c:pt idx="2658">
                  <c:v>1093.0241076440732</c:v>
                </c:pt>
                <c:pt idx="2659">
                  <c:v>1092.5857077968815</c:v>
                </c:pt>
                <c:pt idx="2660">
                  <c:v>1092.1487230557329</c:v>
                </c:pt>
                <c:pt idx="2661">
                  <c:v>1091.7131498854174</c:v>
                </c:pt>
                <c:pt idx="2662">
                  <c:v>1091.2789847499928</c:v>
                </c:pt>
                <c:pt idx="2663">
                  <c:v>1090.8462241129291</c:v>
                </c:pt>
                <c:pt idx="2664">
                  <c:v>1090.4148644371935</c:v>
                </c:pt>
                <c:pt idx="2665">
                  <c:v>1089.9849021853643</c:v>
                </c:pt>
                <c:pt idx="2666">
                  <c:v>1089.5563338197564</c:v>
                </c:pt>
                <c:pt idx="2667">
                  <c:v>1089.1291558025132</c:v>
                </c:pt>
                <c:pt idx="2668">
                  <c:v>1088.7033645957486</c:v>
                </c:pt>
                <c:pt idx="2669">
                  <c:v>1088.2789566616088</c:v>
                </c:pt>
                <c:pt idx="2670">
                  <c:v>1087.8559284624098</c:v>
                </c:pt>
                <c:pt idx="2671">
                  <c:v>1087.434276460727</c:v>
                </c:pt>
                <c:pt idx="2672">
                  <c:v>1087.0139971195038</c:v>
                </c:pt>
                <c:pt idx="2673">
                  <c:v>1086.5950869021697</c:v>
                </c:pt>
                <c:pt idx="2674">
                  <c:v>1086.1775422726976</c:v>
                </c:pt>
                <c:pt idx="2675">
                  <c:v>1085.7613596957642</c:v>
                </c:pt>
                <c:pt idx="2676">
                  <c:v>1085.3465356367847</c:v>
                </c:pt>
                <c:pt idx="2677">
                  <c:v>1084.9330665620612</c:v>
                </c:pt>
                <c:pt idx="2678">
                  <c:v>1084.5209489388537</c:v>
                </c:pt>
                <c:pt idx="2679">
                  <c:v>1084.1101792354764</c:v>
                </c:pt>
                <c:pt idx="2680">
                  <c:v>1083.7007539213964</c:v>
                </c:pt>
                <c:pt idx="2681">
                  <c:v>1083.2926694673276</c:v>
                </c:pt>
                <c:pt idx="2682">
                  <c:v>1082.8859223453203</c:v>
                </c:pt>
                <c:pt idx="2683">
                  <c:v>1082.4805090288417</c:v>
                </c:pt>
                <c:pt idx="2684">
                  <c:v>1082.0764259928915</c:v>
                </c:pt>
                <c:pt idx="2685">
                  <c:v>1081.6736697140552</c:v>
                </c:pt>
                <c:pt idx="2686">
                  <c:v>1081.2722366706153</c:v>
                </c:pt>
                <c:pt idx="2687">
                  <c:v>1080.8721233426381</c:v>
                </c:pt>
                <c:pt idx="2688">
                  <c:v>1080.4733262120426</c:v>
                </c:pt>
                <c:pt idx="2689">
                  <c:v>1080.0758417626962</c:v>
                </c:pt>
                <c:pt idx="2690">
                  <c:v>1079.6796664804974</c:v>
                </c:pt>
                <c:pt idx="2691">
                  <c:v>1079.2847968534497</c:v>
                </c:pt>
                <c:pt idx="2692">
                  <c:v>1078.8912293717437</c:v>
                </c:pt>
                <c:pt idx="2693">
                  <c:v>1078.4989605278433</c:v>
                </c:pt>
                <c:pt idx="2694">
                  <c:v>1078.1079868165773</c:v>
                </c:pt>
                <c:pt idx="2695">
                  <c:v>1077.7183047351755</c:v>
                </c:pt>
                <c:pt idx="2696">
                  <c:v>1077.329910783388</c:v>
                </c:pt>
                <c:pt idx="2697">
                  <c:v>1076.9428014635407</c:v>
                </c:pt>
                <c:pt idx="2698">
                  <c:v>1076.5569732805993</c:v>
                </c:pt>
                <c:pt idx="2699">
                  <c:v>1076.1724227422883</c:v>
                </c:pt>
                <c:pt idx="2700">
                  <c:v>1075.7891463590952</c:v>
                </c:pt>
                <c:pt idx="2701">
                  <c:v>1075.4071406444079</c:v>
                </c:pt>
                <c:pt idx="2702">
                  <c:v>1075.0264021145415</c:v>
                </c:pt>
                <c:pt idx="2703">
                  <c:v>1074.646927288833</c:v>
                </c:pt>
                <c:pt idx="2704">
                  <c:v>1074.2687126896953</c:v>
                </c:pt>
                <c:pt idx="2705">
                  <c:v>1073.8917548426982</c:v>
                </c:pt>
                <c:pt idx="2706">
                  <c:v>1073.516050276625</c:v>
                </c:pt>
                <c:pt idx="2707">
                  <c:v>1073.1415955235395</c:v>
                </c:pt>
                <c:pt idx="2708">
                  <c:v>1072.7683871188588</c:v>
                </c:pt>
                <c:pt idx="2709">
                  <c:v>1072.3964216014213</c:v>
                </c:pt>
                <c:pt idx="2710">
                  <c:v>1072.0256955135283</c:v>
                </c:pt>
                <c:pt idx="2711">
                  <c:v>1071.6562054010271</c:v>
                </c:pt>
                <c:pt idx="2712">
                  <c:v>1071.2879478133698</c:v>
                </c:pt>
                <c:pt idx="2713">
                  <c:v>1070.9209193036761</c:v>
                </c:pt>
                <c:pt idx="2714">
                  <c:v>1070.5551164287886</c:v>
                </c:pt>
                <c:pt idx="2715">
                  <c:v>1070.1905357493174</c:v>
                </c:pt>
                <c:pt idx="2716">
                  <c:v>1069.8271738297449</c:v>
                </c:pt>
                <c:pt idx="2717">
                  <c:v>1069.465027238419</c:v>
                </c:pt>
                <c:pt idx="2718">
                  <c:v>1069.10409254767</c:v>
                </c:pt>
                <c:pt idx="2719">
                  <c:v>1068.7443663338368</c:v>
                </c:pt>
                <c:pt idx="2720">
                  <c:v>1068.3858451773233</c:v>
                </c:pt>
                <c:pt idx="2721">
                  <c:v>1068.0285256626541</c:v>
                </c:pt>
                <c:pt idx="2722">
                  <c:v>1067.6724043785457</c:v>
                </c:pt>
                <c:pt idx="2723">
                  <c:v>1067.3174779179265</c:v>
                </c:pt>
                <c:pt idx="2724">
                  <c:v>1066.9637428780111</c:v>
                </c:pt>
                <c:pt idx="2725">
                  <c:v>1066.6111958603769</c:v>
                </c:pt>
                <c:pt idx="2726">
                  <c:v>1066.2598334709419</c:v>
                </c:pt>
                <c:pt idx="2727">
                  <c:v>1065.909652320104</c:v>
                </c:pt>
                <c:pt idx="2728">
                  <c:v>1065.5606490227074</c:v>
                </c:pt>
                <c:pt idx="2729">
                  <c:v>1065.2128201981666</c:v>
                </c:pt>
                <c:pt idx="2730">
                  <c:v>1064.8661624704564</c:v>
                </c:pt>
                <c:pt idx="2731">
                  <c:v>1064.5206724681793</c:v>
                </c:pt>
                <c:pt idx="2732">
                  <c:v>1064.1763468246327</c:v>
                </c:pt>
                <c:pt idx="2733">
                  <c:v>1063.833182177812</c:v>
                </c:pt>
                <c:pt idx="2734">
                  <c:v>1063.491175170499</c:v>
                </c:pt>
                <c:pt idx="2735">
                  <c:v>1063.1503224502917</c:v>
                </c:pt>
                <c:pt idx="2736">
                  <c:v>1062.8106206696189</c:v>
                </c:pt>
                <c:pt idx="2737">
                  <c:v>1062.4720664858344</c:v>
                </c:pt>
                <c:pt idx="2738">
                  <c:v>1062.13465656121</c:v>
                </c:pt>
                <c:pt idx="2739">
                  <c:v>1061.7983875630293</c:v>
                </c:pt>
                <c:pt idx="2740">
                  <c:v>1061.4632561635783</c:v>
                </c:pt>
                <c:pt idx="2741">
                  <c:v>1061.1292590402156</c:v>
                </c:pt>
                <c:pt idx="2742">
                  <c:v>1060.7963928754</c:v>
                </c:pt>
                <c:pt idx="2743">
                  <c:v>1060.4646543567565</c:v>
                </c:pt>
                <c:pt idx="2744">
                  <c:v>1060.1340401770703</c:v>
                </c:pt>
                <c:pt idx="2745">
                  <c:v>1059.8045470343545</c:v>
                </c:pt>
                <c:pt idx="2746">
                  <c:v>1059.4761716318874</c:v>
                </c:pt>
                <c:pt idx="2747">
                  <c:v>1059.1489106782365</c:v>
                </c:pt>
                <c:pt idx="2748">
                  <c:v>1058.8227608873121</c:v>
                </c:pt>
                <c:pt idx="2749">
                  <c:v>1058.4977189783763</c:v>
                </c:pt>
                <c:pt idx="2750">
                  <c:v>1058.1737816761179</c:v>
                </c:pt>
                <c:pt idx="2751">
                  <c:v>1057.8509457106406</c:v>
                </c:pt>
                <c:pt idx="2752">
                  <c:v>1057.5292078175357</c:v>
                </c:pt>
                <c:pt idx="2753">
                  <c:v>1057.2085647378944</c:v>
                </c:pt>
                <c:pt idx="2754">
                  <c:v>1056.889013218341</c:v>
                </c:pt>
                <c:pt idx="2755">
                  <c:v>1056.5705500110864</c:v>
                </c:pt>
                <c:pt idx="2756">
                  <c:v>1056.2531718739308</c:v>
                </c:pt>
                <c:pt idx="2757">
                  <c:v>1055.936875570309</c:v>
                </c:pt>
                <c:pt idx="2758">
                  <c:v>1055.6216578693197</c:v>
                </c:pt>
                <c:pt idx="2759">
                  <c:v>1055.3075155457709</c:v>
                </c:pt>
                <c:pt idx="2760">
                  <c:v>1054.99444538018</c:v>
                </c:pt>
                <c:pt idx="2761">
                  <c:v>1054.6824441588178</c:v>
                </c:pt>
                <c:pt idx="2762">
                  <c:v>1054.371508673737</c:v>
                </c:pt>
                <c:pt idx="2763">
                  <c:v>1054.0616357228121</c:v>
                </c:pt>
                <c:pt idx="2764">
                  <c:v>1053.7528221097482</c:v>
                </c:pt>
                <c:pt idx="2765">
                  <c:v>1053.4450646441176</c:v>
                </c:pt>
                <c:pt idx="2766">
                  <c:v>1053.1383601413645</c:v>
                </c:pt>
                <c:pt idx="2767">
                  <c:v>1052.832705422886</c:v>
                </c:pt>
                <c:pt idx="2768">
                  <c:v>1052.528097315985</c:v>
                </c:pt>
                <c:pt idx="2769">
                  <c:v>1052.2245326539658</c:v>
                </c:pt>
                <c:pt idx="2770">
                  <c:v>1051.9220082761051</c:v>
                </c:pt>
                <c:pt idx="2771">
                  <c:v>1051.6205210277046</c:v>
                </c:pt>
                <c:pt idx="2772">
                  <c:v>1051.3200677600923</c:v>
                </c:pt>
                <c:pt idx="2773">
                  <c:v>1051.0206453306839</c:v>
                </c:pt>
                <c:pt idx="2774">
                  <c:v>1050.7222506029648</c:v>
                </c:pt>
                <c:pt idx="2775">
                  <c:v>1050.4248804465321</c:v>
                </c:pt>
                <c:pt idx="2776">
                  <c:v>1050.1285317371257</c:v>
                </c:pt>
                <c:pt idx="2777">
                  <c:v>1049.8332013566137</c:v>
                </c:pt>
                <c:pt idx="2778">
                  <c:v>1049.5388861930523</c:v>
                </c:pt>
                <c:pt idx="2779">
                  <c:v>1049.2455831407069</c:v>
                </c:pt>
                <c:pt idx="2780">
                  <c:v>1048.9532891000258</c:v>
                </c:pt>
                <c:pt idx="2781">
                  <c:v>1048.6620009777121</c:v>
                </c:pt>
                <c:pt idx="2782">
                  <c:v>1048.3717156867217</c:v>
                </c:pt>
                <c:pt idx="2783">
                  <c:v>1048.0824301462642</c:v>
                </c:pt>
                <c:pt idx="2784">
                  <c:v>1047.794141281857</c:v>
                </c:pt>
                <c:pt idx="2785">
                  <c:v>1047.5068460253285</c:v>
                </c:pt>
                <c:pt idx="2786">
                  <c:v>1047.2205413148135</c:v>
                </c:pt>
                <c:pt idx="2787">
                  <c:v>1046.9352240948197</c:v>
                </c:pt>
                <c:pt idx="2788">
                  <c:v>1046.6508913161783</c:v>
                </c:pt>
                <c:pt idx="2789">
                  <c:v>1046.3675399361296</c:v>
                </c:pt>
                <c:pt idx="2790">
                  <c:v>1046.0851669182966</c:v>
                </c:pt>
                <c:pt idx="2791">
                  <c:v>1045.8037692326971</c:v>
                </c:pt>
                <c:pt idx="2792">
                  <c:v>1045.5233438557912</c:v>
                </c:pt>
                <c:pt idx="2793">
                  <c:v>1045.2438877704719</c:v>
                </c:pt>
                <c:pt idx="2794">
                  <c:v>1044.965397966085</c:v>
                </c:pt>
                <c:pt idx="2795">
                  <c:v>1044.6878714384347</c:v>
                </c:pt>
                <c:pt idx="2796">
                  <c:v>1044.411305189818</c:v>
                </c:pt>
                <c:pt idx="2797">
                  <c:v>1044.1356962290358</c:v>
                </c:pt>
                <c:pt idx="2798">
                  <c:v>1043.8610415713695</c:v>
                </c:pt>
                <c:pt idx="2799">
                  <c:v>1043.5873382386428</c:v>
                </c:pt>
                <c:pt idx="2800">
                  <c:v>1043.3145832592159</c:v>
                </c:pt>
                <c:pt idx="2801">
                  <c:v>1043.0427736679692</c:v>
                </c:pt>
                <c:pt idx="2802">
                  <c:v>1042.7719065063736</c:v>
                </c:pt>
                <c:pt idx="2803">
                  <c:v>1042.501978822447</c:v>
                </c:pt>
                <c:pt idx="2804">
                  <c:v>1042.2329876707847</c:v>
                </c:pt>
                <c:pt idx="2805">
                  <c:v>1041.964930112583</c:v>
                </c:pt>
                <c:pt idx="2806">
                  <c:v>1041.6978032156426</c:v>
                </c:pt>
                <c:pt idx="2807">
                  <c:v>1041.4316040543679</c:v>
                </c:pt>
                <c:pt idx="2808">
                  <c:v>1041.1663297097759</c:v>
                </c:pt>
                <c:pt idx="2809">
                  <c:v>1040.9019772695312</c:v>
                </c:pt>
                <c:pt idx="2810">
                  <c:v>1040.6385438279262</c:v>
                </c:pt>
                <c:pt idx="2811">
                  <c:v>1040.3760264859088</c:v>
                </c:pt>
                <c:pt idx="2812">
                  <c:v>1040.1144223510835</c:v>
                </c:pt>
                <c:pt idx="2813">
                  <c:v>1039.853728537709</c:v>
                </c:pt>
                <c:pt idx="2814">
                  <c:v>1039.5939421667279</c:v>
                </c:pt>
                <c:pt idx="2815">
                  <c:v>1039.3350603657589</c:v>
                </c:pt>
                <c:pt idx="2816">
                  <c:v>1039.077080269117</c:v>
                </c:pt>
                <c:pt idx="2817">
                  <c:v>1038.8199990178066</c:v>
                </c:pt>
                <c:pt idx="2818">
                  <c:v>1038.5638137595381</c:v>
                </c:pt>
                <c:pt idx="2819">
                  <c:v>1038.3085216487159</c:v>
                </c:pt>
                <c:pt idx="2820">
                  <c:v>1038.0541198464716</c:v>
                </c:pt>
                <c:pt idx="2821">
                  <c:v>1037.8006055206697</c:v>
                </c:pt>
                <c:pt idx="2822">
                  <c:v>1037.5479758458764</c:v>
                </c:pt>
                <c:pt idx="2823">
                  <c:v>1037.2962280034078</c:v>
                </c:pt>
                <c:pt idx="2824">
                  <c:v>1037.045359181303</c:v>
                </c:pt>
                <c:pt idx="2825">
                  <c:v>1036.7953665743678</c:v>
                </c:pt>
                <c:pt idx="2826">
                  <c:v>1036.5462473841239</c:v>
                </c:pt>
                <c:pt idx="2827">
                  <c:v>1036.2979988188627</c:v>
                </c:pt>
                <c:pt idx="2828">
                  <c:v>1036.0506180936338</c:v>
                </c:pt>
                <c:pt idx="2829">
                  <c:v>1035.8041024302327</c:v>
                </c:pt>
                <c:pt idx="2830">
                  <c:v>1035.5584490572264</c:v>
                </c:pt>
                <c:pt idx="2831">
                  <c:v>1035.3136552099454</c:v>
                </c:pt>
                <c:pt idx="2832">
                  <c:v>1035.0697181304884</c:v>
                </c:pt>
                <c:pt idx="2833">
                  <c:v>1034.8266350677336</c:v>
                </c:pt>
                <c:pt idx="2834">
                  <c:v>1034.5844032773314</c:v>
                </c:pt>
                <c:pt idx="2835">
                  <c:v>1034.343020021699</c:v>
                </c:pt>
                <c:pt idx="2836">
                  <c:v>1034.1024825700481</c:v>
                </c:pt>
                <c:pt idx="2837">
                  <c:v>1033.8627881983609</c:v>
                </c:pt>
                <c:pt idx="2838">
                  <c:v>1033.6239341894052</c:v>
                </c:pt>
                <c:pt idx="2839">
                  <c:v>1033.3859178327443</c:v>
                </c:pt>
                <c:pt idx="2840">
                  <c:v>1033.14873642471</c:v>
                </c:pt>
                <c:pt idx="2841">
                  <c:v>1032.9123872684363</c:v>
                </c:pt>
                <c:pt idx="2842">
                  <c:v>1032.6768676738357</c:v>
                </c:pt>
                <c:pt idx="2843">
                  <c:v>1032.4421749576147</c:v>
                </c:pt>
                <c:pt idx="2844">
                  <c:v>1032.2083064432659</c:v>
                </c:pt>
                <c:pt idx="2845">
                  <c:v>1031.9752594610761</c:v>
                </c:pt>
                <c:pt idx="2846">
                  <c:v>1031.743031348117</c:v>
                </c:pt>
                <c:pt idx="2847">
                  <c:v>1031.5116194482478</c:v>
                </c:pt>
                <c:pt idx="2848">
                  <c:v>1031.2810211121257</c:v>
                </c:pt>
                <c:pt idx="2849">
                  <c:v>1031.051233697179</c:v>
                </c:pt>
                <c:pt idx="2850">
                  <c:v>1030.8222545676458</c:v>
                </c:pt>
                <c:pt idx="2851">
                  <c:v>1030.5940810945283</c:v>
                </c:pt>
                <c:pt idx="2852">
                  <c:v>1030.3667106556386</c:v>
                </c:pt>
                <c:pt idx="2853">
                  <c:v>1030.140140635549</c:v>
                </c:pt>
                <c:pt idx="2854">
                  <c:v>1029.9143684256319</c:v>
                </c:pt>
                <c:pt idx="2855">
                  <c:v>1029.689391424025</c:v>
                </c:pt>
                <c:pt idx="2856">
                  <c:v>1029.4652070356572</c:v>
                </c:pt>
                <c:pt idx="2857">
                  <c:v>1029.2418126722296</c:v>
                </c:pt>
                <c:pt idx="2858">
                  <c:v>1029.0192057522229</c:v>
                </c:pt>
                <c:pt idx="2859">
                  <c:v>1028.7973837008806</c:v>
                </c:pt>
                <c:pt idx="2860">
                  <c:v>1028.5763439502177</c:v>
                </c:pt>
                <c:pt idx="2861">
                  <c:v>1028.3560839390173</c:v>
                </c:pt>
                <c:pt idx="2862">
                  <c:v>1028.1366011128414</c:v>
                </c:pt>
                <c:pt idx="2863">
                  <c:v>1027.9178929239847</c:v>
                </c:pt>
                <c:pt idx="2864">
                  <c:v>1027.6999568315152</c:v>
                </c:pt>
                <c:pt idx="2865">
                  <c:v>1027.4827903012572</c:v>
                </c:pt>
                <c:pt idx="2866">
                  <c:v>1027.2663908057752</c:v>
                </c:pt>
                <c:pt idx="2867">
                  <c:v>1027.0507558243899</c:v>
                </c:pt>
                <c:pt idx="2868">
                  <c:v>1026.8358828431581</c:v>
                </c:pt>
                <c:pt idx="2869">
                  <c:v>1026.6217693548801</c:v>
                </c:pt>
                <c:pt idx="2870">
                  <c:v>1026.4084128590775</c:v>
                </c:pt>
                <c:pt idx="2871">
                  <c:v>1026.1958108620208</c:v>
                </c:pt>
                <c:pt idx="2872">
                  <c:v>1025.9839608766986</c:v>
                </c:pt>
                <c:pt idx="2873">
                  <c:v>1025.7728604228064</c:v>
                </c:pt>
                <c:pt idx="2874">
                  <c:v>1025.5625070267802</c:v>
                </c:pt>
                <c:pt idx="2875">
                  <c:v>1025.3528982217356</c:v>
                </c:pt>
                <c:pt idx="2876">
                  <c:v>1025.144031547529</c:v>
                </c:pt>
                <c:pt idx="2877">
                  <c:v>1024.9359045506935</c:v>
                </c:pt>
                <c:pt idx="2878">
                  <c:v>1024.7285147844632</c:v>
                </c:pt>
                <c:pt idx="2879">
                  <c:v>1024.5218598087574</c:v>
                </c:pt>
                <c:pt idx="2880">
                  <c:v>1024.315937190187</c:v>
                </c:pt>
                <c:pt idx="2881">
                  <c:v>1024.1107445020402</c:v>
                </c:pt>
                <c:pt idx="2882">
                  <c:v>1023.9062793242651</c:v>
                </c:pt>
                <c:pt idx="2883">
                  <c:v>1023.7025392434958</c:v>
                </c:pt>
                <c:pt idx="2884">
                  <c:v>1023.499521853005</c:v>
                </c:pt>
                <c:pt idx="2885">
                  <c:v>1023.2972247527342</c:v>
                </c:pt>
                <c:pt idx="2886">
                  <c:v>1023.0956455492667</c:v>
                </c:pt>
                <c:pt idx="2887">
                  <c:v>1022.8947818558217</c:v>
                </c:pt>
                <c:pt idx="2888">
                  <c:v>1022.6946312922618</c:v>
                </c:pt>
                <c:pt idx="2889">
                  <c:v>1022.495191485065</c:v>
                </c:pt>
                <c:pt idx="2890">
                  <c:v>1022.2964600673321</c:v>
                </c:pt>
                <c:pt idx="2891">
                  <c:v>1022.0984346787892</c:v>
                </c:pt>
                <c:pt idx="2892">
                  <c:v>1021.9011129657544</c:v>
                </c:pt>
                <c:pt idx="2893">
                  <c:v>1021.7044925811456</c:v>
                </c:pt>
                <c:pt idx="2894">
                  <c:v>1021.5085711844742</c:v>
                </c:pt>
                <c:pt idx="2895">
                  <c:v>1021.3133464418379</c:v>
                </c:pt>
                <c:pt idx="2896">
                  <c:v>1021.1188160259062</c:v>
                </c:pt>
                <c:pt idx="2897">
                  <c:v>1020.9249776159195</c:v>
                </c:pt>
                <c:pt idx="2898">
                  <c:v>1020.731828897681</c:v>
                </c:pt>
                <c:pt idx="2899">
                  <c:v>1020.5393675635337</c:v>
                </c:pt>
                <c:pt idx="2900">
                  <c:v>1020.347591312378</c:v>
                </c:pt>
                <c:pt idx="2901">
                  <c:v>1020.1564978496497</c:v>
                </c:pt>
                <c:pt idx="2902">
                  <c:v>1019.9660848873035</c:v>
                </c:pt>
                <c:pt idx="2903">
                  <c:v>1019.7763501438197</c:v>
                </c:pt>
                <c:pt idx="2904">
                  <c:v>1019.5872913442007</c:v>
                </c:pt>
                <c:pt idx="2905">
                  <c:v>1019.3989062199337</c:v>
                </c:pt>
                <c:pt idx="2906">
                  <c:v>1019.2111925090006</c:v>
                </c:pt>
                <c:pt idx="2907">
                  <c:v>1019.0241479558886</c:v>
                </c:pt>
                <c:pt idx="2908">
                  <c:v>1018.8377703115425</c:v>
                </c:pt>
                <c:pt idx="2909">
                  <c:v>1018.6520573333831</c:v>
                </c:pt>
                <c:pt idx="2910">
                  <c:v>1018.4670067852801</c:v>
                </c:pt>
                <c:pt idx="2911">
                  <c:v>1018.2826164375723</c:v>
                </c:pt>
                <c:pt idx="2912">
                  <c:v>1018.0988840670193</c:v>
                </c:pt>
                <c:pt idx="2913">
                  <c:v>1017.9158074568213</c:v>
                </c:pt>
                <c:pt idx="2914">
                  <c:v>1017.733384396601</c:v>
                </c:pt>
                <c:pt idx="2915">
                  <c:v>1017.5516126823935</c:v>
                </c:pt>
                <c:pt idx="2916">
                  <c:v>1017.3704901166335</c:v>
                </c:pt>
                <c:pt idx="2917">
                  <c:v>1017.1900145081549</c:v>
                </c:pt>
                <c:pt idx="2918">
                  <c:v>1017.0101836721713</c:v>
                </c:pt>
                <c:pt idx="2919">
                  <c:v>1016.8309954302654</c:v>
                </c:pt>
                <c:pt idx="2920">
                  <c:v>1016.6524476104017</c:v>
                </c:pt>
                <c:pt idx="2921">
                  <c:v>1016.4745380468723</c:v>
                </c:pt>
                <c:pt idx="2922">
                  <c:v>1016.2972645803442</c:v>
                </c:pt>
                <c:pt idx="2923">
                  <c:v>1016.1206250577993</c:v>
                </c:pt>
                <c:pt idx="2924">
                  <c:v>1015.9446173325485</c:v>
                </c:pt>
                <c:pt idx="2925">
                  <c:v>1015.7692392642118</c:v>
                </c:pt>
                <c:pt idx="2926">
                  <c:v>1015.5944887187288</c:v>
                </c:pt>
                <c:pt idx="2927">
                  <c:v>1015.4203635683189</c:v>
                </c:pt>
                <c:pt idx="2928">
                  <c:v>1015.2468616914905</c:v>
                </c:pt>
                <c:pt idx="2929">
                  <c:v>1015.0739809730227</c:v>
                </c:pt>
                <c:pt idx="2930">
                  <c:v>1014.9017193039564</c:v>
                </c:pt>
                <c:pt idx="2931">
                  <c:v>1014.7300745815871</c:v>
                </c:pt>
                <c:pt idx="2932">
                  <c:v>1014.5590447094537</c:v>
                </c:pt>
                <c:pt idx="2933">
                  <c:v>1014.3886275973193</c:v>
                </c:pt>
                <c:pt idx="2934">
                  <c:v>1014.2188211611758</c:v>
                </c:pt>
                <c:pt idx="2935">
                  <c:v>1014.0496233232146</c:v>
                </c:pt>
                <c:pt idx="2936">
                  <c:v>1013.8810320118234</c:v>
                </c:pt>
                <c:pt idx="2937">
                  <c:v>1013.7130451615998</c:v>
                </c:pt>
                <c:pt idx="2938">
                  <c:v>1013.5456607132899</c:v>
                </c:pt>
                <c:pt idx="2939">
                  <c:v>1013.3788766138103</c:v>
                </c:pt>
                <c:pt idx="2940">
                  <c:v>1013.2126908162578</c:v>
                </c:pt>
                <c:pt idx="2941">
                  <c:v>1013.0471012798384</c:v>
                </c:pt>
                <c:pt idx="2942">
                  <c:v>1012.8821059699068</c:v>
                </c:pt>
                <c:pt idx="2943">
                  <c:v>1012.7177028579353</c:v>
                </c:pt>
                <c:pt idx="2944">
                  <c:v>1012.5538899215035</c:v>
                </c:pt>
                <c:pt idx="2945">
                  <c:v>1012.390665144305</c:v>
                </c:pt>
                <c:pt idx="2946">
                  <c:v>1012.2280265160957</c:v>
                </c:pt>
                <c:pt idx="2947">
                  <c:v>1012.0659720327199</c:v>
                </c:pt>
                <c:pt idx="2948">
                  <c:v>1011.9044996960776</c:v>
                </c:pt>
                <c:pt idx="2949">
                  <c:v>1011.743607514135</c:v>
                </c:pt>
                <c:pt idx="2950">
                  <c:v>1011.5832935008913</c:v>
                </c:pt>
                <c:pt idx="2951">
                  <c:v>1011.4235556763739</c:v>
                </c:pt>
                <c:pt idx="2952">
                  <c:v>1011.2643920666177</c:v>
                </c:pt>
                <c:pt idx="2953">
                  <c:v>1011.1058007036837</c:v>
                </c:pt>
                <c:pt idx="2954">
                  <c:v>1010.9477796256078</c:v>
                </c:pt>
                <c:pt idx="2955">
                  <c:v>1010.7903268764243</c:v>
                </c:pt>
                <c:pt idx="2956">
                  <c:v>1010.633440506131</c:v>
                </c:pt>
                <c:pt idx="2957">
                  <c:v>1010.4771185706735</c:v>
                </c:pt>
                <c:pt idx="2958">
                  <c:v>1010.3213591319613</c:v>
                </c:pt>
                <c:pt idx="2959">
                  <c:v>1010.1661602578283</c:v>
                </c:pt>
                <c:pt idx="2960">
                  <c:v>1010.0115200220247</c:v>
                </c:pt>
                <c:pt idx="2961">
                  <c:v>1009.8574365042369</c:v>
                </c:pt>
                <c:pt idx="2962">
                  <c:v>1009.7039077900159</c:v>
                </c:pt>
                <c:pt idx="2963">
                  <c:v>1009.5509319708194</c:v>
                </c:pt>
                <c:pt idx="2964">
                  <c:v>1009.398507143976</c:v>
                </c:pt>
                <c:pt idx="2965">
                  <c:v>1009.2466314126788</c:v>
                </c:pt>
                <c:pt idx="2966">
                  <c:v>1009.0953028859695</c:v>
                </c:pt>
                <c:pt idx="2967">
                  <c:v>1008.9445196787117</c:v>
                </c:pt>
                <c:pt idx="2968">
                  <c:v>1008.7942799116246</c:v>
                </c:pt>
                <c:pt idx="2969">
                  <c:v>1008.6445817112143</c:v>
                </c:pt>
                <c:pt idx="2970">
                  <c:v>1008.4954232098046</c:v>
                </c:pt>
                <c:pt idx="2971">
                  <c:v>1008.3468025454904</c:v>
                </c:pt>
                <c:pt idx="2972">
                  <c:v>1008.1987178621584</c:v>
                </c:pt>
                <c:pt idx="2973">
                  <c:v>1008.0511673094535</c:v>
                </c:pt>
                <c:pt idx="2974">
                  <c:v>1007.9041490427716</c:v>
                </c:pt>
                <c:pt idx="2975">
                  <c:v>1007.7576612232499</c:v>
                </c:pt>
                <c:pt idx="2976">
                  <c:v>1007.6117020177533</c:v>
                </c:pt>
                <c:pt idx="2977">
                  <c:v>1007.4662695988457</c:v>
                </c:pt>
                <c:pt idx="2978">
                  <c:v>1007.3213621448059</c:v>
                </c:pt>
                <c:pt idx="2979">
                  <c:v>1007.176977839607</c:v>
                </c:pt>
                <c:pt idx="2980">
                  <c:v>1007.0331148728894</c:v>
                </c:pt>
                <c:pt idx="2981">
                  <c:v>1006.889771439954</c:v>
                </c:pt>
                <c:pt idx="2982">
                  <c:v>1006.7469457417566</c:v>
                </c:pt>
                <c:pt idx="2983">
                  <c:v>1006.6046359848901</c:v>
                </c:pt>
                <c:pt idx="2984">
                  <c:v>1006.462840381586</c:v>
                </c:pt>
                <c:pt idx="2985">
                  <c:v>1006.3215571496636</c:v>
                </c:pt>
                <c:pt idx="2986">
                  <c:v>1006.1807845125651</c:v>
                </c:pt>
                <c:pt idx="2987">
                  <c:v>1006.0405206993146</c:v>
                </c:pt>
                <c:pt idx="2988">
                  <c:v>1005.9007639445002</c:v>
                </c:pt>
                <c:pt idx="2989">
                  <c:v>1005.7615124882933</c:v>
                </c:pt>
                <c:pt idx="2990">
                  <c:v>1005.6227645763826</c:v>
                </c:pt>
                <c:pt idx="2991">
                  <c:v>1005.4845184600322</c:v>
                </c:pt>
                <c:pt idx="2992">
                  <c:v>1005.3467723959992</c:v>
                </c:pt>
                <c:pt idx="2993">
                  <c:v>1005.2095246465718</c:v>
                </c:pt>
                <c:pt idx="2994">
                  <c:v>1005.0727734795233</c:v>
                </c:pt>
                <c:pt idx="2995">
                  <c:v>1004.9365171681196</c:v>
                </c:pt>
                <c:pt idx="2996">
                  <c:v>1004.800753991093</c:v>
                </c:pt>
                <c:pt idx="2997">
                  <c:v>1004.6654822326456</c:v>
                </c:pt>
                <c:pt idx="2998">
                  <c:v>1004.5307001824175</c:v>
                </c:pt>
                <c:pt idx="2999">
                  <c:v>1004.3964061354862</c:v>
                </c:pt>
                <c:pt idx="3000">
                  <c:v>1004.2625983923451</c:v>
                </c:pt>
                <c:pt idx="3001">
                  <c:v>1004.1292752589128</c:v>
                </c:pt>
                <c:pt idx="3002">
                  <c:v>1003.9964350464768</c:v>
                </c:pt>
                <c:pt idx="3003">
                  <c:v>1003.8640760717326</c:v>
                </c:pt>
                <c:pt idx="3004">
                  <c:v>1003.7321966567296</c:v>
                </c:pt>
                <c:pt idx="3005">
                  <c:v>1003.6007951288786</c:v>
                </c:pt>
                <c:pt idx="3006">
                  <c:v>1003.4698698209354</c:v>
                </c:pt>
                <c:pt idx="3007">
                  <c:v>1003.3394190709815</c:v>
                </c:pt>
                <c:pt idx="3008">
                  <c:v>1003.2094412224161</c:v>
                </c:pt>
                <c:pt idx="3009">
                  <c:v>1003.0799346239546</c:v>
                </c:pt>
                <c:pt idx="3010">
                  <c:v>1002.95089762959</c:v>
                </c:pt>
                <c:pt idx="3011">
                  <c:v>1002.8223285986054</c:v>
                </c:pt>
                <c:pt idx="3012">
                  <c:v>1002.6942258955348</c:v>
                </c:pt>
                <c:pt idx="3013">
                  <c:v>1002.5665878901763</c:v>
                </c:pt>
                <c:pt idx="3014">
                  <c:v>1002.4394129575754</c:v>
                </c:pt>
                <c:pt idx="3015">
                  <c:v>1002.3126994779842</c:v>
                </c:pt>
                <c:pt idx="3016">
                  <c:v>1002.1864458368848</c:v>
                </c:pt>
                <c:pt idx="3017">
                  <c:v>1002.0606504249528</c:v>
                </c:pt>
                <c:pt idx="3018">
                  <c:v>1001.935311638053</c:v>
                </c:pt>
                <c:pt idx="3019">
                  <c:v>1001.8104278772303</c:v>
                </c:pt>
                <c:pt idx="3020">
                  <c:v>1001.6859975486791</c:v>
                </c:pt>
                <c:pt idx="3021">
                  <c:v>1001.5620190637552</c:v>
                </c:pt>
                <c:pt idx="3022">
                  <c:v>1001.4384908389412</c:v>
                </c:pt>
                <c:pt idx="3023">
                  <c:v>1001.315411295852</c:v>
                </c:pt>
                <c:pt idx="3024">
                  <c:v>1001.1927788611986</c:v>
                </c:pt>
                <c:pt idx="3025">
                  <c:v>1001.0705919668064</c:v>
                </c:pt>
                <c:pt idx="3026">
                  <c:v>1000.9488490495656</c:v>
                </c:pt>
                <c:pt idx="3027">
                  <c:v>1000.8275485514524</c:v>
                </c:pt>
                <c:pt idx="3028">
                  <c:v>1000.7066889194933</c:v>
                </c:pt>
                <c:pt idx="3029">
                  <c:v>1000.5862686057569</c:v>
                </c:pt>
                <c:pt idx="3030">
                  <c:v>1000.4662860673551</c:v>
                </c:pt>
                <c:pt idx="3031">
                  <c:v>1000.3467397664059</c:v>
                </c:pt>
                <c:pt idx="3032">
                  <c:v>1000.2276281700453</c:v>
                </c:pt>
                <c:pt idx="3033">
                  <c:v>1000.1089497503851</c:v>
                </c:pt>
                <c:pt idx="3034">
                  <c:v>999.99070298453455</c:v>
                </c:pt>
                <c:pt idx="3035">
                  <c:v>999.87288635455354</c:v>
                </c:pt>
                <c:pt idx="3036">
                  <c:v>999.75549834747267</c:v>
                </c:pt>
                <c:pt idx="3037">
                  <c:v>999.63853745525432</c:v>
                </c:pt>
                <c:pt idx="3038">
                  <c:v>999.52200217478344</c:v>
                </c:pt>
                <c:pt idx="3039">
                  <c:v>999.40589100786588</c:v>
                </c:pt>
                <c:pt idx="3040">
                  <c:v>999.29020246121411</c:v>
                </c:pt>
                <c:pt idx="3041">
                  <c:v>999.17493504642289</c:v>
                </c:pt>
                <c:pt idx="3042">
                  <c:v>999.06008727996038</c:v>
                </c:pt>
                <c:pt idx="3043">
                  <c:v>998.94565768317273</c:v>
                </c:pt>
                <c:pt idx="3044">
                  <c:v>998.83164478223011</c:v>
                </c:pt>
                <c:pt idx="3045">
                  <c:v>998.71804710816593</c:v>
                </c:pt>
                <c:pt idx="3046">
                  <c:v>998.60486319682798</c:v>
                </c:pt>
                <c:pt idx="3047">
                  <c:v>998.49209158887027</c:v>
                </c:pt>
                <c:pt idx="3048">
                  <c:v>998.37973082974804</c:v>
                </c:pt>
                <c:pt idx="3049">
                  <c:v>998.26777946971208</c:v>
                </c:pt>
                <c:pt idx="3050">
                  <c:v>998.15623606376926</c:v>
                </c:pt>
                <c:pt idx="3051">
                  <c:v>998.04509917169901</c:v>
                </c:pt>
                <c:pt idx="3052">
                  <c:v>997.93436735801947</c:v>
                </c:pt>
                <c:pt idx="3053">
                  <c:v>997.82403919198998</c:v>
                </c:pt>
                <c:pt idx="3054">
                  <c:v>997.7141132475856</c:v>
                </c:pt>
                <c:pt idx="3055">
                  <c:v>997.60458810349587</c:v>
                </c:pt>
                <c:pt idx="3056">
                  <c:v>997.4954623430973</c:v>
                </c:pt>
                <c:pt idx="3057">
                  <c:v>997.3867345544553</c:v>
                </c:pt>
                <c:pt idx="3058">
                  <c:v>997.27840333030781</c:v>
                </c:pt>
                <c:pt idx="3059">
                  <c:v>997.17046726803926</c:v>
                </c:pt>
                <c:pt idx="3060">
                  <c:v>997.06292496968717</c:v>
                </c:pt>
                <c:pt idx="3061">
                  <c:v>996.95577504191942</c:v>
                </c:pt>
                <c:pt idx="3062">
                  <c:v>996.84901609602139</c:v>
                </c:pt>
                <c:pt idx="3063">
                  <c:v>996.74264674788867</c:v>
                </c:pt>
                <c:pt idx="3064">
                  <c:v>996.63666561799732</c:v>
                </c:pt>
                <c:pt idx="3065">
                  <c:v>996.5310713314218</c:v>
                </c:pt>
                <c:pt idx="3066">
                  <c:v>996.42586251778482</c:v>
                </c:pt>
                <c:pt idx="3067">
                  <c:v>996.32103781128478</c:v>
                </c:pt>
                <c:pt idx="3068">
                  <c:v>996.21659585065163</c:v>
                </c:pt>
                <c:pt idx="3069">
                  <c:v>996.11253527914391</c:v>
                </c:pt>
                <c:pt idx="3070">
                  <c:v>996.00885474454367</c:v>
                </c:pt>
                <c:pt idx="3071">
                  <c:v>995.90555289913016</c:v>
                </c:pt>
                <c:pt idx="3072">
                  <c:v>995.80262839967463</c:v>
                </c:pt>
                <c:pt idx="3073">
                  <c:v>995.70007990743329</c:v>
                </c:pt>
                <c:pt idx="3074">
                  <c:v>995.59790608812807</c:v>
                </c:pt>
                <c:pt idx="3075">
                  <c:v>995.49610561193765</c:v>
                </c:pt>
                <c:pt idx="3076">
                  <c:v>995.39467715346689</c:v>
                </c:pt>
                <c:pt idx="3077">
                  <c:v>995.29361939177261</c:v>
                </c:pt>
                <c:pt idx="3078">
                  <c:v>995.19293101030814</c:v>
                </c:pt>
                <c:pt idx="3079">
                  <c:v>995.09261069694412</c:v>
                </c:pt>
                <c:pt idx="3080">
                  <c:v>994.99265714392857</c:v>
                </c:pt>
                <c:pt idx="3081">
                  <c:v>994.89306904791147</c:v>
                </c:pt>
                <c:pt idx="3082">
                  <c:v>994.79384510987802</c:v>
                </c:pt>
                <c:pt idx="3083">
                  <c:v>994.69498403519981</c:v>
                </c:pt>
                <c:pt idx="3084">
                  <c:v>994.59648453356033</c:v>
                </c:pt>
                <c:pt idx="3085">
                  <c:v>994.49834531899512</c:v>
                </c:pt>
                <c:pt idx="3086">
                  <c:v>994.40056510983948</c:v>
                </c:pt>
                <c:pt idx="3087">
                  <c:v>994.30314262875106</c:v>
                </c:pt>
                <c:pt idx="3088">
                  <c:v>994.20607660265659</c:v>
                </c:pt>
                <c:pt idx="3089">
                  <c:v>994.10936576278505</c:v>
                </c:pt>
                <c:pt idx="3090">
                  <c:v>994.0130088446158</c:v>
                </c:pt>
                <c:pt idx="3091">
                  <c:v>993.91700458789603</c:v>
                </c:pt>
                <c:pt idx="3092">
                  <c:v>993.82135173659708</c:v>
                </c:pt>
                <c:pt idx="3093">
                  <c:v>993.7260490389416</c:v>
                </c:pt>
                <c:pt idx="3094">
                  <c:v>993.63109524736103</c:v>
                </c:pt>
                <c:pt idx="3095">
                  <c:v>993.53648911849177</c:v>
                </c:pt>
                <c:pt idx="3096">
                  <c:v>993.44222941315343</c:v>
                </c:pt>
                <c:pt idx="3097">
                  <c:v>993.34831489637179</c:v>
                </c:pt>
                <c:pt idx="3098">
                  <c:v>993.25474433732188</c:v>
                </c:pt>
                <c:pt idx="3099">
                  <c:v>993.1615165093383</c:v>
                </c:pt>
                <c:pt idx="3100">
                  <c:v>993.06863018991021</c:v>
                </c:pt>
                <c:pt idx="3101">
                  <c:v>992.97608416064782</c:v>
                </c:pt>
                <c:pt idx="3102">
                  <c:v>992.88387720728201</c:v>
                </c:pt>
                <c:pt idx="3103">
                  <c:v>992.79200811966746</c:v>
                </c:pt>
                <c:pt idx="3104">
                  <c:v>992.70047569173425</c:v>
                </c:pt>
                <c:pt idx="3105">
                  <c:v>992.6092787215066</c:v>
                </c:pt>
                <c:pt idx="3106">
                  <c:v>992.51841601108902</c:v>
                </c:pt>
                <c:pt idx="3107">
                  <c:v>992.4278863666309</c:v>
                </c:pt>
                <c:pt idx="3108">
                  <c:v>992.33768859833708</c:v>
                </c:pt>
                <c:pt idx="3109">
                  <c:v>992.24782152045418</c:v>
                </c:pt>
                <c:pt idx="3110">
                  <c:v>992.1582839512331</c:v>
                </c:pt>
                <c:pt idx="3111">
                  <c:v>992.06907471296779</c:v>
                </c:pt>
                <c:pt idx="3112">
                  <c:v>991.98019263192577</c:v>
                </c:pt>
                <c:pt idx="3113">
                  <c:v>991.89163653837193</c:v>
                </c:pt>
                <c:pt idx="3114">
                  <c:v>991.80340526655039</c:v>
                </c:pt>
                <c:pt idx="3115">
                  <c:v>991.71549765466614</c:v>
                </c:pt>
                <c:pt idx="3116">
                  <c:v>991.62791254488241</c:v>
                </c:pt>
                <c:pt idx="3117">
                  <c:v>991.54064878330132</c:v>
                </c:pt>
                <c:pt idx="3118">
                  <c:v>991.45370521994778</c:v>
                </c:pt>
                <c:pt idx="3119">
                  <c:v>991.36708070876728</c:v>
                </c:pt>
                <c:pt idx="3120">
                  <c:v>991.28077410762307</c:v>
                </c:pt>
                <c:pt idx="3121">
                  <c:v>991.19478427824822</c:v>
                </c:pt>
                <c:pt idx="3122">
                  <c:v>991.10911008628273</c:v>
                </c:pt>
                <c:pt idx="3123">
                  <c:v>991.02375040122377</c:v>
                </c:pt>
                <c:pt idx="3124">
                  <c:v>990.93870409642398</c:v>
                </c:pt>
                <c:pt idx="3125">
                  <c:v>990.85397004909839</c:v>
                </c:pt>
                <c:pt idx="3126">
                  <c:v>990.76954714027931</c:v>
                </c:pt>
                <c:pt idx="3127">
                  <c:v>990.68543425483529</c:v>
                </c:pt>
                <c:pt idx="3128">
                  <c:v>990.60163028144643</c:v>
                </c:pt>
                <c:pt idx="3129">
                  <c:v>990.51813411259025</c:v>
                </c:pt>
                <c:pt idx="3130">
                  <c:v>990.43494464453454</c:v>
                </c:pt>
                <c:pt idx="3131">
                  <c:v>990.35206077732641</c:v>
                </c:pt>
                <c:pt idx="3132">
                  <c:v>990.26948141477158</c:v>
                </c:pt>
                <c:pt idx="3133">
                  <c:v>990.1872054644449</c:v>
                </c:pt>
                <c:pt idx="3134">
                  <c:v>990.10523183765713</c:v>
                </c:pt>
                <c:pt idx="3135">
                  <c:v>990.02355944944338</c:v>
                </c:pt>
                <c:pt idx="3136">
                  <c:v>989.94218721856851</c:v>
                </c:pt>
                <c:pt idx="3137">
                  <c:v>989.86111406750808</c:v>
                </c:pt>
                <c:pt idx="3138">
                  <c:v>989.7803389224274</c:v>
                </c:pt>
                <c:pt idx="3139">
                  <c:v>989.69986071319113</c:v>
                </c:pt>
                <c:pt idx="3140">
                  <c:v>989.61967837332384</c:v>
                </c:pt>
                <c:pt idx="3141">
                  <c:v>989.53979084002128</c:v>
                </c:pt>
                <c:pt idx="3142">
                  <c:v>989.46019705413289</c:v>
                </c:pt>
                <c:pt idx="3143">
                  <c:v>989.38089596015095</c:v>
                </c:pt>
                <c:pt idx="3144">
                  <c:v>989.30188650619004</c:v>
                </c:pt>
                <c:pt idx="3145">
                  <c:v>989.223167644</c:v>
                </c:pt>
                <c:pt idx="3146">
                  <c:v>989.14473832891576</c:v>
                </c:pt>
                <c:pt idx="3147">
                  <c:v>989.06659751988582</c:v>
                </c:pt>
                <c:pt idx="3148">
                  <c:v>988.98874417943932</c:v>
                </c:pt>
                <c:pt idx="3149">
                  <c:v>988.9111772736785</c:v>
                </c:pt>
                <c:pt idx="3150">
                  <c:v>988.83389577227319</c:v>
                </c:pt>
                <c:pt idx="3151">
                  <c:v>988.75689864843616</c:v>
                </c:pt>
                <c:pt idx="3152">
                  <c:v>988.68018487893789</c:v>
                </c:pt>
                <c:pt idx="3153">
                  <c:v>988.60375344406521</c:v>
                </c:pt>
                <c:pt idx="3154">
                  <c:v>988.52760332762125</c:v>
                </c:pt>
                <c:pt idx="3155">
                  <c:v>988.45173351693995</c:v>
                </c:pt>
                <c:pt idx="3156">
                  <c:v>988.37614300282576</c:v>
                </c:pt>
                <c:pt idx="3157">
                  <c:v>988.30083077958375</c:v>
                </c:pt>
                <c:pt idx="3158">
                  <c:v>988.22579584499317</c:v>
                </c:pt>
                <c:pt idx="3159">
                  <c:v>988.15103720029913</c:v>
                </c:pt>
                <c:pt idx="3160">
                  <c:v>988.07655385019973</c:v>
                </c:pt>
                <c:pt idx="3161">
                  <c:v>988.00234480283473</c:v>
                </c:pt>
                <c:pt idx="3162">
                  <c:v>987.92840906977517</c:v>
                </c:pt>
                <c:pt idx="3163">
                  <c:v>987.85474566601533</c:v>
                </c:pt>
                <c:pt idx="3164">
                  <c:v>987.781353609961</c:v>
                </c:pt>
                <c:pt idx="3165">
                  <c:v>987.70823192341652</c:v>
                </c:pt>
                <c:pt idx="3166">
                  <c:v>987.63537963158672</c:v>
                </c:pt>
                <c:pt idx="3167">
                  <c:v>987.56279576303166</c:v>
                </c:pt>
                <c:pt idx="3168">
                  <c:v>987.49047934970292</c:v>
                </c:pt>
                <c:pt idx="3169">
                  <c:v>987.41842942689061</c:v>
                </c:pt>
                <c:pt idx="3170">
                  <c:v>987.34664503325121</c:v>
                </c:pt>
                <c:pt idx="3171">
                  <c:v>987.27512521076835</c:v>
                </c:pt>
                <c:pt idx="3172">
                  <c:v>987.20386900474045</c:v>
                </c:pt>
                <c:pt idx="3173">
                  <c:v>987.13287546380275</c:v>
                </c:pt>
                <c:pt idx="3174">
                  <c:v>987.06214363987874</c:v>
                </c:pt>
                <c:pt idx="3175">
                  <c:v>986.99167258818886</c:v>
                </c:pt>
                <c:pt idx="3176">
                  <c:v>986.92146136725057</c:v>
                </c:pt>
                <c:pt idx="3177">
                  <c:v>986.85150903883255</c:v>
                </c:pt>
                <c:pt idx="3178">
                  <c:v>986.78181466799117</c:v>
                </c:pt>
                <c:pt idx="3179">
                  <c:v>986.7123773230129</c:v>
                </c:pt>
                <c:pt idx="3180">
                  <c:v>986.64319607544167</c:v>
                </c:pt>
                <c:pt idx="3181">
                  <c:v>986.57427000004623</c:v>
                </c:pt>
                <c:pt idx="3182">
                  <c:v>986.50559817482065</c:v>
                </c:pt>
                <c:pt idx="3183">
                  <c:v>986.43717968097474</c:v>
                </c:pt>
                <c:pt idx="3184">
                  <c:v>986.36901360290778</c:v>
                </c:pt>
                <c:pt idx="3185">
                  <c:v>986.30109902821619</c:v>
                </c:pt>
                <c:pt idx="3186">
                  <c:v>986.23343504768206</c:v>
                </c:pt>
                <c:pt idx="3187">
                  <c:v>986.16602075524895</c:v>
                </c:pt>
                <c:pt idx="3188">
                  <c:v>986.09885524802985</c:v>
                </c:pt>
                <c:pt idx="3189">
                  <c:v>986.03193762628439</c:v>
                </c:pt>
                <c:pt idx="3190">
                  <c:v>985.9652669934103</c:v>
                </c:pt>
                <c:pt idx="3191">
                  <c:v>985.89884245593646</c:v>
                </c:pt>
                <c:pt idx="3192">
                  <c:v>985.83266312351759</c:v>
                </c:pt>
                <c:pt idx="3193">
                  <c:v>985.76672810890182</c:v>
                </c:pt>
                <c:pt idx="3194">
                  <c:v>985.70103652796649</c:v>
                </c:pt>
                <c:pt idx="3195">
                  <c:v>985.63558749965034</c:v>
                </c:pt>
                <c:pt idx="3196">
                  <c:v>985.57038014598618</c:v>
                </c:pt>
                <c:pt idx="3197">
                  <c:v>985.50541359207898</c:v>
                </c:pt>
                <c:pt idx="3198">
                  <c:v>985.4406869660869</c:v>
                </c:pt>
                <c:pt idx="3199">
                  <c:v>985.37619939921592</c:v>
                </c:pt>
                <c:pt idx="3200">
                  <c:v>985.31195002573338</c:v>
                </c:pt>
                <c:pt idx="3201">
                  <c:v>985.2479379829141</c:v>
                </c:pt>
                <c:pt idx="3202">
                  <c:v>985.18416241105774</c:v>
                </c:pt>
                <c:pt idx="3203">
                  <c:v>985.12062245349011</c:v>
                </c:pt>
                <c:pt idx="3204">
                  <c:v>985.05731725652413</c:v>
                </c:pt>
                <c:pt idx="3205">
                  <c:v>984.99424596946994</c:v>
                </c:pt>
                <c:pt idx="3206">
                  <c:v>984.93140774461722</c:v>
                </c:pt>
                <c:pt idx="3207">
                  <c:v>984.86880173722943</c:v>
                </c:pt>
                <c:pt idx="3208">
                  <c:v>984.80642710553388</c:v>
                </c:pt>
                <c:pt idx="3209">
                  <c:v>984.74428301071544</c:v>
                </c:pt>
                <c:pt idx="3210">
                  <c:v>984.68236861689331</c:v>
                </c:pt>
                <c:pt idx="3211">
                  <c:v>984.62068309111953</c:v>
                </c:pt>
                <c:pt idx="3212">
                  <c:v>984.55922560338524</c:v>
                </c:pt>
                <c:pt idx="3213">
                  <c:v>984.49799532658369</c:v>
                </c:pt>
                <c:pt idx="3214">
                  <c:v>984.43699143651315</c:v>
                </c:pt>
                <c:pt idx="3215">
                  <c:v>984.37621311187831</c:v>
                </c:pt>
                <c:pt idx="3216">
                  <c:v>984.31565953425741</c:v>
                </c:pt>
                <c:pt idx="3217">
                  <c:v>984.25532988811801</c:v>
                </c:pt>
                <c:pt idx="3218">
                  <c:v>984.19522336078228</c:v>
                </c:pt>
                <c:pt idx="3219">
                  <c:v>984.1353391424434</c:v>
                </c:pt>
                <c:pt idx="3220">
                  <c:v>984.07567642613776</c:v>
                </c:pt>
                <c:pt idx="3221">
                  <c:v>984.01623440773642</c:v>
                </c:pt>
                <c:pt idx="3222">
                  <c:v>983.95701228594999</c:v>
                </c:pt>
                <c:pt idx="3223">
                  <c:v>983.89800926230862</c:v>
                </c:pt>
                <c:pt idx="3224">
                  <c:v>983.83922454114509</c:v>
                </c:pt>
                <c:pt idx="3225">
                  <c:v>983.78065732960181</c:v>
                </c:pt>
                <c:pt idx="3226">
                  <c:v>983.72230683761779</c:v>
                </c:pt>
                <c:pt idx="3227">
                  <c:v>983.66417227791237</c:v>
                </c:pt>
                <c:pt idx="3228">
                  <c:v>983.60625286597337</c:v>
                </c:pt>
                <c:pt idx="3229">
                  <c:v>983.54854782007135</c:v>
                </c:pt>
                <c:pt idx="3230">
                  <c:v>983.49105636120862</c:v>
                </c:pt>
                <c:pt idx="3231">
                  <c:v>983.43377771316091</c:v>
                </c:pt>
                <c:pt idx="3232">
                  <c:v>983.37671110242866</c:v>
                </c:pt>
                <c:pt idx="3233">
                  <c:v>983.31985575824888</c:v>
                </c:pt>
                <c:pt idx="3234">
                  <c:v>983.26321091256477</c:v>
                </c:pt>
                <c:pt idx="3235">
                  <c:v>983.2067758000444</c:v>
                </c:pt>
                <c:pt idx="3236">
                  <c:v>983.15054965805859</c:v>
                </c:pt>
                <c:pt idx="3237">
                  <c:v>983.09453172667168</c:v>
                </c:pt>
                <c:pt idx="3238">
                  <c:v>983.03872124862585</c:v>
                </c:pt>
                <c:pt idx="3239">
                  <c:v>982.98311746934155</c:v>
                </c:pt>
                <c:pt idx="3240">
                  <c:v>982.92771963690882</c:v>
                </c:pt>
                <c:pt idx="3241">
                  <c:v>982.8725270020708</c:v>
                </c:pt>
                <c:pt idx="3242">
                  <c:v>982.81753881823568</c:v>
                </c:pt>
                <c:pt idx="3243">
                  <c:v>982.76275434143213</c:v>
                </c:pt>
                <c:pt idx="3244">
                  <c:v>982.70817283032954</c:v>
                </c:pt>
                <c:pt idx="3245">
                  <c:v>982.65379354622314</c:v>
                </c:pt>
                <c:pt idx="3246">
                  <c:v>982.59961575301475</c:v>
                </c:pt>
                <c:pt idx="3247">
                  <c:v>982.54563871722451</c:v>
                </c:pt>
                <c:pt idx="3248">
                  <c:v>982.49186170796202</c:v>
                </c:pt>
                <c:pt idx="3249">
                  <c:v>982.43828399691211</c:v>
                </c:pt>
                <c:pt idx="3250">
                  <c:v>982.38490485836701</c:v>
                </c:pt>
                <c:pt idx="3251">
                  <c:v>982.33172356917214</c:v>
                </c:pt>
                <c:pt idx="3252">
                  <c:v>982.27873940873678</c:v>
                </c:pt>
                <c:pt idx="3253">
                  <c:v>982.2259516590276</c:v>
                </c:pt>
                <c:pt idx="3254">
                  <c:v>982.17335960455273</c:v>
                </c:pt>
                <c:pt idx="3255">
                  <c:v>982.12096253237121</c:v>
                </c:pt>
                <c:pt idx="3256">
                  <c:v>982.06875973204353</c:v>
                </c:pt>
                <c:pt idx="3257">
                  <c:v>982.01675049568564</c:v>
                </c:pt>
                <c:pt idx="3258">
                  <c:v>981.96493411788924</c:v>
                </c:pt>
                <c:pt idx="3259">
                  <c:v>981.91330989577637</c:v>
                </c:pt>
                <c:pt idx="3260">
                  <c:v>981.86187712895503</c:v>
                </c:pt>
                <c:pt idx="3261">
                  <c:v>981.81063511951174</c:v>
                </c:pt>
                <c:pt idx="3262">
                  <c:v>981.7595831720248</c:v>
                </c:pt>
                <c:pt idx="3263">
                  <c:v>981.7087205935386</c:v>
                </c:pt>
                <c:pt idx="3264">
                  <c:v>981.6580466935493</c:v>
                </c:pt>
                <c:pt idx="3265">
                  <c:v>981.60756078401801</c:v>
                </c:pt>
                <c:pt idx="3266">
                  <c:v>981.55726217934387</c:v>
                </c:pt>
                <c:pt idx="3267">
                  <c:v>981.50715019637596</c:v>
                </c:pt>
                <c:pt idx="3268">
                  <c:v>981.45722415437308</c:v>
                </c:pt>
                <c:pt idx="3269">
                  <c:v>981.40748337502396</c:v>
                </c:pt>
                <c:pt idx="3270">
                  <c:v>981.35792718243863</c:v>
                </c:pt>
                <c:pt idx="3271">
                  <c:v>981.30855490311149</c:v>
                </c:pt>
                <c:pt idx="3272">
                  <c:v>981.2593658659531</c:v>
                </c:pt>
                <c:pt idx="3273">
                  <c:v>981.21035940225136</c:v>
                </c:pt>
                <c:pt idx="3274">
                  <c:v>981.16153484567985</c:v>
                </c:pt>
                <c:pt idx="3275">
                  <c:v>981.11289153227267</c:v>
                </c:pt>
                <c:pt idx="3276">
                  <c:v>981.0644288004487</c:v>
                </c:pt>
                <c:pt idx="3277">
                  <c:v>981.01614599095421</c:v>
                </c:pt>
                <c:pt idx="3278">
                  <c:v>980.96804244691975</c:v>
                </c:pt>
                <c:pt idx="3279">
                  <c:v>980.92011751378573</c:v>
                </c:pt>
                <c:pt idx="3280">
                  <c:v>980.87237053933211</c:v>
                </c:pt>
                <c:pt idx="3281">
                  <c:v>980.82480087368049</c:v>
                </c:pt>
                <c:pt idx="3282">
                  <c:v>980.77740786924142</c:v>
                </c:pt>
                <c:pt idx="3283">
                  <c:v>980.73019088075819</c:v>
                </c:pt>
                <c:pt idx="3284">
                  <c:v>980.68314926526614</c:v>
                </c:pt>
                <c:pt idx="3285">
                  <c:v>980.6362823820923</c:v>
                </c:pt>
                <c:pt idx="3286">
                  <c:v>980.58958959284314</c:v>
                </c:pt>
                <c:pt idx="3287">
                  <c:v>980.54307026141862</c:v>
                </c:pt>
                <c:pt idx="3288">
                  <c:v>980.49672375397643</c:v>
                </c:pt>
                <c:pt idx="3289">
                  <c:v>980.45054943894434</c:v>
                </c:pt>
                <c:pt idx="3290">
                  <c:v>980.40454668699454</c:v>
                </c:pt>
                <c:pt idx="3291">
                  <c:v>980.35871487105658</c:v>
                </c:pt>
                <c:pt idx="3292">
                  <c:v>980.31305336628759</c:v>
                </c:pt>
                <c:pt idx="3293">
                  <c:v>980.26756155009764</c:v>
                </c:pt>
                <c:pt idx="3294">
                  <c:v>980.22223880209503</c:v>
                </c:pt>
                <c:pt idx="3295">
                  <c:v>980.17708450411817</c:v>
                </c:pt>
                <c:pt idx="3296">
                  <c:v>980.13209804021517</c:v>
                </c:pt>
                <c:pt idx="3297">
                  <c:v>980.08727879663888</c:v>
                </c:pt>
                <c:pt idx="3298">
                  <c:v>980.0426261618212</c:v>
                </c:pt>
                <c:pt idx="3299">
                  <c:v>979.99813952639795</c:v>
                </c:pt>
                <c:pt idx="3300">
                  <c:v>979.95381828317409</c:v>
                </c:pt>
                <c:pt idx="3301">
                  <c:v>979.90966182712668</c:v>
                </c:pt>
                <c:pt idx="3302">
                  <c:v>979.86566955539718</c:v>
                </c:pt>
                <c:pt idx="3303">
                  <c:v>979.82184086728819</c:v>
                </c:pt>
                <c:pt idx="3304">
                  <c:v>979.77817516425375</c:v>
                </c:pt>
                <c:pt idx="3305">
                  <c:v>979.73467184988078</c:v>
                </c:pt>
                <c:pt idx="3306">
                  <c:v>979.691330329896</c:v>
                </c:pt>
                <c:pt idx="3307">
                  <c:v>979.64815001215527</c:v>
                </c:pt>
                <c:pt idx="3308">
                  <c:v>979.60513030663219</c:v>
                </c:pt>
                <c:pt idx="3309">
                  <c:v>979.5622706254095</c:v>
                </c:pt>
                <c:pt idx="3310">
                  <c:v>979.51957038268995</c:v>
                </c:pt>
                <c:pt idx="3311">
                  <c:v>979.47702899476587</c:v>
                </c:pt>
                <c:pt idx="3312">
                  <c:v>979.43464588000802</c:v>
                </c:pt>
                <c:pt idx="3313">
                  <c:v>979.39242045889921</c:v>
                </c:pt>
                <c:pt idx="3314">
                  <c:v>979.35035215397477</c:v>
                </c:pt>
                <c:pt idx="3315">
                  <c:v>979.3084403898506</c:v>
                </c:pt>
                <c:pt idx="3316">
                  <c:v>979.26668459321229</c:v>
                </c:pt>
                <c:pt idx="3317">
                  <c:v>979.22508419278449</c:v>
                </c:pt>
                <c:pt idx="3318">
                  <c:v>979.18363861935859</c:v>
                </c:pt>
                <c:pt idx="3319">
                  <c:v>979.1423473057489</c:v>
                </c:pt>
                <c:pt idx="3320">
                  <c:v>979.10120968682588</c:v>
                </c:pt>
                <c:pt idx="3321">
                  <c:v>979.060225199466</c:v>
                </c:pt>
                <c:pt idx="3322">
                  <c:v>979.01939328258186</c:v>
                </c:pt>
                <c:pt idx="3323">
                  <c:v>978.97871337709648</c:v>
                </c:pt>
                <c:pt idx="3324">
                  <c:v>978.93818492593675</c:v>
                </c:pt>
                <c:pt idx="3325">
                  <c:v>978.8978073740318</c:v>
                </c:pt>
                <c:pt idx="3326">
                  <c:v>978.85758016830437</c:v>
                </c:pt>
                <c:pt idx="3327">
                  <c:v>978.81750275765978</c:v>
                </c:pt>
                <c:pt idx="3328">
                  <c:v>978.77757459299096</c:v>
                </c:pt>
                <c:pt idx="3329">
                  <c:v>978.73779512715396</c:v>
                </c:pt>
                <c:pt idx="3330">
                  <c:v>978.69816381497355</c:v>
                </c:pt>
                <c:pt idx="3331">
                  <c:v>978.65868011323971</c:v>
                </c:pt>
                <c:pt idx="3332">
                  <c:v>978.61934348068405</c:v>
                </c:pt>
                <c:pt idx="3333">
                  <c:v>978.5801533779977</c:v>
                </c:pt>
                <c:pt idx="3334">
                  <c:v>978.54110926779174</c:v>
                </c:pt>
                <c:pt idx="3335">
                  <c:v>978.50221061463424</c:v>
                </c:pt>
                <c:pt idx="3336">
                  <c:v>978.46345688499048</c:v>
                </c:pt>
                <c:pt idx="3337">
                  <c:v>978.42484754726775</c:v>
                </c:pt>
                <c:pt idx="3338">
                  <c:v>978.38638207177564</c:v>
                </c:pt>
                <c:pt idx="3339">
                  <c:v>978.34805993073337</c:v>
                </c:pt>
                <c:pt idx="3340">
                  <c:v>978.30988059824983</c:v>
                </c:pt>
                <c:pt idx="3341">
                  <c:v>978.27184355033501</c:v>
                </c:pt>
                <c:pt idx="3342">
                  <c:v>978.23394826488266</c:v>
                </c:pt>
                <c:pt idx="3343">
                  <c:v>978.19619422166954</c:v>
                </c:pt>
                <c:pt idx="3344">
                  <c:v>978.15858090234121</c:v>
                </c:pt>
                <c:pt idx="3345">
                  <c:v>978.12110779040916</c:v>
                </c:pt>
                <c:pt idx="3346">
                  <c:v>978.08377437124636</c:v>
                </c:pt>
                <c:pt idx="3347">
                  <c:v>978.04658013207325</c:v>
                </c:pt>
                <c:pt idx="3348">
                  <c:v>978.00952456197319</c:v>
                </c:pt>
                <c:pt idx="3349">
                  <c:v>977.97260715185257</c:v>
                </c:pt>
                <c:pt idx="3350">
                  <c:v>977.93582739446254</c:v>
                </c:pt>
                <c:pt idx="3351">
                  <c:v>977.89918478437505</c:v>
                </c:pt>
                <c:pt idx="3352">
                  <c:v>977.86267881799802</c:v>
                </c:pt>
                <c:pt idx="3353">
                  <c:v>977.82630899353285</c:v>
                </c:pt>
                <c:pt idx="3354">
                  <c:v>977.79007481100382</c:v>
                </c:pt>
                <c:pt idx="3355">
                  <c:v>977.7539757722443</c:v>
                </c:pt>
                <c:pt idx="3356">
                  <c:v>977.71801138086391</c:v>
                </c:pt>
                <c:pt idx="3357">
                  <c:v>977.68218114227921</c:v>
                </c:pt>
                <c:pt idx="3358">
                  <c:v>977.64648456368934</c:v>
                </c:pt>
                <c:pt idx="3359">
                  <c:v>977.61092115405631</c:v>
                </c:pt>
                <c:pt idx="3360">
                  <c:v>977.57549042413495</c:v>
                </c:pt>
                <c:pt idx="3361">
                  <c:v>977.54019188642928</c:v>
                </c:pt>
                <c:pt idx="3362">
                  <c:v>977.50502505521342</c:v>
                </c:pt>
                <c:pt idx="3363">
                  <c:v>977.46998944650727</c:v>
                </c:pt>
                <c:pt idx="3364">
                  <c:v>977.43508457807854</c:v>
                </c:pt>
                <c:pt idx="3365">
                  <c:v>977.4003099694379</c:v>
                </c:pt>
                <c:pt idx="3366">
                  <c:v>977.3656651418296</c:v>
                </c:pt>
                <c:pt idx="3367">
                  <c:v>977.33114961822855</c:v>
                </c:pt>
                <c:pt idx="3368">
                  <c:v>977.29676292333352</c:v>
                </c:pt>
                <c:pt idx="3369">
                  <c:v>977.26250458355878</c:v>
                </c:pt>
                <c:pt idx="3370">
                  <c:v>977.22837412702631</c:v>
                </c:pt>
                <c:pt idx="3371">
                  <c:v>977.19437108355976</c:v>
                </c:pt>
                <c:pt idx="3372">
                  <c:v>977.16049498469658</c:v>
                </c:pt>
                <c:pt idx="3373">
                  <c:v>977.12674536365432</c:v>
                </c:pt>
                <c:pt idx="3374">
                  <c:v>977.09312175534137</c:v>
                </c:pt>
                <c:pt idx="3375">
                  <c:v>977.05962369634631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75-443A-B277-A7E168006C5F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CO2_Zone_2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Sheet2!$C$2:$C$3377</c:f>
              <c:numCache>
                <c:formatCode>General</c:formatCode>
                <c:ptCount val="3376"/>
                <c:pt idx="0">
                  <c:v>300</c:v>
                </c:pt>
                <c:pt idx="1">
                  <c:v>303.31116292695401</c:v>
                </c:pt>
                <c:pt idx="2">
                  <c:v>306.59552126580894</c:v>
                </c:pt>
                <c:pt idx="3">
                  <c:v>309.85330419247117</c:v>
                </c:pt>
                <c:pt idx="4">
                  <c:v>313.08473481361705</c:v>
                </c:pt>
                <c:pt idx="5">
                  <c:v>316.29003183061599</c:v>
                </c:pt>
                <c:pt idx="6">
                  <c:v>319.46941052964411</c:v>
                </c:pt>
                <c:pt idx="7">
                  <c:v>322.62308338613673</c:v>
                </c:pt>
                <c:pt idx="8">
                  <c:v>325.75126044266881</c:v>
                </c:pt>
                <c:pt idx="9">
                  <c:v>328.85414955177504</c:v>
                </c:pt>
                <c:pt idx="10">
                  <c:v>331.9319565371847</c:v>
                </c:pt>
                <c:pt idx="11">
                  <c:v>334.98488530466642</c:v>
                </c:pt>
                <c:pt idx="12">
                  <c:v>338.01313792138933</c:v>
                </c:pt>
                <c:pt idx="13">
                  <c:v>341.01691467497562</c:v>
                </c:pt>
                <c:pt idx="14">
                  <c:v>343.99641411929389</c:v>
                </c:pt>
                <c:pt idx="15">
                  <c:v>346.95183311133923</c:v>
                </c:pt>
                <c:pt idx="16">
                  <c:v>349.88336684194968</c:v>
                </c:pt>
                <c:pt idx="17">
                  <c:v>352.79120886218652</c:v>
                </c:pt>
                <c:pt idx="18">
                  <c:v>355.67555110662124</c:v>
                </c:pt>
                <c:pt idx="19">
                  <c:v>358.53658391424329</c:v>
                </c:pt>
                <c:pt idx="20">
                  <c:v>361.37449604767801</c:v>
                </c:pt>
                <c:pt idx="21">
                  <c:v>364.18947471101285</c:v>
                </c:pt>
                <c:pt idx="22">
                  <c:v>366.98170556658448</c:v>
                </c:pt>
                <c:pt idx="23">
                  <c:v>369.75137275087872</c:v>
                </c:pt>
                <c:pt idx="24">
                  <c:v>372.49865888978854</c:v>
                </c:pt>
                <c:pt idx="25">
                  <c:v>375.22374511323216</c:v>
                </c:pt>
                <c:pt idx="26">
                  <c:v>377.92681106935095</c:v>
                </c:pt>
                <c:pt idx="27">
                  <c:v>380.67269731669393</c:v>
                </c:pt>
                <c:pt idx="28">
                  <c:v>383.40901678923143</c:v>
                </c:pt>
                <c:pt idx="29">
                  <c:v>386.1357451278555</c:v>
                </c:pt>
                <c:pt idx="30">
                  <c:v>388.85285897826878</c:v>
                </c:pt>
                <c:pt idx="31">
                  <c:v>391.56033597745341</c:v>
                </c:pt>
                <c:pt idx="32">
                  <c:v>394.25815474013882</c:v>
                </c:pt>
                <c:pt idx="33">
                  <c:v>396.94629484529139</c:v>
                </c:pt>
                <c:pt idx="34">
                  <c:v>399.62473682273878</c:v>
                </c:pt>
                <c:pt idx="35">
                  <c:v>402.29346213978567</c:v>
                </c:pt>
                <c:pt idx="36">
                  <c:v>404.95245318797868</c:v>
                </c:pt>
                <c:pt idx="37">
                  <c:v>407.60169326992286</c:v>
                </c:pt>
                <c:pt idx="38">
                  <c:v>410.24116658621966</c:v>
                </c:pt>
                <c:pt idx="39">
                  <c:v>412.87085822252021</c:v>
                </c:pt>
                <c:pt idx="40">
                  <c:v>415.49075413662081</c:v>
                </c:pt>
                <c:pt idx="41">
                  <c:v>418.10084114579377</c:v>
                </c:pt>
                <c:pt idx="42">
                  <c:v>420.70110691409803</c:v>
                </c:pt>
                <c:pt idx="43">
                  <c:v>423.29153993991633</c:v>
                </c:pt>
                <c:pt idx="44">
                  <c:v>425.87212954357142</c:v>
                </c:pt>
                <c:pt idx="45">
                  <c:v>428.44286585503346</c:v>
                </c:pt>
                <c:pt idx="46">
                  <c:v>431.00373980180427</c:v>
                </c:pt>
                <c:pt idx="47">
                  <c:v>433.55474309690652</c:v>
                </c:pt>
                <c:pt idx="48">
                  <c:v>436.09586822699282</c:v>
                </c:pt>
                <c:pt idx="49">
                  <c:v>438.62736960769166</c:v>
                </c:pt>
                <c:pt idx="50">
                  <c:v>441.14928799378504</c:v>
                </c:pt>
                <c:pt idx="51">
                  <c:v>443.6616636948122</c:v>
                </c:pt>
                <c:pt idx="52">
                  <c:v>446.16453658305591</c:v>
                </c:pt>
                <c:pt idx="53">
                  <c:v>448.65794610140375</c:v>
                </c:pt>
                <c:pt idx="54">
                  <c:v>451.14193127106063</c:v>
                </c:pt>
                <c:pt idx="55">
                  <c:v>453.616530699191</c:v>
                </c:pt>
                <c:pt idx="56">
                  <c:v>456.08178258636991</c:v>
                </c:pt>
                <c:pt idx="57">
                  <c:v>458.53772473392144</c:v>
                </c:pt>
                <c:pt idx="58">
                  <c:v>460.98439455112833</c:v>
                </c:pt>
                <c:pt idx="59">
                  <c:v>463.42182906238537</c:v>
                </c:pt>
                <c:pt idx="60">
                  <c:v>465.8500649141231</c:v>
                </c:pt>
                <c:pt idx="61">
                  <c:v>468.26913838169287</c:v>
                </c:pt>
                <c:pt idx="62">
                  <c:v>470.67908537610083</c:v>
                </c:pt>
                <c:pt idx="63">
                  <c:v>473.0799414506742</c:v>
                </c:pt>
                <c:pt idx="64">
                  <c:v>475.47174180755678</c:v>
                </c:pt>
                <c:pt idx="65">
                  <c:v>477.85452130409965</c:v>
                </c:pt>
                <c:pt idx="66">
                  <c:v>480.22831445921184</c:v>
                </c:pt>
                <c:pt idx="67">
                  <c:v>482.59315545954098</c:v>
                </c:pt>
                <c:pt idx="68">
                  <c:v>484.94907816552541</c:v>
                </c:pt>
                <c:pt idx="69">
                  <c:v>487.29611611744537</c:v>
                </c:pt>
                <c:pt idx="70">
                  <c:v>489.63430254126695</c:v>
                </c:pt>
                <c:pt idx="71">
                  <c:v>491.96367140929425</c:v>
                </c:pt>
                <c:pt idx="72">
                  <c:v>494.2842565713259</c:v>
                </c:pt>
                <c:pt idx="73">
                  <c:v>496.59609175403824</c:v>
                </c:pt>
                <c:pt idx="74">
                  <c:v>498.89921056030715</c:v>
                </c:pt>
                <c:pt idx="75">
                  <c:v>501.19364646873186</c:v>
                </c:pt>
                <c:pt idx="76">
                  <c:v>503.47943283298986</c:v>
                </c:pt>
                <c:pt idx="77">
                  <c:v>505.75660288138118</c:v>
                </c:pt>
                <c:pt idx="78">
                  <c:v>508.0251897163194</c:v>
                </c:pt>
                <c:pt idx="79">
                  <c:v>510.28522631386431</c:v>
                </c:pt>
                <c:pt idx="80">
                  <c:v>512.5367455233536</c:v>
                </c:pt>
                <c:pt idx="81">
                  <c:v>514.77978006693786</c:v>
                </c:pt>
                <c:pt idx="82">
                  <c:v>517.01436253926431</c:v>
                </c:pt>
                <c:pt idx="83">
                  <c:v>519.24052540710352</c:v>
                </c:pt>
                <c:pt idx="84">
                  <c:v>521.45830100906096</c:v>
                </c:pt>
                <c:pt idx="85">
                  <c:v>523.66772155529463</c:v>
                </c:pt>
                <c:pt idx="86">
                  <c:v>525.86881912722458</c:v>
                </c:pt>
                <c:pt idx="87">
                  <c:v>528.06162567735691</c:v>
                </c:pt>
                <c:pt idx="88">
                  <c:v>530.24617302901333</c:v>
                </c:pt>
                <c:pt idx="89">
                  <c:v>532.4224928761929</c:v>
                </c:pt>
                <c:pt idx="90">
                  <c:v>534.59061678338594</c:v>
                </c:pt>
                <c:pt idx="91">
                  <c:v>536.75057618546396</c:v>
                </c:pt>
                <c:pt idx="92">
                  <c:v>538.90240238753267</c:v>
                </c:pt>
                <c:pt idx="93">
                  <c:v>541.04612656915356</c:v>
                </c:pt>
                <c:pt idx="94">
                  <c:v>543.18177978491428</c:v>
                </c:pt>
                <c:pt idx="95">
                  <c:v>545.30939296505926</c:v>
                </c:pt>
                <c:pt idx="96">
                  <c:v>547.4289969161506</c:v>
                </c:pt>
                <c:pt idx="97">
                  <c:v>549.54062232158151</c:v>
                </c:pt>
                <c:pt idx="98">
                  <c:v>551.64429974222844</c:v>
                </c:pt>
                <c:pt idx="99">
                  <c:v>553.74005961698731</c:v>
                </c:pt>
                <c:pt idx="100">
                  <c:v>555.82793226340686</c:v>
                </c:pt>
                <c:pt idx="101">
                  <c:v>557.90794787817333</c:v>
                </c:pt>
                <c:pt idx="102">
                  <c:v>559.98013653773842</c:v>
                </c:pt>
                <c:pt idx="103">
                  <c:v>562.04452819885466</c:v>
                </c:pt>
                <c:pt idx="104">
                  <c:v>564.10115269905589</c:v>
                </c:pt>
                <c:pt idx="105">
                  <c:v>566.15003975729542</c:v>
                </c:pt>
                <c:pt idx="106">
                  <c:v>568.19121897438254</c:v>
                </c:pt>
                <c:pt idx="107">
                  <c:v>570.22471983356616</c:v>
                </c:pt>
                <c:pt idx="108">
                  <c:v>572.25057170101354</c:v>
                </c:pt>
                <c:pt idx="109">
                  <c:v>574.26880382634545</c:v>
                </c:pt>
                <c:pt idx="110">
                  <c:v>576.27944534310427</c:v>
                </c:pt>
                <c:pt idx="111">
                  <c:v>578.28252526929293</c:v>
                </c:pt>
                <c:pt idx="112">
                  <c:v>580.27807250783371</c:v>
                </c:pt>
                <c:pt idx="113">
                  <c:v>582.26611584709474</c:v>
                </c:pt>
                <c:pt idx="114">
                  <c:v>584.24668396131483</c:v>
                </c:pt>
                <c:pt idx="115">
                  <c:v>586.21980541111463</c:v>
                </c:pt>
                <c:pt idx="116">
                  <c:v>588.18550864403733</c:v>
                </c:pt>
                <c:pt idx="117">
                  <c:v>590.14382199493991</c:v>
                </c:pt>
                <c:pt idx="118">
                  <c:v>592.09477368658588</c:v>
                </c:pt>
                <c:pt idx="119">
                  <c:v>594.03839183002913</c:v>
                </c:pt>
                <c:pt idx="120">
                  <c:v>595.97470442517431</c:v>
                </c:pt>
                <c:pt idx="121">
                  <c:v>597.90373936118522</c:v>
                </c:pt>
                <c:pt idx="122">
                  <c:v>599.82552441702694</c:v>
                </c:pt>
                <c:pt idx="123">
                  <c:v>601.74008726187799</c:v>
                </c:pt>
                <c:pt idx="124">
                  <c:v>603.64745545563221</c:v>
                </c:pt>
                <c:pt idx="125">
                  <c:v>605.5476564493805</c:v>
                </c:pt>
                <c:pt idx="126">
                  <c:v>607.44071758583823</c:v>
                </c:pt>
                <c:pt idx="127">
                  <c:v>609.32666609982596</c:v>
                </c:pt>
                <c:pt idx="128">
                  <c:v>611.20552911876598</c:v>
                </c:pt>
                <c:pt idx="129">
                  <c:v>613.07733366305456</c:v>
                </c:pt>
                <c:pt idx="130">
                  <c:v>614.94210664660216</c:v>
                </c:pt>
                <c:pt idx="131">
                  <c:v>616.79987487725782</c:v>
                </c:pt>
                <c:pt idx="132">
                  <c:v>618.65066505724963</c:v>
                </c:pt>
                <c:pt idx="133">
                  <c:v>620.49450378361632</c:v>
                </c:pt>
                <c:pt idx="134">
                  <c:v>622.33141754872861</c:v>
                </c:pt>
                <c:pt idx="135">
                  <c:v>624.16143274064132</c:v>
                </c:pt>
                <c:pt idx="136">
                  <c:v>625.98457564358353</c:v>
                </c:pt>
                <c:pt idx="137">
                  <c:v>627.80087243841274</c:v>
                </c:pt>
                <c:pt idx="138">
                  <c:v>629.61034920301631</c:v>
                </c:pt>
                <c:pt idx="139">
                  <c:v>631.41303191275176</c:v>
                </c:pt>
                <c:pt idx="140">
                  <c:v>633.20894644090674</c:v>
                </c:pt>
                <c:pt idx="141">
                  <c:v>634.99811855909286</c:v>
                </c:pt>
                <c:pt idx="142">
                  <c:v>636.78057393772019</c:v>
                </c:pt>
                <c:pt idx="143">
                  <c:v>638.55633814636667</c:v>
                </c:pt>
                <c:pt idx="144">
                  <c:v>640.32543665424794</c:v>
                </c:pt>
                <c:pt idx="145">
                  <c:v>642.08789483063538</c:v>
                </c:pt>
                <c:pt idx="146">
                  <c:v>643.8437379452356</c:v>
                </c:pt>
                <c:pt idx="147">
                  <c:v>645.59299116865543</c:v>
                </c:pt>
                <c:pt idx="148">
                  <c:v>647.33567957279365</c:v>
                </c:pt>
                <c:pt idx="149">
                  <c:v>649.07182813128566</c:v>
                </c:pt>
                <c:pt idx="150">
                  <c:v>650.80146171985348</c:v>
                </c:pt>
                <c:pt idx="151">
                  <c:v>652.52460511676236</c:v>
                </c:pt>
                <c:pt idx="152">
                  <c:v>654.24128300324253</c:v>
                </c:pt>
                <c:pt idx="153">
                  <c:v>655.9515199638505</c:v>
                </c:pt>
                <c:pt idx="154">
                  <c:v>657.65534048689017</c:v>
                </c:pt>
                <c:pt idx="155">
                  <c:v>659.35276896484811</c:v>
                </c:pt>
                <c:pt idx="156">
                  <c:v>661.04382969471544</c:v>
                </c:pt>
                <c:pt idx="157">
                  <c:v>662.72854687849156</c:v>
                </c:pt>
                <c:pt idx="158">
                  <c:v>664.40694462347449</c:v>
                </c:pt>
                <c:pt idx="159">
                  <c:v>666.07904694273134</c:v>
                </c:pt>
                <c:pt idx="160">
                  <c:v>667.74487775544901</c:v>
                </c:pt>
                <c:pt idx="161">
                  <c:v>669.40446088735564</c:v>
                </c:pt>
                <c:pt idx="162">
                  <c:v>671.05782007107337</c:v>
                </c:pt>
                <c:pt idx="163">
                  <c:v>672.70497894653624</c:v>
                </c:pt>
                <c:pt idx="164">
                  <c:v>674.3459610613603</c:v>
                </c:pt>
                <c:pt idx="165">
                  <c:v>675.98078987121278</c:v>
                </c:pt>
                <c:pt idx="166">
                  <c:v>677.60948874024029</c:v>
                </c:pt>
                <c:pt idx="167">
                  <c:v>679.23208094140034</c:v>
                </c:pt>
                <c:pt idx="168">
                  <c:v>680.84858965684248</c:v>
                </c:pt>
                <c:pt idx="169">
                  <c:v>682.45903797832568</c:v>
                </c:pt>
                <c:pt idx="170">
                  <c:v>684.06344890755486</c:v>
                </c:pt>
                <c:pt idx="171">
                  <c:v>685.66184535654895</c:v>
                </c:pt>
                <c:pt idx="172">
                  <c:v>687.25425014804352</c:v>
                </c:pt>
                <c:pt idx="173">
                  <c:v>688.84068601583169</c:v>
                </c:pt>
                <c:pt idx="174">
                  <c:v>690.42117560513623</c:v>
                </c:pt>
                <c:pt idx="175">
                  <c:v>691.99574147299097</c:v>
                </c:pt>
                <c:pt idx="176">
                  <c:v>693.56440608858384</c:v>
                </c:pt>
                <c:pt idx="177">
                  <c:v>695.12719183364175</c:v>
                </c:pt>
                <c:pt idx="178">
                  <c:v>696.68412100275543</c:v>
                </c:pt>
                <c:pt idx="179">
                  <c:v>698.23521580379133</c:v>
                </c:pt>
                <c:pt idx="180">
                  <c:v>699.78049835817581</c:v>
                </c:pt>
                <c:pt idx="181">
                  <c:v>701.31999070132701</c:v>
                </c:pt>
                <c:pt idx="182">
                  <c:v>702.85371478295554</c:v>
                </c:pt>
                <c:pt idx="183">
                  <c:v>704.38169246743416</c:v>
                </c:pt>
                <c:pt idx="184">
                  <c:v>705.90394553416706</c:v>
                </c:pt>
                <c:pt idx="185">
                  <c:v>707.42049567788308</c:v>
                </c:pt>
                <c:pt idx="186">
                  <c:v>708.9313645090499</c:v>
                </c:pt>
                <c:pt idx="187">
                  <c:v>710.43657355419248</c:v>
                </c:pt>
                <c:pt idx="188">
                  <c:v>711.9361442561966</c:v>
                </c:pt>
                <c:pt idx="189">
                  <c:v>713.43009797472678</c:v>
                </c:pt>
                <c:pt idx="190">
                  <c:v>714.91845598650934</c:v>
                </c:pt>
                <c:pt idx="191">
                  <c:v>716.40123948569885</c:v>
                </c:pt>
                <c:pt idx="192">
                  <c:v>717.87846958419664</c:v>
                </c:pt>
                <c:pt idx="193">
                  <c:v>719.35016731201995</c:v>
                </c:pt>
                <c:pt idx="194">
                  <c:v>720.81635361758447</c:v>
                </c:pt>
                <c:pt idx="195">
                  <c:v>722.27704936809209</c:v>
                </c:pt>
                <c:pt idx="196">
                  <c:v>723.73227534982959</c:v>
                </c:pt>
                <c:pt idx="197">
                  <c:v>725.18205226850057</c:v>
                </c:pt>
                <c:pt idx="198">
                  <c:v>726.62640074956983</c:v>
                </c:pt>
                <c:pt idx="199">
                  <c:v>728.06534133858065</c:v>
                </c:pt>
                <c:pt idx="200">
                  <c:v>729.49889450148657</c:v>
                </c:pt>
                <c:pt idx="201">
                  <c:v>730.92708062493909</c:v>
                </c:pt>
                <c:pt idx="202">
                  <c:v>732.34992001667763</c:v>
                </c:pt>
                <c:pt idx="203">
                  <c:v>733.76743290580976</c:v>
                </c:pt>
                <c:pt idx="204">
                  <c:v>735.17963944310918</c:v>
                </c:pt>
                <c:pt idx="205">
                  <c:v>736.58655970138852</c:v>
                </c:pt>
                <c:pt idx="206">
                  <c:v>737.9882136757717</c:v>
                </c:pt>
                <c:pt idx="207">
                  <c:v>739.38462128404069</c:v>
                </c:pt>
                <c:pt idx="208">
                  <c:v>740.77580236691472</c:v>
                </c:pt>
                <c:pt idx="209">
                  <c:v>742.1617766884043</c:v>
                </c:pt>
                <c:pt idx="210">
                  <c:v>743.54256393607398</c:v>
                </c:pt>
                <c:pt idx="211">
                  <c:v>744.91818372141142</c:v>
                </c:pt>
                <c:pt idx="212">
                  <c:v>746.28865558007033</c:v>
                </c:pt>
                <c:pt idx="213">
                  <c:v>747.65399897224756</c:v>
                </c:pt>
                <c:pt idx="214">
                  <c:v>749.01423328292026</c:v>
                </c:pt>
                <c:pt idx="215">
                  <c:v>750.36937782219707</c:v>
                </c:pt>
                <c:pt idx="216">
                  <c:v>751.71945182559966</c:v>
                </c:pt>
                <c:pt idx="217">
                  <c:v>753.0644744543805</c:v>
                </c:pt>
                <c:pt idx="218">
                  <c:v>754.40446479581408</c:v>
                </c:pt>
                <c:pt idx="219">
                  <c:v>755.73944186346694</c:v>
                </c:pt>
                <c:pt idx="220">
                  <c:v>757.06942459755953</c:v>
                </c:pt>
                <c:pt idx="221">
                  <c:v>758.39443186522021</c:v>
                </c:pt>
                <c:pt idx="222">
                  <c:v>759.7144824607584</c:v>
                </c:pt>
                <c:pt idx="223">
                  <c:v>761.02959510602523</c:v>
                </c:pt>
                <c:pt idx="224">
                  <c:v>762.33978845064053</c:v>
                </c:pt>
                <c:pt idx="225">
                  <c:v>763.64508107232302</c:v>
                </c:pt>
                <c:pt idx="226">
                  <c:v>764.94549147716612</c:v>
                </c:pt>
                <c:pt idx="227">
                  <c:v>766.24103809991277</c:v>
                </c:pt>
                <c:pt idx="228">
                  <c:v>767.53173930428295</c:v>
                </c:pt>
                <c:pt idx="229">
                  <c:v>768.81761338322485</c:v>
                </c:pt>
                <c:pt idx="230">
                  <c:v>770.09867855920152</c:v>
                </c:pt>
                <c:pt idx="231">
                  <c:v>771.37495298449039</c:v>
                </c:pt>
                <c:pt idx="232">
                  <c:v>772.64645474146198</c:v>
                </c:pt>
                <c:pt idx="233">
                  <c:v>773.91320184283404</c:v>
                </c:pt>
                <c:pt idx="234">
                  <c:v>775.17521223201345</c:v>
                </c:pt>
                <c:pt idx="235">
                  <c:v>776.43250378329503</c:v>
                </c:pt>
                <c:pt idx="236">
                  <c:v>777.68509430219774</c:v>
                </c:pt>
                <c:pt idx="237">
                  <c:v>778.93300152572317</c:v>
                </c:pt>
                <c:pt idx="238">
                  <c:v>780.17624312263479</c:v>
                </c:pt>
                <c:pt idx="239">
                  <c:v>781.41483669370189</c:v>
                </c:pt>
                <c:pt idx="240">
                  <c:v>782.64879977201508</c:v>
                </c:pt>
                <c:pt idx="241">
                  <c:v>783.87814982323846</c:v>
                </c:pt>
                <c:pt idx="242">
                  <c:v>785.10290424588152</c:v>
                </c:pt>
                <c:pt idx="243">
                  <c:v>786.32308037155451</c:v>
                </c:pt>
                <c:pt idx="244">
                  <c:v>787.53869546527403</c:v>
                </c:pt>
                <c:pt idx="245">
                  <c:v>788.74976672565481</c:v>
                </c:pt>
                <c:pt idx="246">
                  <c:v>789.95631128528419</c:v>
                </c:pt>
                <c:pt idx="247">
                  <c:v>791.15834621088527</c:v>
                </c:pt>
                <c:pt idx="248">
                  <c:v>792.3558885036515</c:v>
                </c:pt>
                <c:pt idx="249">
                  <c:v>793.54895509943685</c:v>
                </c:pt>
                <c:pt idx="250">
                  <c:v>794.73756286911146</c:v>
                </c:pt>
                <c:pt idx="251">
                  <c:v>795.92172861871427</c:v>
                </c:pt>
                <c:pt idx="252">
                  <c:v>797.10146908981494</c:v>
                </c:pt>
                <c:pt idx="253">
                  <c:v>798.27680095968265</c:v>
                </c:pt>
                <c:pt idx="254">
                  <c:v>799.44774084161656</c:v>
                </c:pt>
                <c:pt idx="255">
                  <c:v>800.61430528513552</c:v>
                </c:pt>
                <c:pt idx="256">
                  <c:v>801.77651077629514</c:v>
                </c:pt>
                <c:pt idx="257">
                  <c:v>802.93437373787322</c:v>
                </c:pt>
                <c:pt idx="258">
                  <c:v>804.08791052968422</c:v>
                </c:pt>
                <c:pt idx="259">
                  <c:v>805.23713744880672</c:v>
                </c:pt>
                <c:pt idx="260">
                  <c:v>806.38207072980765</c:v>
                </c:pt>
                <c:pt idx="261">
                  <c:v>807.52272654503975</c:v>
                </c:pt>
                <c:pt idx="262">
                  <c:v>808.65912100482797</c:v>
                </c:pt>
                <c:pt idx="263">
                  <c:v>809.79127015779159</c:v>
                </c:pt>
                <c:pt idx="264">
                  <c:v>810.91918999102438</c:v>
                </c:pt>
                <c:pt idx="265">
                  <c:v>812.04289643037555</c:v>
                </c:pt>
                <c:pt idx="266">
                  <c:v>813.16240534067094</c:v>
                </c:pt>
                <c:pt idx="267">
                  <c:v>814.27773252599081</c:v>
                </c:pt>
                <c:pt idx="268">
                  <c:v>815.38889372984715</c:v>
                </c:pt>
                <c:pt idx="269">
                  <c:v>816.49590463549953</c:v>
                </c:pt>
                <c:pt idx="270">
                  <c:v>817.59878086614617</c:v>
                </c:pt>
                <c:pt idx="271">
                  <c:v>818.69753798517183</c:v>
                </c:pt>
                <c:pt idx="272">
                  <c:v>819.79219149639448</c:v>
                </c:pt>
                <c:pt idx="273">
                  <c:v>820.88275684429118</c:v>
                </c:pt>
                <c:pt idx="274">
                  <c:v>821.96924941422708</c:v>
                </c:pt>
                <c:pt idx="275">
                  <c:v>823.05168453273541</c:v>
                </c:pt>
                <c:pt idx="276">
                  <c:v>824.13007746767414</c:v>
                </c:pt>
                <c:pt idx="277">
                  <c:v>825.20444342853398</c:v>
                </c:pt>
                <c:pt idx="278">
                  <c:v>826.2747975665967</c:v>
                </c:pt>
                <c:pt idx="279">
                  <c:v>827.34115497523419</c:v>
                </c:pt>
                <c:pt idx="280">
                  <c:v>828.40353069010575</c:v>
                </c:pt>
                <c:pt idx="281">
                  <c:v>829.46193968938542</c:v>
                </c:pt>
                <c:pt idx="282">
                  <c:v>830.51639689397382</c:v>
                </c:pt>
                <c:pt idx="283">
                  <c:v>831.56691716777163</c:v>
                </c:pt>
                <c:pt idx="284">
                  <c:v>832.61351531786079</c:v>
                </c:pt>
                <c:pt idx="285">
                  <c:v>833.65620609474911</c:v>
                </c:pt>
                <c:pt idx="286">
                  <c:v>834.69500419258327</c:v>
                </c:pt>
                <c:pt idx="287">
                  <c:v>835.72992424938684</c:v>
                </c:pt>
                <c:pt idx="288">
                  <c:v>836.76098084726004</c:v>
                </c:pt>
                <c:pt idx="289">
                  <c:v>837.78818851263679</c:v>
                </c:pt>
                <c:pt idx="290">
                  <c:v>838.81156171645409</c:v>
                </c:pt>
                <c:pt idx="291">
                  <c:v>839.83111487440976</c:v>
                </c:pt>
                <c:pt idx="292">
                  <c:v>840.84686234718004</c:v>
                </c:pt>
                <c:pt idx="293">
                  <c:v>841.85881844059327</c:v>
                </c:pt>
                <c:pt idx="294">
                  <c:v>842.86699740592599</c:v>
                </c:pt>
                <c:pt idx="295">
                  <c:v>843.87141344001293</c:v>
                </c:pt>
                <c:pt idx="296">
                  <c:v>844.872080685573</c:v>
                </c:pt>
                <c:pt idx="297">
                  <c:v>845.86901323132054</c:v>
                </c:pt>
                <c:pt idx="298">
                  <c:v>846.86222511225537</c:v>
                </c:pt>
                <c:pt idx="299">
                  <c:v>847.85173030985356</c:v>
                </c:pt>
                <c:pt idx="300">
                  <c:v>848.83754275222577</c:v>
                </c:pt>
                <c:pt idx="301">
                  <c:v>849.81967631440955</c:v>
                </c:pt>
                <c:pt idx="302">
                  <c:v>850.79814481852213</c:v>
                </c:pt>
                <c:pt idx="303">
                  <c:v>851.77296203400078</c:v>
                </c:pt>
                <c:pt idx="304">
                  <c:v>852.74414167776661</c:v>
                </c:pt>
                <c:pt idx="305">
                  <c:v>853.71169741447352</c:v>
                </c:pt>
                <c:pt idx="306">
                  <c:v>854.6756428567237</c:v>
                </c:pt>
                <c:pt idx="307">
                  <c:v>855.63599156520536</c:v>
                </c:pt>
                <c:pt idx="308">
                  <c:v>856.59275704897368</c:v>
                </c:pt>
                <c:pt idx="309">
                  <c:v>857.54595276559212</c:v>
                </c:pt>
                <c:pt idx="310">
                  <c:v>858.49559212138377</c:v>
                </c:pt>
                <c:pt idx="311">
                  <c:v>859.4416884715929</c:v>
                </c:pt>
                <c:pt idx="312">
                  <c:v>860.38425512061326</c:v>
                </c:pt>
                <c:pt idx="313">
                  <c:v>861.32330532216804</c:v>
                </c:pt>
                <c:pt idx="314">
                  <c:v>862.25885227953233</c:v>
                </c:pt>
                <c:pt idx="315">
                  <c:v>863.19090914568767</c:v>
                </c:pt>
                <c:pt idx="316">
                  <c:v>864.11948902359359</c:v>
                </c:pt>
                <c:pt idx="317">
                  <c:v>865.04460496628792</c:v>
                </c:pt>
                <c:pt idx="318">
                  <c:v>865.96626997716487</c:v>
                </c:pt>
                <c:pt idx="319">
                  <c:v>866.8844970101278</c:v>
                </c:pt>
                <c:pt idx="320">
                  <c:v>867.79929896979365</c:v>
                </c:pt>
                <c:pt idx="321">
                  <c:v>868.71068871168086</c:v>
                </c:pt>
                <c:pt idx="322">
                  <c:v>869.61867904240069</c:v>
                </c:pt>
                <c:pt idx="323">
                  <c:v>870.52328271986323</c:v>
                </c:pt>
                <c:pt idx="324">
                  <c:v>871.42451245347115</c:v>
                </c:pt>
                <c:pt idx="325">
                  <c:v>872.32238090425062</c:v>
                </c:pt>
                <c:pt idx="326">
                  <c:v>873.21690068512612</c:v>
                </c:pt>
                <c:pt idx="327">
                  <c:v>874.10808436106117</c:v>
                </c:pt>
                <c:pt idx="328">
                  <c:v>874.99594444924765</c:v>
                </c:pt>
                <c:pt idx="329">
                  <c:v>875.88049341930662</c:v>
                </c:pt>
                <c:pt idx="330">
                  <c:v>876.7617436934388</c:v>
                </c:pt>
                <c:pt idx="331">
                  <c:v>877.63970764666783</c:v>
                </c:pt>
                <c:pt idx="332">
                  <c:v>878.51439760700214</c:v>
                </c:pt>
                <c:pt idx="333">
                  <c:v>879.38582585556696</c:v>
                </c:pt>
                <c:pt idx="334">
                  <c:v>880.25400462684433</c:v>
                </c:pt>
                <c:pt idx="335">
                  <c:v>881.1189461088735</c:v>
                </c:pt>
                <c:pt idx="336">
                  <c:v>881.98066244337076</c:v>
                </c:pt>
                <c:pt idx="337">
                  <c:v>882.83916572593023</c:v>
                </c:pt>
                <c:pt idx="338">
                  <c:v>883.69446800624792</c:v>
                </c:pt>
                <c:pt idx="339">
                  <c:v>884.54658128823667</c:v>
                </c:pt>
                <c:pt idx="340">
                  <c:v>885.39551753022806</c:v>
                </c:pt>
                <c:pt idx="341">
                  <c:v>886.24128864518457</c:v>
                </c:pt>
                <c:pt idx="342">
                  <c:v>887.08390650082765</c:v>
                </c:pt>
                <c:pt idx="343">
                  <c:v>887.92338291983572</c:v>
                </c:pt>
                <c:pt idx="344">
                  <c:v>888.75972968001929</c:v>
                </c:pt>
                <c:pt idx="345">
                  <c:v>889.59295851449349</c:v>
                </c:pt>
                <c:pt idx="346">
                  <c:v>890.42308111185969</c:v>
                </c:pt>
                <c:pt idx="347">
                  <c:v>891.2501091163623</c:v>
                </c:pt>
                <c:pt idx="348">
                  <c:v>892.07405412807634</c:v>
                </c:pt>
                <c:pt idx="349">
                  <c:v>892.89492770305969</c:v>
                </c:pt>
                <c:pt idx="350">
                  <c:v>893.71274135355463</c:v>
                </c:pt>
                <c:pt idx="351">
                  <c:v>894.52750654814361</c:v>
                </c:pt>
                <c:pt idx="352">
                  <c:v>895.33923471190599</c:v>
                </c:pt>
                <c:pt idx="353">
                  <c:v>896.14793722661238</c:v>
                </c:pt>
                <c:pt idx="354">
                  <c:v>896.9536254308648</c:v>
                </c:pt>
                <c:pt idx="355">
                  <c:v>897.7563106202922</c:v>
                </c:pt>
                <c:pt idx="356">
                  <c:v>898.55600404768506</c:v>
                </c:pt>
                <c:pt idx="357">
                  <c:v>899.3527169232085</c:v>
                </c:pt>
                <c:pt idx="358">
                  <c:v>900.14646041451033</c:v>
                </c:pt>
                <c:pt idx="359">
                  <c:v>900.93724564693321</c:v>
                </c:pt>
                <c:pt idx="360">
                  <c:v>901.72508370366836</c:v>
                </c:pt>
                <c:pt idx="361">
                  <c:v>902.50998562590985</c:v>
                </c:pt>
                <c:pt idx="362">
                  <c:v>903.29196241300031</c:v>
                </c:pt>
                <c:pt idx="363">
                  <c:v>904.07102502263422</c:v>
                </c:pt>
                <c:pt idx="364">
                  <c:v>904.84718437099139</c:v>
                </c:pt>
                <c:pt idx="365">
                  <c:v>905.62045133291247</c:v>
                </c:pt>
                <c:pt idx="366">
                  <c:v>906.39083674203903</c:v>
                </c:pt>
                <c:pt idx="367">
                  <c:v>907.15835139100022</c:v>
                </c:pt>
                <c:pt idx="368">
                  <c:v>907.92300603155081</c:v>
                </c:pt>
                <c:pt idx="369">
                  <c:v>908.68481137474339</c:v>
                </c:pt>
                <c:pt idx="370">
                  <c:v>909.44377809105413</c:v>
                </c:pt>
                <c:pt idx="371">
                  <c:v>910.19991681059776</c:v>
                </c:pt>
                <c:pt idx="372">
                  <c:v>910.95323812324045</c:v>
                </c:pt>
                <c:pt idx="373">
                  <c:v>911.70375257876196</c:v>
                </c:pt>
                <c:pt idx="374">
                  <c:v>912.45147068702329</c:v>
                </c:pt>
                <c:pt idx="375">
                  <c:v>913.19640291810151</c:v>
                </c:pt>
                <c:pt idx="376">
                  <c:v>913.93855970247103</c:v>
                </c:pt>
                <c:pt idx="377">
                  <c:v>914.67795143112357</c:v>
                </c:pt>
                <c:pt idx="378">
                  <c:v>915.41458845576335</c:v>
                </c:pt>
                <c:pt idx="379">
                  <c:v>916.14848108891817</c:v>
                </c:pt>
                <c:pt idx="380">
                  <c:v>916.87963960409161</c:v>
                </c:pt>
                <c:pt idx="381">
                  <c:v>917.60807423597566</c:v>
                </c:pt>
                <c:pt idx="382">
                  <c:v>918.33379518051186</c:v>
                </c:pt>
                <c:pt idx="383">
                  <c:v>919.05681259510129</c:v>
                </c:pt>
                <c:pt idx="384">
                  <c:v>919.77713659873689</c:v>
                </c:pt>
                <c:pt idx="385">
                  <c:v>920.49477727214651</c:v>
                </c:pt>
                <c:pt idx="386">
                  <c:v>921.20974465796337</c:v>
                </c:pt>
                <c:pt idx="387">
                  <c:v>921.92204876082587</c:v>
                </c:pt>
                <c:pt idx="388">
                  <c:v>922.63169954756779</c:v>
                </c:pt>
                <c:pt idx="389">
                  <c:v>923.33870694736947</c:v>
                </c:pt>
                <c:pt idx="390">
                  <c:v>924.04308085184539</c:v>
                </c:pt>
                <c:pt idx="391">
                  <c:v>924.74483111526888</c:v>
                </c:pt>
                <c:pt idx="392">
                  <c:v>925.44396755465255</c:v>
                </c:pt>
                <c:pt idx="393">
                  <c:v>926.14049994991012</c:v>
                </c:pt>
                <c:pt idx="394">
                  <c:v>926.83443804401304</c:v>
                </c:pt>
                <c:pt idx="395">
                  <c:v>927.5257915431331</c:v>
                </c:pt>
                <c:pt idx="396">
                  <c:v>928.2145701167608</c:v>
                </c:pt>
                <c:pt idx="397">
                  <c:v>928.90078339785975</c:v>
                </c:pt>
                <c:pt idx="398">
                  <c:v>929.58444098303528</c:v>
                </c:pt>
                <c:pt idx="399">
                  <c:v>930.26555243260987</c:v>
                </c:pt>
                <c:pt idx="400">
                  <c:v>930.94412727083636</c:v>
                </c:pt>
                <c:pt idx="401">
                  <c:v>931.62017498600085</c:v>
                </c:pt>
                <c:pt idx="402">
                  <c:v>932.29370503052178</c:v>
                </c:pt>
                <c:pt idx="403">
                  <c:v>932.96472682116882</c:v>
                </c:pt>
                <c:pt idx="404">
                  <c:v>933.63324973914746</c:v>
                </c:pt>
                <c:pt idx="405">
                  <c:v>934.29928313026471</c:v>
                </c:pt>
                <c:pt idx="406">
                  <c:v>934.96283630502398</c:v>
                </c:pt>
                <c:pt idx="407">
                  <c:v>935.62391853880035</c:v>
                </c:pt>
                <c:pt idx="408">
                  <c:v>936.28253907195631</c:v>
                </c:pt>
                <c:pt idx="409">
                  <c:v>936.93870711000227</c:v>
                </c:pt>
                <c:pt idx="410">
                  <c:v>937.59243182368868</c:v>
                </c:pt>
                <c:pt idx="411">
                  <c:v>938.24372234915086</c:v>
                </c:pt>
                <c:pt idx="412">
                  <c:v>938.89258778809608</c:v>
                </c:pt>
                <c:pt idx="413">
                  <c:v>939.53903720786218</c:v>
                </c:pt>
                <c:pt idx="414">
                  <c:v>940.18307964157896</c:v>
                </c:pt>
                <c:pt idx="415">
                  <c:v>940.82472408830245</c:v>
                </c:pt>
                <c:pt idx="416">
                  <c:v>941.46397951317465</c:v>
                </c:pt>
                <c:pt idx="417">
                  <c:v>942.10085484748674</c:v>
                </c:pt>
                <c:pt idx="418">
                  <c:v>942.73535898885666</c:v>
                </c:pt>
                <c:pt idx="419">
                  <c:v>943.36750080136687</c:v>
                </c:pt>
                <c:pt idx="420">
                  <c:v>943.99728911564944</c:v>
                </c:pt>
                <c:pt idx="421">
                  <c:v>944.62473272904879</c:v>
                </c:pt>
                <c:pt idx="422">
                  <c:v>945.24984040575532</c:v>
                </c:pt>
                <c:pt idx="423">
                  <c:v>945.87262087688987</c:v>
                </c:pt>
                <c:pt idx="424">
                  <c:v>946.49308284068479</c:v>
                </c:pt>
                <c:pt idx="425">
                  <c:v>947.11123496257358</c:v>
                </c:pt>
                <c:pt idx="426">
                  <c:v>947.72708587531781</c:v>
                </c:pt>
                <c:pt idx="427">
                  <c:v>948.34064417917125</c:v>
                </c:pt>
                <c:pt idx="428">
                  <c:v>948.95191844194619</c:v>
                </c:pt>
                <c:pt idx="429">
                  <c:v>949.56091719916674</c:v>
                </c:pt>
                <c:pt idx="430">
                  <c:v>950.16764895421488</c:v>
                </c:pt>
                <c:pt idx="431">
                  <c:v>950.77212217843532</c:v>
                </c:pt>
                <c:pt idx="432">
                  <c:v>951.37434531121789</c:v>
                </c:pt>
                <c:pt idx="433">
                  <c:v>951.97432676018821</c:v>
                </c:pt>
                <c:pt idx="434">
                  <c:v>952.57207490129474</c:v>
                </c:pt>
                <c:pt idx="435">
                  <c:v>953.16759807891663</c:v>
                </c:pt>
                <c:pt idx="436">
                  <c:v>953.76090460603791</c:v>
                </c:pt>
                <c:pt idx="437">
                  <c:v>954.3520027643109</c:v>
                </c:pt>
                <c:pt idx="438">
                  <c:v>954.94090080416981</c:v>
                </c:pt>
                <c:pt idx="439">
                  <c:v>955.5276069450274</c:v>
                </c:pt>
                <c:pt idx="440">
                  <c:v>956.11212937532684</c:v>
                </c:pt>
                <c:pt idx="441">
                  <c:v>956.69447625264547</c:v>
                </c:pt>
                <c:pt idx="442">
                  <c:v>957.27465570389847</c:v>
                </c:pt>
                <c:pt idx="443">
                  <c:v>957.85267582537938</c:v>
                </c:pt>
                <c:pt idx="444">
                  <c:v>958.42854468288874</c:v>
                </c:pt>
                <c:pt idx="445">
                  <c:v>959.0022703118691</c:v>
                </c:pt>
                <c:pt idx="446">
                  <c:v>959.5738607175274</c:v>
                </c:pt>
                <c:pt idx="447">
                  <c:v>960.14332387493846</c:v>
                </c:pt>
                <c:pt idx="448">
                  <c:v>960.71066772915242</c:v>
                </c:pt>
                <c:pt idx="449">
                  <c:v>961.27590019531306</c:v>
                </c:pt>
                <c:pt idx="450">
                  <c:v>961.83902915878389</c:v>
                </c:pt>
                <c:pt idx="451">
                  <c:v>962.40006247526492</c:v>
                </c:pt>
                <c:pt idx="452">
                  <c:v>962.95900797088541</c:v>
                </c:pt>
                <c:pt idx="453">
                  <c:v>963.51587344231405</c:v>
                </c:pt>
                <c:pt idx="454">
                  <c:v>964.07066665691741</c:v>
                </c:pt>
                <c:pt idx="455">
                  <c:v>964.62339535280432</c:v>
                </c:pt>
                <c:pt idx="456">
                  <c:v>965.17406723900194</c:v>
                </c:pt>
                <c:pt idx="457">
                  <c:v>965.72268999553148</c:v>
                </c:pt>
                <c:pt idx="458">
                  <c:v>966.26927127352144</c:v>
                </c:pt>
                <c:pt idx="459">
                  <c:v>966.81381869532026</c:v>
                </c:pt>
                <c:pt idx="460">
                  <c:v>967.35633985461038</c:v>
                </c:pt>
                <c:pt idx="461">
                  <c:v>967.89684231651347</c:v>
                </c:pt>
                <c:pt idx="462">
                  <c:v>968.43533361771892</c:v>
                </c:pt>
                <c:pt idx="463">
                  <c:v>968.97182126655014</c:v>
                </c:pt>
                <c:pt idx="464">
                  <c:v>969.50631274310206</c:v>
                </c:pt>
                <c:pt idx="465">
                  <c:v>970.03881549937466</c:v>
                </c:pt>
                <c:pt idx="466">
                  <c:v>970.56933695932946</c:v>
                </c:pt>
                <c:pt idx="467">
                  <c:v>971.0978845189843</c:v>
                </c:pt>
                <c:pt idx="468">
                  <c:v>971.6244655466154</c:v>
                </c:pt>
                <c:pt idx="469">
                  <c:v>972.14908738277757</c:v>
                </c:pt>
                <c:pt idx="470">
                  <c:v>972.67175734040359</c:v>
                </c:pt>
                <c:pt idx="471">
                  <c:v>973.19248270497087</c:v>
                </c:pt>
                <c:pt idx="472">
                  <c:v>973.71127073457819</c:v>
                </c:pt>
                <c:pt idx="473">
                  <c:v>974.22812866003335</c:v>
                </c:pt>
                <c:pt idx="474">
                  <c:v>974.74306368496684</c:v>
                </c:pt>
                <c:pt idx="475">
                  <c:v>975.25608298596217</c:v>
                </c:pt>
                <c:pt idx="476">
                  <c:v>975.7671937125989</c:v>
                </c:pt>
                <c:pt idx="477">
                  <c:v>976.27640298763708</c:v>
                </c:pt>
                <c:pt idx="478">
                  <c:v>976.78371790703045</c:v>
                </c:pt>
                <c:pt idx="479">
                  <c:v>977.28914554011396</c:v>
                </c:pt>
                <c:pt idx="480">
                  <c:v>977.79269292964455</c:v>
                </c:pt>
                <c:pt idx="481">
                  <c:v>978.29436709192544</c:v>
                </c:pt>
                <c:pt idx="482">
                  <c:v>978.79417501690341</c:v>
                </c:pt>
                <c:pt idx="483">
                  <c:v>979.29212366826414</c:v>
                </c:pt>
                <c:pt idx="484">
                  <c:v>979.78821998356011</c:v>
                </c:pt>
                <c:pt idx="485">
                  <c:v>980.28247087424825</c:v>
                </c:pt>
                <c:pt idx="486">
                  <c:v>980.77488322588113</c:v>
                </c:pt>
                <c:pt idx="487">
                  <c:v>981.26546389810289</c:v>
                </c:pt>
                <c:pt idx="488">
                  <c:v>981.75421972483946</c:v>
                </c:pt>
                <c:pt idx="489">
                  <c:v>982.24115751433362</c:v>
                </c:pt>
                <c:pt idx="490">
                  <c:v>982.72628404926775</c:v>
                </c:pt>
                <c:pt idx="491">
                  <c:v>983.20960608686551</c:v>
                </c:pt>
                <c:pt idx="492">
                  <c:v>983.69113035895396</c:v>
                </c:pt>
                <c:pt idx="493">
                  <c:v>984.17086357213884</c:v>
                </c:pt>
                <c:pt idx="494">
                  <c:v>984.64881240780642</c:v>
                </c:pt>
                <c:pt idx="495">
                  <c:v>985.12498352227772</c:v>
                </c:pt>
                <c:pt idx="496">
                  <c:v>985.59938354689302</c:v>
                </c:pt>
                <c:pt idx="497">
                  <c:v>986.07201908809611</c:v>
                </c:pt>
                <c:pt idx="498">
                  <c:v>986.54289672752839</c:v>
                </c:pt>
                <c:pt idx="499">
                  <c:v>987.01202302214472</c:v>
                </c:pt>
                <c:pt idx="500">
                  <c:v>987.47940450428609</c:v>
                </c:pt>
                <c:pt idx="501">
                  <c:v>987.94504768177137</c:v>
                </c:pt>
                <c:pt idx="502">
                  <c:v>988.40895903802618</c:v>
                </c:pt>
                <c:pt idx="503">
                  <c:v>988.8711450321058</c:v>
                </c:pt>
                <c:pt idx="504">
                  <c:v>989.33161209886464</c:v>
                </c:pt>
                <c:pt idx="505">
                  <c:v>989.79036664901662</c:v>
                </c:pt>
                <c:pt idx="506">
                  <c:v>990.2474150691952</c:v>
                </c:pt>
                <c:pt idx="507">
                  <c:v>990.70276372209469</c:v>
                </c:pt>
                <c:pt idx="508">
                  <c:v>991.1564189465463</c:v>
                </c:pt>
                <c:pt idx="509">
                  <c:v>991.60838705758101</c:v>
                </c:pt>
                <c:pt idx="510">
                  <c:v>992.05867434654965</c:v>
                </c:pt>
                <c:pt idx="511">
                  <c:v>992.50728708123563</c:v>
                </c:pt>
                <c:pt idx="512">
                  <c:v>992.95423150585862</c:v>
                </c:pt>
                <c:pt idx="513">
                  <c:v>993.39951384126084</c:v>
                </c:pt>
                <c:pt idx="514">
                  <c:v>993.84314028495191</c:v>
                </c:pt>
                <c:pt idx="515">
                  <c:v>994.2851170111685</c:v>
                </c:pt>
                <c:pt idx="516">
                  <c:v>994.72545017104574</c:v>
                </c:pt>
                <c:pt idx="517">
                  <c:v>995.16414589260228</c:v>
                </c:pt>
                <c:pt idx="518">
                  <c:v>995.60121028090816</c:v>
                </c:pt>
                <c:pt idx="519">
                  <c:v>996.03664941813474</c:v>
                </c:pt>
                <c:pt idx="520">
                  <c:v>996.47046936364927</c:v>
                </c:pt>
                <c:pt idx="521">
                  <c:v>996.9026761541021</c:v>
                </c:pt>
                <c:pt idx="522">
                  <c:v>997.33327580351545</c:v>
                </c:pt>
                <c:pt idx="523">
                  <c:v>997.7622743033653</c:v>
                </c:pt>
                <c:pt idx="524">
                  <c:v>998.18967762267289</c:v>
                </c:pt>
                <c:pt idx="525">
                  <c:v>998.61549170807336</c:v>
                </c:pt>
                <c:pt idx="526">
                  <c:v>999.03972248391381</c:v>
                </c:pt>
                <c:pt idx="527">
                  <c:v>999.46237585234928</c:v>
                </c:pt>
                <c:pt idx="528">
                  <c:v>999.88345769340515</c:v>
                </c:pt>
                <c:pt idx="529">
                  <c:v>1000.302973865072</c:v>
                </c:pt>
                <c:pt idx="530">
                  <c:v>1000.7209302033716</c:v>
                </c:pt>
                <c:pt idx="531">
                  <c:v>1001.1373325224879</c:v>
                </c:pt>
                <c:pt idx="532">
                  <c:v>1001.5521866147865</c:v>
                </c:pt>
                <c:pt idx="533">
                  <c:v>1001.9654982509522</c:v>
                </c:pt>
                <c:pt idx="534">
                  <c:v>1002.377273180037</c:v>
                </c:pt>
                <c:pt idx="535">
                  <c:v>1002.7875171295293</c:v>
                </c:pt>
                <c:pt idx="536">
                  <c:v>1003.1962358055118</c:v>
                </c:pt>
                <c:pt idx="537">
                  <c:v>1003.6034348926339</c:v>
                </c:pt>
                <c:pt idx="538">
                  <c:v>1004.0091200542968</c:v>
                </c:pt>
                <c:pt idx="539">
                  <c:v>1004.4132969326275</c:v>
                </c:pt>
                <c:pt idx="540">
                  <c:v>1004.8159711486938</c:v>
                </c:pt>
                <c:pt idx="541">
                  <c:v>1005.2171483024431</c:v>
                </c:pt>
                <c:pt idx="542">
                  <c:v>1005.6168339728773</c:v>
                </c:pt>
                <c:pt idx="543">
                  <c:v>1006.0150337180989</c:v>
                </c:pt>
                <c:pt idx="544">
                  <c:v>1006.4117530753725</c:v>
                </c:pt>
                <c:pt idx="545">
                  <c:v>1006.8069975612633</c:v>
                </c:pt>
                <c:pt idx="546">
                  <c:v>1007.2007726716458</c:v>
                </c:pt>
                <c:pt idx="547">
                  <c:v>1007.5930838818247</c:v>
                </c:pt>
                <c:pt idx="548">
                  <c:v>1007.9839366465867</c:v>
                </c:pt>
                <c:pt idx="549">
                  <c:v>1008.3733364003149</c:v>
                </c:pt>
                <c:pt idx="550">
                  <c:v>1008.7612885570378</c:v>
                </c:pt>
                <c:pt idx="551">
                  <c:v>1009.1477985104947</c:v>
                </c:pt>
                <c:pt idx="552">
                  <c:v>1009.5328716342588</c:v>
                </c:pt>
                <c:pt idx="553">
                  <c:v>1009.9165132817409</c:v>
                </c:pt>
                <c:pt idx="554">
                  <c:v>1010.2987287863596</c:v>
                </c:pt>
                <c:pt idx="555">
                  <c:v>1010.6795234615337</c:v>
                </c:pt>
                <c:pt idx="556">
                  <c:v>1011.0589026008023</c:v>
                </c:pt>
                <c:pt idx="557">
                  <c:v>1011.4368714778856</c:v>
                </c:pt>
                <c:pt idx="558">
                  <c:v>1011.8134353467683</c:v>
                </c:pt>
                <c:pt idx="559">
                  <c:v>1012.188599441758</c:v>
                </c:pt>
                <c:pt idx="560">
                  <c:v>1012.5623689775759</c:v>
                </c:pt>
                <c:pt idx="561">
                  <c:v>1012.9347491494316</c:v>
                </c:pt>
                <c:pt idx="562">
                  <c:v>1013.3057451330832</c:v>
                </c:pt>
                <c:pt idx="563">
                  <c:v>1013.6753620849158</c:v>
                </c:pt>
                <c:pt idx="564">
                  <c:v>1014.0436051420179</c:v>
                </c:pt>
                <c:pt idx="565">
                  <c:v>1014.410479422255</c:v>
                </c:pt>
                <c:pt idx="566">
                  <c:v>1014.7759900243523</c:v>
                </c:pt>
                <c:pt idx="567">
                  <c:v>1015.1401420279416</c:v>
                </c:pt>
                <c:pt idx="568">
                  <c:v>1015.5029404936438</c:v>
                </c:pt>
                <c:pt idx="569">
                  <c:v>1015.864390463154</c:v>
                </c:pt>
                <c:pt idx="570">
                  <c:v>1016.2244969592973</c:v>
                </c:pt>
                <c:pt idx="571">
                  <c:v>1016.5832649861316</c:v>
                </c:pt>
                <c:pt idx="572">
                  <c:v>1016.9406995289374</c:v>
                </c:pt>
                <c:pt idx="573">
                  <c:v>1017.2968055543953</c:v>
                </c:pt>
                <c:pt idx="574">
                  <c:v>1017.6515880105886</c:v>
                </c:pt>
                <c:pt idx="575">
                  <c:v>1018.0050518270751</c:v>
                </c:pt>
                <c:pt idx="576">
                  <c:v>1018.3572019150132</c:v>
                </c:pt>
                <c:pt idx="577">
                  <c:v>1018.7080431671297</c:v>
                </c:pt>
                <c:pt idx="578">
                  <c:v>1019.0575804579051</c:v>
                </c:pt>
                <c:pt idx="579">
                  <c:v>1019.4058186435648</c:v>
                </c:pt>
                <c:pt idx="580">
                  <c:v>1019.7527625621636</c:v>
                </c:pt>
                <c:pt idx="581">
                  <c:v>1020.0984170336682</c:v>
                </c:pt>
                <c:pt idx="582">
                  <c:v>1020.4427868600128</c:v>
                </c:pt>
                <c:pt idx="583">
                  <c:v>1020.7858768252033</c:v>
                </c:pt>
                <c:pt idx="584">
                  <c:v>1021.1276916953194</c:v>
                </c:pt>
                <c:pt idx="585">
                  <c:v>1021.4682362186078</c:v>
                </c:pt>
                <c:pt idx="586">
                  <c:v>1021.807515125619</c:v>
                </c:pt>
                <c:pt idx="587">
                  <c:v>1022.1455331291457</c:v>
                </c:pt>
                <c:pt idx="588">
                  <c:v>1022.4822949244029</c:v>
                </c:pt>
                <c:pt idx="589">
                  <c:v>1022.8178051890145</c:v>
                </c:pt>
                <c:pt idx="590">
                  <c:v>1023.1520685831579</c:v>
                </c:pt>
                <c:pt idx="591">
                  <c:v>1023.4850897495688</c:v>
                </c:pt>
                <c:pt idx="592">
                  <c:v>1023.8168733135869</c:v>
                </c:pt>
                <c:pt idx="593">
                  <c:v>1024.1474238833284</c:v>
                </c:pt>
                <c:pt idx="594">
                  <c:v>1024.4767460496171</c:v>
                </c:pt>
                <c:pt idx="595">
                  <c:v>1024.8048443861635</c:v>
                </c:pt>
                <c:pt idx="596">
                  <c:v>1025.13172344955</c:v>
                </c:pt>
                <c:pt idx="597">
                  <c:v>1025.4573877793557</c:v>
                </c:pt>
                <c:pt idx="598">
                  <c:v>1025.7818418981406</c:v>
                </c:pt>
                <c:pt idx="599">
                  <c:v>1026.1050903116154</c:v>
                </c:pt>
                <c:pt idx="600">
                  <c:v>1026.4271375086071</c:v>
                </c:pt>
                <c:pt idx="601">
                  <c:v>1026.7479879612038</c:v>
                </c:pt>
                <c:pt idx="602">
                  <c:v>1027.0676461247431</c:v>
                </c:pt>
                <c:pt idx="603">
                  <c:v>1027.3861164379286</c:v>
                </c:pt>
                <c:pt idx="604">
                  <c:v>1027.7034033228665</c:v>
                </c:pt>
                <c:pt idx="605">
                  <c:v>1028.019511185164</c:v>
                </c:pt>
                <c:pt idx="606">
                  <c:v>1028.3344444139209</c:v>
                </c:pt>
                <c:pt idx="607">
                  <c:v>1028.6482073818577</c:v>
                </c:pt>
                <c:pt idx="608">
                  <c:v>1028.9608044453753</c:v>
                </c:pt>
                <c:pt idx="609">
                  <c:v>1029.2722399445631</c:v>
                </c:pt>
                <c:pt idx="610">
                  <c:v>1029.5825182033059</c:v>
                </c:pt>
                <c:pt idx="611">
                  <c:v>1029.8916435293249</c:v>
                </c:pt>
                <c:pt idx="612">
                  <c:v>1030.1996202142627</c:v>
                </c:pt>
                <c:pt idx="613">
                  <c:v>1030.5064525337166</c:v>
                </c:pt>
                <c:pt idx="614">
                  <c:v>1030.8121447473036</c:v>
                </c:pt>
                <c:pt idx="615">
                  <c:v>1031.1167010987408</c:v>
                </c:pt>
                <c:pt idx="616">
                  <c:v>1031.4201258158892</c:v>
                </c:pt>
                <c:pt idx="617">
                  <c:v>1031.7224231107937</c:v>
                </c:pt>
                <c:pt idx="618">
                  <c:v>1032.0235971797963</c:v>
                </c:pt>
                <c:pt idx="619">
                  <c:v>1032.323652203542</c:v>
                </c:pt>
                <c:pt idx="620">
                  <c:v>1032.6225923470599</c:v>
                </c:pt>
                <c:pt idx="621">
                  <c:v>1032.9204217598274</c:v>
                </c:pt>
                <c:pt idx="622">
                  <c:v>1033.2171445758195</c:v>
                </c:pt>
                <c:pt idx="623">
                  <c:v>1033.5127649135893</c:v>
                </c:pt>
                <c:pt idx="624">
                  <c:v>1033.8072868762708</c:v>
                </c:pt>
                <c:pt idx="625">
                  <c:v>1034.1007145516926</c:v>
                </c:pt>
                <c:pt idx="626">
                  <c:v>1034.39305201241</c:v>
                </c:pt>
                <c:pt idx="627">
                  <c:v>1034.6843033157938</c:v>
                </c:pt>
                <c:pt idx="628">
                  <c:v>1034.9744725040314</c:v>
                </c:pt>
                <c:pt idx="629">
                  <c:v>1035.2635636042232</c:v>
                </c:pt>
                <c:pt idx="630">
                  <c:v>1035.5515806284243</c:v>
                </c:pt>
                <c:pt idx="631">
                  <c:v>1035.8385275737267</c:v>
                </c:pt>
                <c:pt idx="632">
                  <c:v>1036.1244084222783</c:v>
                </c:pt>
                <c:pt idx="633">
                  <c:v>1036.4092271413792</c:v>
                </c:pt>
                <c:pt idx="634">
                  <c:v>1036.6929876834779</c:v>
                </c:pt>
                <c:pt idx="635">
                  <c:v>1036.9756939862989</c:v>
                </c:pt>
                <c:pt idx="636">
                  <c:v>1037.2573499728649</c:v>
                </c:pt>
                <c:pt idx="637">
                  <c:v>1037.537959551516</c:v>
                </c:pt>
                <c:pt idx="638">
                  <c:v>1037.8175266160351</c:v>
                </c:pt>
                <c:pt idx="639">
                  <c:v>1038.0960550456512</c:v>
                </c:pt>
                <c:pt idx="640">
                  <c:v>1038.3735487051301</c:v>
                </c:pt>
                <c:pt idx="641">
                  <c:v>1038.6500114447756</c:v>
                </c:pt>
                <c:pt idx="642">
                  <c:v>1038.9254471005529</c:v>
                </c:pt>
                <c:pt idx="643">
                  <c:v>1039.1998594940801</c:v>
                </c:pt>
                <c:pt idx="644">
                  <c:v>1039.4732524327239</c:v>
                </c:pt>
                <c:pt idx="645">
                  <c:v>1039.7456297096253</c:v>
                </c:pt>
                <c:pt idx="646">
                  <c:v>1040.0169951037922</c:v>
                </c:pt>
                <c:pt idx="647">
                  <c:v>1040.2873523800943</c:v>
                </c:pt>
                <c:pt idx="648">
                  <c:v>1040.5567052893739</c:v>
                </c:pt>
                <c:pt idx="649">
                  <c:v>1040.8250575684669</c:v>
                </c:pt>
                <c:pt idx="650">
                  <c:v>1041.0924129402511</c:v>
                </c:pt>
                <c:pt idx="651">
                  <c:v>1041.3587751137125</c:v>
                </c:pt>
                <c:pt idx="652">
                  <c:v>1041.6241477840138</c:v>
                </c:pt>
                <c:pt idx="653">
                  <c:v>1041.8885346325071</c:v>
                </c:pt>
                <c:pt idx="654">
                  <c:v>1042.1519393267918</c:v>
                </c:pt>
                <c:pt idx="655">
                  <c:v>1042.414365520815</c:v>
                </c:pt>
                <c:pt idx="656">
                  <c:v>1042.6758168548743</c:v>
                </c:pt>
                <c:pt idx="657">
                  <c:v>1042.9362969556705</c:v>
                </c:pt>
                <c:pt idx="658">
                  <c:v>1043.1958094363895</c:v>
                </c:pt>
                <c:pt idx="659">
                  <c:v>1043.454357896715</c:v>
                </c:pt>
                <c:pt idx="660">
                  <c:v>1043.7119459229182</c:v>
                </c:pt>
                <c:pt idx="661">
                  <c:v>1043.9685770878691</c:v>
                </c:pt>
                <c:pt idx="662">
                  <c:v>1044.2242549511213</c:v>
                </c:pt>
                <c:pt idx="663">
                  <c:v>1044.4789830589398</c:v>
                </c:pt>
                <c:pt idx="664">
                  <c:v>1044.7327649443587</c:v>
                </c:pt>
                <c:pt idx="665">
                  <c:v>1044.9856041272421</c:v>
                </c:pt>
                <c:pt idx="666">
                  <c:v>1045.2375041143011</c:v>
                </c:pt>
                <c:pt idx="667">
                  <c:v>1045.488468399164</c:v>
                </c:pt>
                <c:pt idx="668">
                  <c:v>1045.7385004624612</c:v>
                </c:pt>
                <c:pt idx="669">
                  <c:v>1045.9876037718</c:v>
                </c:pt>
                <c:pt idx="670">
                  <c:v>1046.2357817818572</c:v>
                </c:pt>
                <c:pt idx="671">
                  <c:v>1046.4830379344264</c:v>
                </c:pt>
                <c:pt idx="672">
                  <c:v>1046.7293756584811</c:v>
                </c:pt>
                <c:pt idx="673">
                  <c:v>1046.9747983701718</c:v>
                </c:pt>
                <c:pt idx="674">
                  <c:v>1047.2193094729221</c:v>
                </c:pt>
                <c:pt idx="675">
                  <c:v>1047.4629123574562</c:v>
                </c:pt>
                <c:pt idx="676">
                  <c:v>1047.7056104018704</c:v>
                </c:pt>
                <c:pt idx="677">
                  <c:v>1047.9474069716323</c:v>
                </c:pt>
                <c:pt idx="678">
                  <c:v>1048.1883054196646</c:v>
                </c:pt>
                <c:pt idx="679">
                  <c:v>1048.4283090863851</c:v>
                </c:pt>
                <c:pt idx="680">
                  <c:v>1048.6674212997684</c:v>
                </c:pt>
                <c:pt idx="681">
                  <c:v>1048.9056453753599</c:v>
                </c:pt>
                <c:pt idx="682">
                  <c:v>1049.1429846163323</c:v>
                </c:pt>
                <c:pt idx="683">
                  <c:v>1049.3794423135739</c:v>
                </c:pt>
                <c:pt idx="684">
                  <c:v>1049.6150217456598</c:v>
                </c:pt>
                <c:pt idx="685">
                  <c:v>1049.8497261789551</c:v>
                </c:pt>
                <c:pt idx="686">
                  <c:v>1050.08355886764</c:v>
                </c:pt>
                <c:pt idx="687">
                  <c:v>1050.3165230537804</c:v>
                </c:pt>
                <c:pt idx="688">
                  <c:v>1050.5486219673323</c:v>
                </c:pt>
                <c:pt idx="689">
                  <c:v>1050.7798588261908</c:v>
                </c:pt>
                <c:pt idx="690">
                  <c:v>1051.0102368362941</c:v>
                </c:pt>
                <c:pt idx="691">
                  <c:v>1051.2397591916001</c:v>
                </c:pt>
                <c:pt idx="692">
                  <c:v>1051.4684290741402</c:v>
                </c:pt>
                <c:pt idx="693">
                  <c:v>1051.696249654136</c:v>
                </c:pt>
                <c:pt idx="694">
                  <c:v>1051.923224089913</c:v>
                </c:pt>
                <c:pt idx="695">
                  <c:v>1052.1493555281002</c:v>
                </c:pt>
                <c:pt idx="696">
                  <c:v>1052.3746471035349</c:v>
                </c:pt>
                <c:pt idx="697">
                  <c:v>1052.5991019393939</c:v>
                </c:pt>
                <c:pt idx="698">
                  <c:v>1052.8227231471981</c:v>
                </c:pt>
                <c:pt idx="699">
                  <c:v>1053.0455138268899</c:v>
                </c:pt>
                <c:pt idx="700">
                  <c:v>1053.2674770668284</c:v>
                </c:pt>
                <c:pt idx="701">
                  <c:v>1053.4886159438654</c:v>
                </c:pt>
                <c:pt idx="702">
                  <c:v>1053.7089335233998</c:v>
                </c:pt>
                <c:pt idx="703">
                  <c:v>1053.9284328593694</c:v>
                </c:pt>
                <c:pt idx="704">
                  <c:v>1054.1471169943811</c:v>
                </c:pt>
                <c:pt idx="705">
                  <c:v>1054.364988959642</c:v>
                </c:pt>
                <c:pt idx="706">
                  <c:v>1054.5820517750763</c:v>
                </c:pt>
                <c:pt idx="707">
                  <c:v>1054.7983084493858</c:v>
                </c:pt>
                <c:pt idx="708">
                  <c:v>1055.0137619800196</c:v>
                </c:pt>
                <c:pt idx="709">
                  <c:v>1055.2284153532667</c:v>
                </c:pt>
                <c:pt idx="710">
                  <c:v>1055.442271544287</c:v>
                </c:pt>
                <c:pt idx="711">
                  <c:v>1055.6553335171363</c:v>
                </c:pt>
                <c:pt idx="712">
                  <c:v>1055.8676042248555</c:v>
                </c:pt>
                <c:pt idx="713">
                  <c:v>1056.0790866094444</c:v>
                </c:pt>
                <c:pt idx="714">
                  <c:v>1056.2897836019401</c:v>
                </c:pt>
                <c:pt idx="715">
                  <c:v>1056.4996981224872</c:v>
                </c:pt>
                <c:pt idx="716">
                  <c:v>1056.7088330803176</c:v>
                </c:pt>
                <c:pt idx="717">
                  <c:v>1056.9171913738394</c:v>
                </c:pt>
                <c:pt idx="718">
                  <c:v>1057.1247758906547</c:v>
                </c:pt>
                <c:pt idx="719">
                  <c:v>1057.3315895075723</c:v>
                </c:pt>
                <c:pt idx="720">
                  <c:v>1057.5376350907329</c:v>
                </c:pt>
                <c:pt idx="721">
                  <c:v>1057.1980602947297</c:v>
                </c:pt>
                <c:pt idx="722">
                  <c:v>1056.8622766821313</c:v>
                </c:pt>
                <c:pt idx="723">
                  <c:v>1056.5302183447823</c:v>
                </c:pt>
                <c:pt idx="724">
                  <c:v>1056.2018304195076</c:v>
                </c:pt>
                <c:pt idx="725">
                  <c:v>1055.8770650052397</c:v>
                </c:pt>
                <c:pt idx="726">
                  <c:v>1055.5558787312937</c:v>
                </c:pt>
                <c:pt idx="727">
                  <c:v>1055.2382312842178</c:v>
                </c:pt>
                <c:pt idx="728">
                  <c:v>1054.9240844980809</c:v>
                </c:pt>
                <c:pt idx="729">
                  <c:v>1054.613401780183</c:v>
                </c:pt>
                <c:pt idx="730">
                  <c:v>1054.3061477397641</c:v>
                </c:pt>
                <c:pt idx="731">
                  <c:v>1054.0022879416495</c:v>
                </c:pt>
                <c:pt idx="732">
                  <c:v>1053.7017887381417</c:v>
                </c:pt>
                <c:pt idx="733">
                  <c:v>1053.4046171512448</c:v>
                </c:pt>
                <c:pt idx="734">
                  <c:v>1053.1107407876937</c:v>
                </c:pt>
                <c:pt idx="735">
                  <c:v>1052.8201277760957</c:v>
                </c:pt>
                <c:pt idx="736">
                  <c:v>1052.5327467190962</c:v>
                </c:pt>
                <c:pt idx="737">
                  <c:v>1052.2485666563173</c:v>
                </c:pt>
                <c:pt idx="738">
                  <c:v>1051.9675570347233</c:v>
                </c:pt>
                <c:pt idx="739">
                  <c:v>1051.6896876848102</c:v>
                </c:pt>
                <c:pt idx="740">
                  <c:v>1051.4149288007882</c:v>
                </c:pt>
                <c:pt idx="741">
                  <c:v>1051.1432509241074</c:v>
                </c:pt>
                <c:pt idx="742">
                  <c:v>1050.8746249293979</c:v>
                </c:pt>
                <c:pt idx="743">
                  <c:v>1050.6076017264809</c:v>
                </c:pt>
                <c:pt idx="744">
                  <c:v>1050.342175770721</c:v>
                </c:pt>
                <c:pt idx="745">
                  <c:v>1050.0783415404112</c:v>
                </c:pt>
                <c:pt idx="746">
                  <c:v>1049.8160935315091</c:v>
                </c:pt>
                <c:pt idx="747">
                  <c:v>1049.555426253208</c:v>
                </c:pt>
                <c:pt idx="748">
                  <c:v>1049.2963342242383</c:v>
                </c:pt>
                <c:pt idx="749">
                  <c:v>1049.0388119695972</c:v>
                </c:pt>
                <c:pt idx="750">
                  <c:v>1048.7828540179732</c:v>
                </c:pt>
                <c:pt idx="751">
                  <c:v>1048.5284548993197</c:v>
                </c:pt>
                <c:pt idx="752">
                  <c:v>1048.2756091429974</c:v>
                </c:pt>
                <c:pt idx="753">
                  <c:v>1048.024311276039</c:v>
                </c:pt>
                <c:pt idx="754">
                  <c:v>1047.77455582178</c:v>
                </c:pt>
                <c:pt idx="755">
                  <c:v>1047.5263372986792</c:v>
                </c:pt>
                <c:pt idx="756">
                  <c:v>1047.2796502192218</c:v>
                </c:pt>
                <c:pt idx="757">
                  <c:v>1047.0344890892179</c:v>
                </c:pt>
                <c:pt idx="758">
                  <c:v>1046.7908484069501</c:v>
                </c:pt>
                <c:pt idx="759">
                  <c:v>1046.5487226627306</c:v>
                </c:pt>
                <c:pt idx="760">
                  <c:v>1046.3081063383338</c:v>
                </c:pt>
                <c:pt idx="761">
                  <c:v>1046.0689939067156</c:v>
                </c:pt>
                <c:pt idx="762">
                  <c:v>1045.8313798316476</c:v>
                </c:pt>
                <c:pt idx="763">
                  <c:v>1045.5952585675691</c:v>
                </c:pt>
                <c:pt idx="764">
                  <c:v>1045.3606245594315</c:v>
                </c:pt>
                <c:pt idx="765">
                  <c:v>1045.1274665061503</c:v>
                </c:pt>
                <c:pt idx="766">
                  <c:v>1044.8957732360705</c:v>
                </c:pt>
                <c:pt idx="767">
                  <c:v>1044.6655337047255</c:v>
                </c:pt>
                <c:pt idx="768">
                  <c:v>1044.4367369926672</c:v>
                </c:pt>
                <c:pt idx="769">
                  <c:v>1044.2093723034013</c:v>
                </c:pt>
                <c:pt idx="770">
                  <c:v>1043.9834289613325</c:v>
                </c:pt>
                <c:pt idx="771">
                  <c:v>1043.7588964097813</c:v>
                </c:pt>
                <c:pt idx="772">
                  <c:v>1043.5357642091321</c:v>
                </c:pt>
                <c:pt idx="773">
                  <c:v>1043.3140220348557</c:v>
                </c:pt>
                <c:pt idx="774">
                  <c:v>1043.0936596758254</c:v>
                </c:pt>
                <c:pt idx="775">
                  <c:v>1042.8746670324424</c:v>
                </c:pt>
                <c:pt idx="776">
                  <c:v>1042.6570341149441</c:v>
                </c:pt>
                <c:pt idx="777">
                  <c:v>1042.4407510417411</c:v>
                </c:pt>
                <c:pt idx="778">
                  <c:v>1042.2258080377185</c:v>
                </c:pt>
                <c:pt idx="779">
                  <c:v>1042.0121954326921</c:v>
                </c:pt>
                <c:pt idx="780">
                  <c:v>1041.7999036597703</c:v>
                </c:pt>
                <c:pt idx="781">
                  <c:v>1041.5889232538841</c:v>
                </c:pt>
                <c:pt idx="782">
                  <c:v>1041.3792448501997</c:v>
                </c:pt>
                <c:pt idx="783">
                  <c:v>1041.1708591827291</c:v>
                </c:pt>
                <c:pt idx="784">
                  <c:v>1040.963757082807</c:v>
                </c:pt>
                <c:pt idx="785">
                  <c:v>1040.7579294777308</c:v>
                </c:pt>
                <c:pt idx="786">
                  <c:v>1040.553367389349</c:v>
                </c:pt>
                <c:pt idx="787">
                  <c:v>1040.3500619095603</c:v>
                </c:pt>
                <c:pt idx="788">
                  <c:v>1040.1480041996767</c:v>
                </c:pt>
                <c:pt idx="789">
                  <c:v>1039.9471854898898</c:v>
                </c:pt>
                <c:pt idx="790">
                  <c:v>1039.7475970786918</c:v>
                </c:pt>
                <c:pt idx="791">
                  <c:v>1039.5492303323158</c:v>
                </c:pt>
                <c:pt idx="792">
                  <c:v>1039.3520766841932</c:v>
                </c:pt>
                <c:pt idx="793">
                  <c:v>1039.1561276344248</c:v>
                </c:pt>
                <c:pt idx="794">
                  <c:v>1038.9613747492056</c:v>
                </c:pt>
                <c:pt idx="795">
                  <c:v>1038.7678096603424</c:v>
                </c:pt>
                <c:pt idx="796">
                  <c:v>1038.5754240647252</c:v>
                </c:pt>
                <c:pt idx="797">
                  <c:v>1038.3842097237991</c:v>
                </c:pt>
                <c:pt idx="798">
                  <c:v>1038.1941584630888</c:v>
                </c:pt>
                <c:pt idx="799">
                  <c:v>1038.0052621716443</c:v>
                </c:pt>
                <c:pt idx="800">
                  <c:v>1037.8175128016135</c:v>
                </c:pt>
                <c:pt idx="801">
                  <c:v>1037.6309023677061</c:v>
                </c:pt>
                <c:pt idx="802">
                  <c:v>1037.4454229467428</c:v>
                </c:pt>
                <c:pt idx="803">
                  <c:v>1037.2610666771438</c:v>
                </c:pt>
                <c:pt idx="804">
                  <c:v>1037.077825758468</c:v>
                </c:pt>
                <c:pt idx="805">
                  <c:v>1036.8956924509639</c:v>
                </c:pt>
                <c:pt idx="806">
                  <c:v>1036.7146590750683</c:v>
                </c:pt>
                <c:pt idx="807">
                  <c:v>1036.5347180109898</c:v>
                </c:pt>
                <c:pt idx="808">
                  <c:v>1036.355861698195</c:v>
                </c:pt>
                <c:pt idx="809">
                  <c:v>1036.1780826349489</c:v>
                </c:pt>
                <c:pt idx="810">
                  <c:v>1036.0013733776864</c:v>
                </c:pt>
                <c:pt idx="811">
                  <c:v>1035.8257265405291</c:v>
                </c:pt>
                <c:pt idx="812">
                  <c:v>1035.6511347947567</c:v>
                </c:pt>
                <c:pt idx="813">
                  <c:v>1035.4775908683034</c:v>
                </c:pt>
                <c:pt idx="814">
                  <c:v>1035.3050875452182</c:v>
                </c:pt>
                <c:pt idx="815">
                  <c:v>1035.1336176651848</c:v>
                </c:pt>
                <c:pt idx="816">
                  <c:v>1034.9631741230282</c:v>
                </c:pt>
                <c:pt idx="817">
                  <c:v>1034.7937498682093</c:v>
                </c:pt>
                <c:pt idx="818">
                  <c:v>1034.6253379043646</c:v>
                </c:pt>
                <c:pt idx="819">
                  <c:v>1034.4579312888059</c:v>
                </c:pt>
                <c:pt idx="820">
                  <c:v>1034.291523132071</c:v>
                </c:pt>
                <c:pt idx="821">
                  <c:v>1034.12610659743</c:v>
                </c:pt>
                <c:pt idx="822">
                  <c:v>1033.9616749004674</c:v>
                </c:pt>
                <c:pt idx="823">
                  <c:v>1033.7982213085972</c:v>
                </c:pt>
                <c:pt idx="824">
                  <c:v>1033.6357391406252</c:v>
                </c:pt>
                <c:pt idx="825">
                  <c:v>1033.4742217663015</c:v>
                </c:pt>
                <c:pt idx="826">
                  <c:v>1033.3136626058972</c:v>
                </c:pt>
                <c:pt idx="827">
                  <c:v>1033.1540551297317</c:v>
                </c:pt>
                <c:pt idx="828">
                  <c:v>1032.9953928578318</c:v>
                </c:pt>
                <c:pt idx="829">
                  <c:v>1032.8376693594</c:v>
                </c:pt>
                <c:pt idx="830">
                  <c:v>1032.6808782524813</c:v>
                </c:pt>
                <c:pt idx="831">
                  <c:v>1032.5250132035007</c:v>
                </c:pt>
                <c:pt idx="832">
                  <c:v>1032.370067926887</c:v>
                </c:pt>
                <c:pt idx="833">
                  <c:v>1032.2160361846531</c:v>
                </c:pt>
                <c:pt idx="834">
                  <c:v>1032.0629117859921</c:v>
                </c:pt>
                <c:pt idx="835">
                  <c:v>1031.910688586901</c:v>
                </c:pt>
                <c:pt idx="836">
                  <c:v>1031.7593604897429</c:v>
                </c:pt>
                <c:pt idx="837">
                  <c:v>1031.6089214429137</c:v>
                </c:pt>
                <c:pt idx="838">
                  <c:v>1031.4593654404325</c:v>
                </c:pt>
                <c:pt idx="839">
                  <c:v>1031.310686521558</c:v>
                </c:pt>
                <c:pt idx="840">
                  <c:v>1031.1628787703994</c:v>
                </c:pt>
                <c:pt idx="841">
                  <c:v>1031.0159363155899</c:v>
                </c:pt>
                <c:pt idx="842">
                  <c:v>1030.8698533298589</c:v>
                </c:pt>
                <c:pt idx="843">
                  <c:v>1030.724624029717</c:v>
                </c:pt>
                <c:pt idx="844">
                  <c:v>1030.5802426750413</c:v>
                </c:pt>
                <c:pt idx="845">
                  <c:v>1030.4367035687908</c:v>
                </c:pt>
                <c:pt idx="846">
                  <c:v>1030.294001056551</c:v>
                </c:pt>
                <c:pt idx="847">
                  <c:v>1030.1521295262855</c:v>
                </c:pt>
                <c:pt idx="848">
                  <c:v>1030.0110834079176</c:v>
                </c:pt>
                <c:pt idx="849">
                  <c:v>1029.8708571730083</c:v>
                </c:pt>
                <c:pt idx="850">
                  <c:v>1029.7314453344106</c:v>
                </c:pt>
                <c:pt idx="851">
                  <c:v>1029.592842445958</c:v>
                </c:pt>
                <c:pt idx="852">
                  <c:v>1029.45504310205</c:v>
                </c:pt>
                <c:pt idx="853">
                  <c:v>1029.3180419374373</c:v>
                </c:pt>
                <c:pt idx="854">
                  <c:v>1029.1818336267918</c:v>
                </c:pt>
                <c:pt idx="855">
                  <c:v>1029.046412884436</c:v>
                </c:pt>
                <c:pt idx="856">
                  <c:v>1028.9117744639909</c:v>
                </c:pt>
                <c:pt idx="857">
                  <c:v>1028.7779131580701</c:v>
                </c:pt>
                <c:pt idx="858">
                  <c:v>1028.6448237979514</c:v>
                </c:pt>
                <c:pt idx="859">
                  <c:v>1028.5125012533208</c:v>
                </c:pt>
                <c:pt idx="860">
                  <c:v>1028.3809404318365</c:v>
                </c:pt>
                <c:pt idx="861">
                  <c:v>1028.2501362789478</c:v>
                </c:pt>
                <c:pt idx="862">
                  <c:v>1028.1200837775314</c:v>
                </c:pt>
                <c:pt idx="863">
                  <c:v>1027.9907779475723</c:v>
                </c:pt>
                <c:pt idx="864">
                  <c:v>1027.862213845923</c:v>
                </c:pt>
                <c:pt idx="865">
                  <c:v>1027.7343865659241</c:v>
                </c:pt>
                <c:pt idx="866">
                  <c:v>1027.6072912372153</c:v>
                </c:pt>
                <c:pt idx="867">
                  <c:v>1027.480923025317</c:v>
                </c:pt>
                <c:pt idx="868">
                  <c:v>1027.3552771314578</c:v>
                </c:pt>
                <c:pt idx="869">
                  <c:v>1027.2303487922038</c:v>
                </c:pt>
                <c:pt idx="870">
                  <c:v>1027.1061332792351</c:v>
                </c:pt>
                <c:pt idx="871">
                  <c:v>1026.982625899032</c:v>
                </c:pt>
                <c:pt idx="872">
                  <c:v>1026.8598219925912</c:v>
                </c:pt>
                <c:pt idx="873">
                  <c:v>1026.7377169351594</c:v>
                </c:pt>
                <c:pt idx="874">
                  <c:v>1026.6163061359548</c:v>
                </c:pt>
                <c:pt idx="875">
                  <c:v>1026.495585037922</c:v>
                </c:pt>
                <c:pt idx="876">
                  <c:v>1026.3755491174265</c:v>
                </c:pt>
                <c:pt idx="877">
                  <c:v>1026.256193883984</c:v>
                </c:pt>
                <c:pt idx="878">
                  <c:v>1026.1375148800391</c:v>
                </c:pt>
                <c:pt idx="879">
                  <c:v>1026.0195076806629</c:v>
                </c:pt>
                <c:pt idx="880">
                  <c:v>1025.9021678933279</c:v>
                </c:pt>
                <c:pt idx="881">
                  <c:v>1025.7854911575923</c:v>
                </c:pt>
                <c:pt idx="882">
                  <c:v>1025.6694731449086</c:v>
                </c:pt>
                <c:pt idx="883">
                  <c:v>1025.5541095583258</c:v>
                </c:pt>
                <c:pt idx="884">
                  <c:v>1025.4393961322933</c:v>
                </c:pt>
                <c:pt idx="885">
                  <c:v>1025.3253286323304</c:v>
                </c:pt>
                <c:pt idx="886">
                  <c:v>1025.2119028548307</c:v>
                </c:pt>
                <c:pt idx="887">
                  <c:v>1025.0991146268523</c:v>
                </c:pt>
                <c:pt idx="888">
                  <c:v>1024.9869598057799</c:v>
                </c:pt>
                <c:pt idx="889">
                  <c:v>1024.8754342791638</c:v>
                </c:pt>
                <c:pt idx="890">
                  <c:v>1024.7645339644569</c:v>
                </c:pt>
                <c:pt idx="891">
                  <c:v>1024.6542548087775</c:v>
                </c:pt>
                <c:pt idx="892">
                  <c:v>1024.544592788671</c:v>
                </c:pt>
                <c:pt idx="893">
                  <c:v>1024.4355439098852</c:v>
                </c:pt>
                <c:pt idx="894">
                  <c:v>1024.3271042071249</c:v>
                </c:pt>
                <c:pt idx="895">
                  <c:v>1024.2192697438454</c:v>
                </c:pt>
                <c:pt idx="896">
                  <c:v>1024.1120366120263</c:v>
                </c:pt>
                <c:pt idx="897">
                  <c:v>1024.0054009319167</c:v>
                </c:pt>
                <c:pt idx="898">
                  <c:v>1023.8993588518558</c:v>
                </c:pt>
                <c:pt idx="899">
                  <c:v>1023.7939065480134</c:v>
                </c:pt>
                <c:pt idx="900">
                  <c:v>1023.689040224193</c:v>
                </c:pt>
                <c:pt idx="901">
                  <c:v>1023.5847561115891</c:v>
                </c:pt>
                <c:pt idx="902">
                  <c:v>1023.4810504686424</c:v>
                </c:pt>
                <c:pt idx="903">
                  <c:v>1023.3779195807167</c:v>
                </c:pt>
                <c:pt idx="904">
                  <c:v>1023.2753597599967</c:v>
                </c:pt>
                <c:pt idx="905">
                  <c:v>1023.1733673452038</c:v>
                </c:pt>
                <c:pt idx="906">
                  <c:v>1023.0719387014251</c:v>
                </c:pt>
                <c:pt idx="907">
                  <c:v>1022.971070219884</c:v>
                </c:pt>
                <c:pt idx="908">
                  <c:v>1022.8707583177605</c:v>
                </c:pt>
                <c:pt idx="909">
                  <c:v>1022.7709994379687</c:v>
                </c:pt>
                <c:pt idx="910">
                  <c:v>1022.6717900489674</c:v>
                </c:pt>
                <c:pt idx="911">
                  <c:v>1022.5731266445443</c:v>
                </c:pt>
                <c:pt idx="912">
                  <c:v>1022.4750057436574</c:v>
                </c:pt>
                <c:pt idx="913">
                  <c:v>1022.377423890196</c:v>
                </c:pt>
                <c:pt idx="914">
                  <c:v>1022.2803776527958</c:v>
                </c:pt>
                <c:pt idx="915">
                  <c:v>1022.1838636246632</c:v>
                </c:pt>
                <c:pt idx="916">
                  <c:v>1022.0878784233752</c:v>
                </c:pt>
                <c:pt idx="917">
                  <c:v>1021.9924186906893</c:v>
                </c:pt>
                <c:pt idx="918">
                  <c:v>1021.8974810923651</c:v>
                </c:pt>
                <c:pt idx="919">
                  <c:v>1021.8030623179294</c:v>
                </c:pt>
                <c:pt idx="920">
                  <c:v>1021.7091590805968</c:v>
                </c:pt>
                <c:pt idx="921">
                  <c:v>1021.615768116954</c:v>
                </c:pt>
                <c:pt idx="922">
                  <c:v>1021.5228861868743</c:v>
                </c:pt>
                <c:pt idx="923">
                  <c:v>1021.4305100733297</c:v>
                </c:pt>
                <c:pt idx="924">
                  <c:v>1021.3386365821551</c:v>
                </c:pt>
                <c:pt idx="925">
                  <c:v>1021.2472625419151</c:v>
                </c:pt>
                <c:pt idx="926">
                  <c:v>1021.1563848037392</c:v>
                </c:pt>
                <c:pt idx="927">
                  <c:v>1021.0660002410907</c:v>
                </c:pt>
                <c:pt idx="928">
                  <c:v>1020.9761057496762</c:v>
                </c:pt>
                <c:pt idx="929">
                  <c:v>1020.886698247187</c:v>
                </c:pt>
                <c:pt idx="930">
                  <c:v>1020.7977746732062</c:v>
                </c:pt>
                <c:pt idx="931">
                  <c:v>1020.709331988975</c:v>
                </c:pt>
                <c:pt idx="932">
                  <c:v>1020.6213671772823</c:v>
                </c:pt>
                <c:pt idx="933">
                  <c:v>1020.5338772422507</c:v>
                </c:pt>
                <c:pt idx="934">
                  <c:v>1020.4468592092137</c:v>
                </c:pt>
                <c:pt idx="935">
                  <c:v>1020.360310124505</c:v>
                </c:pt>
                <c:pt idx="936">
                  <c:v>1020.2742270553493</c:v>
                </c:pt>
                <c:pt idx="937">
                  <c:v>1020.1886070896691</c:v>
                </c:pt>
                <c:pt idx="938">
                  <c:v>1020.103447335924</c:v>
                </c:pt>
                <c:pt idx="939">
                  <c:v>1020.0187449229907</c:v>
                </c:pt>
                <c:pt idx="940">
                  <c:v>1019.9344969999339</c:v>
                </c:pt>
                <c:pt idx="941">
                  <c:v>1019.8507007359292</c:v>
                </c:pt>
                <c:pt idx="942">
                  <c:v>1019.7673533200661</c:v>
                </c:pt>
                <c:pt idx="943">
                  <c:v>1019.6844519612027</c:v>
                </c:pt>
                <c:pt idx="944">
                  <c:v>1019.6019938878227</c:v>
                </c:pt>
                <c:pt idx="945">
                  <c:v>1019.5199763478611</c:v>
                </c:pt>
                <c:pt idx="946">
                  <c:v>1019.4383966085722</c:v>
                </c:pt>
                <c:pt idx="947">
                  <c:v>1019.3572519564208</c:v>
                </c:pt>
                <c:pt idx="948">
                  <c:v>1019.2765396968459</c:v>
                </c:pt>
                <c:pt idx="949">
                  <c:v>1019.1962571542035</c:v>
                </c:pt>
                <c:pt idx="950">
                  <c:v>1019.1164016715519</c:v>
                </c:pt>
                <c:pt idx="951">
                  <c:v>1019.0369706105877</c:v>
                </c:pt>
                <c:pt idx="952">
                  <c:v>1018.9579613514117</c:v>
                </c:pt>
                <c:pt idx="953">
                  <c:v>1018.8793712924571</c:v>
                </c:pt>
                <c:pt idx="954">
                  <c:v>1018.8011978503281</c:v>
                </c:pt>
                <c:pt idx="955">
                  <c:v>1018.7234384596616</c:v>
                </c:pt>
                <c:pt idx="956">
                  <c:v>1018.6460905729783</c:v>
                </c:pt>
                <c:pt idx="957">
                  <c:v>1018.569151660558</c:v>
                </c:pt>
                <c:pt idx="958">
                  <c:v>1018.4926192103317</c:v>
                </c:pt>
                <c:pt idx="959">
                  <c:v>1018.4164907276793</c:v>
                </c:pt>
                <c:pt idx="960">
                  <c:v>1018.3407637353616</c:v>
                </c:pt>
                <c:pt idx="961">
                  <c:v>1018.2654357733525</c:v>
                </c:pt>
                <c:pt idx="962">
                  <c:v>1018.1905043987324</c:v>
                </c:pt>
                <c:pt idx="963">
                  <c:v>1018.1159671855449</c:v>
                </c:pt>
                <c:pt idx="964">
                  <c:v>1018.0418217246682</c:v>
                </c:pt>
                <c:pt idx="965">
                  <c:v>1017.9680656236538</c:v>
                </c:pt>
                <c:pt idx="966">
                  <c:v>1017.8946965066972</c:v>
                </c:pt>
                <c:pt idx="967">
                  <c:v>1017.8217120143996</c:v>
                </c:pt>
                <c:pt idx="968">
                  <c:v>1017.7491098037209</c:v>
                </c:pt>
                <c:pt idx="969">
                  <c:v>1017.6768875478003</c:v>
                </c:pt>
                <c:pt idx="970">
                  <c:v>1017.6050429359042</c:v>
                </c:pt>
                <c:pt idx="971">
                  <c:v>1017.5335736732209</c:v>
                </c:pt>
                <c:pt idx="972">
                  <c:v>1017.4624774808125</c:v>
                </c:pt>
                <c:pt idx="973">
                  <c:v>1017.3917520954251</c:v>
                </c:pt>
                <c:pt idx="974">
                  <c:v>1017.3213952694698</c:v>
                </c:pt>
                <c:pt idx="975">
                  <c:v>1017.2514047707905</c:v>
                </c:pt>
                <c:pt idx="976">
                  <c:v>1017.1817783826153</c:v>
                </c:pt>
                <c:pt idx="977">
                  <c:v>1017.1125139034492</c:v>
                </c:pt>
                <c:pt idx="978">
                  <c:v>1017.0436091469035</c:v>
                </c:pt>
                <c:pt idx="979">
                  <c:v>1016.9750619416394</c:v>
                </c:pt>
                <c:pt idx="980">
                  <c:v>1016.906870131222</c:v>
                </c:pt>
                <c:pt idx="981">
                  <c:v>1016.8390315740061</c:v>
                </c:pt>
                <c:pt idx="982">
                  <c:v>1016.7715441430399</c:v>
                </c:pt>
                <c:pt idx="983">
                  <c:v>1016.7044057259875</c:v>
                </c:pt>
                <c:pt idx="984">
                  <c:v>1016.6376142249085</c:v>
                </c:pt>
                <c:pt idx="985">
                  <c:v>1016.5711675562957</c:v>
                </c:pt>
                <c:pt idx="986">
                  <c:v>1016.5050636508498</c:v>
                </c:pt>
                <c:pt idx="987">
                  <c:v>1016.4393004534168</c:v>
                </c:pt>
                <c:pt idx="988">
                  <c:v>1016.3738759229237</c:v>
                </c:pt>
                <c:pt idx="989">
                  <c:v>1016.3087880321845</c:v>
                </c:pt>
                <c:pt idx="990">
                  <c:v>1016.2440347678695</c:v>
                </c:pt>
                <c:pt idx="991">
                  <c:v>1016.1796141303602</c:v>
                </c:pt>
                <c:pt idx="992">
                  <c:v>1016.1155241336809</c:v>
                </c:pt>
                <c:pt idx="993">
                  <c:v>1016.0517628053623</c:v>
                </c:pt>
                <c:pt idx="994">
                  <c:v>1015.9883281863667</c:v>
                </c:pt>
                <c:pt idx="995">
                  <c:v>1015.9252183309537</c:v>
                </c:pt>
                <c:pt idx="996">
                  <c:v>1015.8624313066459</c:v>
                </c:pt>
                <c:pt idx="997">
                  <c:v>1015.7999651940455</c:v>
                </c:pt>
                <c:pt idx="998">
                  <c:v>1015.7378180868093</c:v>
                </c:pt>
                <c:pt idx="999">
                  <c:v>1015.6759880915057</c:v>
                </c:pt>
                <c:pt idx="1000">
                  <c:v>1015.6144733275378</c:v>
                </c:pt>
                <c:pt idx="1001">
                  <c:v>1015.553271927049</c:v>
                </c:pt>
                <c:pt idx="1002">
                  <c:v>1015.4923820348258</c:v>
                </c:pt>
                <c:pt idx="1003">
                  <c:v>1015.4318018081711</c:v>
                </c:pt>
                <c:pt idx="1004">
                  <c:v>1015.3715294168985</c:v>
                </c:pt>
                <c:pt idx="1005">
                  <c:v>1015.3115630431274</c:v>
                </c:pt>
                <c:pt idx="1006">
                  <c:v>1015.2519008812702</c:v>
                </c:pt>
                <c:pt idx="1007">
                  <c:v>1015.1925411379136</c:v>
                </c:pt>
                <c:pt idx="1008">
                  <c:v>1015.1334820317405</c:v>
                </c:pt>
                <c:pt idx="1009">
                  <c:v>1015.0747217934234</c:v>
                </c:pt>
                <c:pt idx="1010">
                  <c:v>1015.0162586655392</c:v>
                </c:pt>
                <c:pt idx="1011">
                  <c:v>1014.9580909024937</c:v>
                </c:pt>
                <c:pt idx="1012">
                  <c:v>1014.9002167704202</c:v>
                </c:pt>
                <c:pt idx="1013">
                  <c:v>1014.8426345471013</c:v>
                </c:pt>
                <c:pt idx="1014">
                  <c:v>1014.7853425218783</c:v>
                </c:pt>
                <c:pt idx="1015">
                  <c:v>1014.7283389955601</c:v>
                </c:pt>
                <c:pt idx="1016">
                  <c:v>1014.6716222803574</c:v>
                </c:pt>
                <c:pt idx="1017">
                  <c:v>1014.6151906997823</c:v>
                </c:pt>
                <c:pt idx="1018">
                  <c:v>1014.5590425885587</c:v>
                </c:pt>
                <c:pt idx="1019">
                  <c:v>1014.5031762925556</c:v>
                </c:pt>
                <c:pt idx="1020">
                  <c:v>1014.4475901687042</c:v>
                </c:pt>
                <c:pt idx="1021">
                  <c:v>1014.392282584919</c:v>
                </c:pt>
                <c:pt idx="1022">
                  <c:v>1014.3372519199756</c:v>
                </c:pt>
                <c:pt idx="1023">
                  <c:v>1014.2824965634904</c:v>
                </c:pt>
                <c:pt idx="1024">
                  <c:v>1014.2280149158145</c:v>
                </c:pt>
                <c:pt idx="1025">
                  <c:v>1014.1738053879349</c:v>
                </c:pt>
                <c:pt idx="1026">
                  <c:v>1014.1198664014436</c:v>
                </c:pt>
                <c:pt idx="1027">
                  <c:v>1014.0661963884058</c:v>
                </c:pt>
                <c:pt idx="1028">
                  <c:v>1014.0127937913203</c:v>
                </c:pt>
                <c:pt idx="1029">
                  <c:v>1013.959657063034</c:v>
                </c:pt>
                <c:pt idx="1030">
                  <c:v>1013.9067846666564</c:v>
                </c:pt>
                <c:pt idx="1031">
                  <c:v>1013.8541750754908</c:v>
                </c:pt>
                <c:pt idx="1032">
                  <c:v>1013.8018267729641</c:v>
                </c:pt>
                <c:pt idx="1033">
                  <c:v>1013.7497382525472</c:v>
                </c:pt>
                <c:pt idx="1034">
                  <c:v>1013.6979080176795</c:v>
                </c:pt>
                <c:pt idx="1035">
                  <c:v>1013.6463345816978</c:v>
                </c:pt>
                <c:pt idx="1036">
                  <c:v>1013.595016467773</c:v>
                </c:pt>
                <c:pt idx="1037">
                  <c:v>1013.5439522088185</c:v>
                </c:pt>
                <c:pt idx="1038">
                  <c:v>1013.4931403474488</c:v>
                </c:pt>
                <c:pt idx="1039">
                  <c:v>1013.4425794358698</c:v>
                </c:pt>
                <c:pt idx="1040">
                  <c:v>1013.3922680358306</c:v>
                </c:pt>
                <c:pt idx="1041">
                  <c:v>1013.3422047185735</c:v>
                </c:pt>
                <c:pt idx="1042">
                  <c:v>1013.292388064718</c:v>
                </c:pt>
                <c:pt idx="1043">
                  <c:v>1013.2428166642288</c:v>
                </c:pt>
                <c:pt idx="1044">
                  <c:v>1013.1934891163509</c:v>
                </c:pt>
                <c:pt idx="1045">
                  <c:v>1013.1444040294933</c:v>
                </c:pt>
                <c:pt idx="1046">
                  <c:v>1013.0955600212142</c:v>
                </c:pt>
                <c:pt idx="1047">
                  <c:v>1013.0469557181633</c:v>
                </c:pt>
                <c:pt idx="1048">
                  <c:v>1012.9985897559498</c:v>
                </c:pt>
                <c:pt idx="1049">
                  <c:v>1012.950460779142</c:v>
                </c:pt>
                <c:pt idx="1050">
                  <c:v>1012.9025674411536</c:v>
                </c:pt>
                <c:pt idx="1051">
                  <c:v>1012.8549084042256</c:v>
                </c:pt>
                <c:pt idx="1052">
                  <c:v>1012.80748233933</c:v>
                </c:pt>
                <c:pt idx="1053">
                  <c:v>1012.7602879261141</c:v>
                </c:pt>
                <c:pt idx="1054">
                  <c:v>1012.7133238528371</c:v>
                </c:pt>
                <c:pt idx="1055">
                  <c:v>1012.6665888163266</c:v>
                </c:pt>
                <c:pt idx="1056">
                  <c:v>1012.6200815218816</c:v>
                </c:pt>
                <c:pt idx="1057">
                  <c:v>1012.5738006832221</c:v>
                </c:pt>
                <c:pt idx="1058">
                  <c:v>1012.5277450224589</c:v>
                </c:pt>
                <c:pt idx="1059">
                  <c:v>1012.4819132700004</c:v>
                </c:pt>
                <c:pt idx="1060">
                  <c:v>1012.4363041644933</c:v>
                </c:pt>
                <c:pt idx="1061">
                  <c:v>1012.3909164527854</c:v>
                </c:pt>
                <c:pt idx="1062">
                  <c:v>1012.3457488898325</c:v>
                </c:pt>
                <c:pt idx="1063">
                  <c:v>1012.3008002386769</c:v>
                </c:pt>
                <c:pt idx="1064">
                  <c:v>1012.2560692703724</c:v>
                </c:pt>
                <c:pt idx="1065">
                  <c:v>1012.2115547639022</c:v>
                </c:pt>
                <c:pt idx="1066">
                  <c:v>1012.1672555061759</c:v>
                </c:pt>
                <c:pt idx="1067">
                  <c:v>1012.1231702919199</c:v>
                </c:pt>
                <c:pt idx="1068">
                  <c:v>1012.0792979236592</c:v>
                </c:pt>
                <c:pt idx="1069">
                  <c:v>1012.0356372116314</c:v>
                </c:pt>
                <c:pt idx="1070">
                  <c:v>1011.99218697376</c:v>
                </c:pt>
                <c:pt idx="1071">
                  <c:v>1011.9489460355569</c:v>
                </c:pt>
                <c:pt idx="1072">
                  <c:v>1011.9059132301352</c:v>
                </c:pt>
                <c:pt idx="1073">
                  <c:v>1011.8630873980667</c:v>
                </c:pt>
                <c:pt idx="1074">
                  <c:v>1011.8204673874246</c:v>
                </c:pt>
                <c:pt idx="1075">
                  <c:v>1011.7780520536493</c:v>
                </c:pt>
                <c:pt idx="1076">
                  <c:v>1011.7358402595381</c:v>
                </c:pt>
                <c:pt idx="1077">
                  <c:v>1011.6938308751627</c:v>
                </c:pt>
                <c:pt idx="1078">
                  <c:v>1011.652022777884</c:v>
                </c:pt>
                <c:pt idx="1079">
                  <c:v>1011.6104148521969</c:v>
                </c:pt>
                <c:pt idx="1080">
                  <c:v>1011.5690059897785</c:v>
                </c:pt>
                <c:pt idx="1081">
                  <c:v>1011.5503627534027</c:v>
                </c:pt>
                <c:pt idx="1082">
                  <c:v>1011.5317444460491</c:v>
                </c:pt>
                <c:pt idx="1083">
                  <c:v>1011.5131491732483</c:v>
                </c:pt>
                <c:pt idx="1084">
                  <c:v>1011.4945757777826</c:v>
                </c:pt>
                <c:pt idx="1085">
                  <c:v>1011.4760235582733</c:v>
                </c:pt>
                <c:pt idx="1086">
                  <c:v>1011.4574921017447</c:v>
                </c:pt>
                <c:pt idx="1087">
                  <c:v>1011.4389811822183</c:v>
                </c:pt>
                <c:pt idx="1088">
                  <c:v>1011.4204906982276</c:v>
                </c:pt>
                <c:pt idx="1089">
                  <c:v>1011.4020206333983</c:v>
                </c:pt>
                <c:pt idx="1090">
                  <c:v>1011.3835710310404</c:v>
                </c:pt>
                <c:pt idx="1091">
                  <c:v>1011.3651419774228</c:v>
                </c:pt>
                <c:pt idx="1092">
                  <c:v>1011.3467335903404</c:v>
                </c:pt>
                <c:pt idx="1093">
                  <c:v>1011.3283460112214</c:v>
                </c:pt>
                <c:pt idx="1094">
                  <c:v>1011.3099793994571</c:v>
                </c:pt>
                <c:pt idx="1095">
                  <c:v>1011.2916339282937</c:v>
                </c:pt>
                <c:pt idx="1096">
                  <c:v>1011.2733097817024</c:v>
                </c:pt>
                <c:pt idx="1097">
                  <c:v>1011.2550071520175</c:v>
                </c:pt>
                <c:pt idx="1098">
                  <c:v>1011.2367262381349</c:v>
                </c:pt>
                <c:pt idx="1099">
                  <c:v>1011.2184672440103</c:v>
                </c:pt>
                <c:pt idx="1100">
                  <c:v>1011.200230377508</c:v>
                </c:pt>
                <c:pt idx="1101">
                  <c:v>1011.1820158494691</c:v>
                </c:pt>
                <c:pt idx="1102">
                  <c:v>1011.1638238728632</c:v>
                </c:pt>
                <c:pt idx="1103">
                  <c:v>1011.145781997596</c:v>
                </c:pt>
                <c:pt idx="1104">
                  <c:v>1011.1278883816991</c:v>
                </c:pt>
                <c:pt idx="1105">
                  <c:v>1011.1101412087298</c:v>
                </c:pt>
                <c:pt idx="1106">
                  <c:v>1011.0925386870222</c:v>
                </c:pt>
                <c:pt idx="1107">
                  <c:v>1011.0750790491251</c:v>
                </c:pt>
                <c:pt idx="1108">
                  <c:v>1011.0577605512412</c:v>
                </c:pt>
                <c:pt idx="1109">
                  <c:v>1011.040581472752</c:v>
                </c:pt>
                <c:pt idx="1110">
                  <c:v>1011.0235401156785</c:v>
                </c:pt>
                <c:pt idx="1111">
                  <c:v>1011.0066348043107</c:v>
                </c:pt>
                <c:pt idx="1112">
                  <c:v>1010.9898638847551</c:v>
                </c:pt>
                <c:pt idx="1113">
                  <c:v>1010.9732257245377</c:v>
                </c:pt>
                <c:pt idx="1114">
                  <c:v>1010.9567187122658</c:v>
                </c:pt>
                <c:pt idx="1115">
                  <c:v>1010.9403412572296</c:v>
                </c:pt>
                <c:pt idx="1116">
                  <c:v>1010.9240917891331</c:v>
                </c:pt>
                <c:pt idx="1117">
                  <c:v>1010.9079687576764</c:v>
                </c:pt>
                <c:pt idx="1118">
                  <c:v>1010.8919706323279</c:v>
                </c:pt>
                <c:pt idx="1119">
                  <c:v>1010.8760959019982</c:v>
                </c:pt>
                <c:pt idx="1120">
                  <c:v>1010.8603430747194</c:v>
                </c:pt>
                <c:pt idx="1121">
                  <c:v>1010.8447106774324</c:v>
                </c:pt>
                <c:pt idx="1122">
                  <c:v>1010.8291972556506</c:v>
                </c:pt>
                <c:pt idx="1123">
                  <c:v>1010.8138013732366</c:v>
                </c:pt>
                <c:pt idx="1124">
                  <c:v>1010.7985216121324</c:v>
                </c:pt>
                <c:pt idx="1125">
                  <c:v>1010.7833570864075</c:v>
                </c:pt>
                <c:pt idx="1126">
                  <c:v>1010.768306915284</c:v>
                </c:pt>
                <c:pt idx="1127">
                  <c:v>1010.753370223048</c:v>
                </c:pt>
                <c:pt idx="1128">
                  <c:v>1010.7385461390573</c:v>
                </c:pt>
                <c:pt idx="1129">
                  <c:v>1010.7238337977171</c:v>
                </c:pt>
                <c:pt idx="1130">
                  <c:v>1010.7092323384027</c:v>
                </c:pt>
                <c:pt idx="1131">
                  <c:v>1010.694740905497</c:v>
                </c:pt>
                <c:pt idx="1132">
                  <c:v>1010.6803586483159</c:v>
                </c:pt>
                <c:pt idx="1133">
                  <c:v>1010.6660847211408</c:v>
                </c:pt>
                <c:pt idx="1134">
                  <c:v>1010.6519182831245</c:v>
                </c:pt>
                <c:pt idx="1135">
                  <c:v>1010.6378584983373</c:v>
                </c:pt>
                <c:pt idx="1136">
                  <c:v>1010.6239045357022</c:v>
                </c:pt>
                <c:pt idx="1137">
                  <c:v>1010.6100555690217</c:v>
                </c:pt>
                <c:pt idx="1138">
                  <c:v>1010.5963107769154</c:v>
                </c:pt>
                <c:pt idx="1139">
                  <c:v>1010.5826693428402</c:v>
                </c:pt>
                <c:pt idx="1140">
                  <c:v>1010.5691304550454</c:v>
                </c:pt>
                <c:pt idx="1141">
                  <c:v>1010.5556933065792</c:v>
                </c:pt>
                <c:pt idx="1142">
                  <c:v>1010.5423570952707</c:v>
                </c:pt>
                <c:pt idx="1143">
                  <c:v>1010.5291210237071</c:v>
                </c:pt>
                <c:pt idx="1144">
                  <c:v>1010.5159842992309</c:v>
                </c:pt>
                <c:pt idx="1145">
                  <c:v>1010.5029461339166</c:v>
                </c:pt>
                <c:pt idx="1146">
                  <c:v>1010.4900057445567</c:v>
                </c:pt>
                <c:pt idx="1147">
                  <c:v>1010.477162354756</c:v>
                </c:pt>
                <c:pt idx="1148">
                  <c:v>1010.4644151947855</c:v>
                </c:pt>
                <c:pt idx="1149">
                  <c:v>1010.4517635015895</c:v>
                </c:pt>
                <c:pt idx="1150">
                  <c:v>1010.4392065186561</c:v>
                </c:pt>
                <c:pt idx="1151">
                  <c:v>1010.4267434959337</c:v>
                </c:pt>
                <c:pt idx="1152">
                  <c:v>1010.414373689789</c:v>
                </c:pt>
                <c:pt idx="1153">
                  <c:v>1010.402096362918</c:v>
                </c:pt>
                <c:pt idx="1154">
                  <c:v>1010.389910784295</c:v>
                </c:pt>
                <c:pt idx="1155">
                  <c:v>1010.3778162290663</c:v>
                </c:pt>
                <c:pt idx="1156">
                  <c:v>1010.3658119785034</c:v>
                </c:pt>
                <c:pt idx="1157">
                  <c:v>1010.3538973199404</c:v>
                </c:pt>
                <c:pt idx="1158">
                  <c:v>1010.3420715466974</c:v>
                </c:pt>
                <c:pt idx="1159">
                  <c:v>1010.3303339580179</c:v>
                </c:pt>
                <c:pt idx="1160">
                  <c:v>1010.318683858996</c:v>
                </c:pt>
                <c:pt idx="1161">
                  <c:v>1010.3071205605479</c:v>
                </c:pt>
                <c:pt idx="1162">
                  <c:v>1010.2956433793004</c:v>
                </c:pt>
                <c:pt idx="1163">
                  <c:v>1010.2842516375604</c:v>
                </c:pt>
                <c:pt idx="1164">
                  <c:v>1010.2729446632474</c:v>
                </c:pt>
                <c:pt idx="1165">
                  <c:v>1010.2617217898329</c:v>
                </c:pt>
                <c:pt idx="1166">
                  <c:v>1010.2505823562972</c:v>
                </c:pt>
                <c:pt idx="1167">
                  <c:v>1010.2395257070339</c:v>
                </c:pt>
                <c:pt idx="1168">
                  <c:v>1010.2285511918354</c:v>
                </c:pt>
                <c:pt idx="1169">
                  <c:v>1010.2176581658242</c:v>
                </c:pt>
                <c:pt idx="1170">
                  <c:v>1010.2068459894194</c:v>
                </c:pt>
                <c:pt idx="1171">
                  <c:v>1010.1961140282602</c:v>
                </c:pt>
                <c:pt idx="1172">
                  <c:v>1010.1854616532057</c:v>
                </c:pt>
                <c:pt idx="1173">
                  <c:v>1010.1748882402397</c:v>
                </c:pt>
                <c:pt idx="1174">
                  <c:v>1010.1643931704697</c:v>
                </c:pt>
                <c:pt idx="1175">
                  <c:v>1010.1539758300599</c:v>
                </c:pt>
                <c:pt idx="1176">
                  <c:v>1010.1436356101877</c:v>
                </c:pt>
                <c:pt idx="1177">
                  <c:v>1010.1333719069984</c:v>
                </c:pt>
                <c:pt idx="1178">
                  <c:v>1010.1231841215736</c:v>
                </c:pt>
                <c:pt idx="1179">
                  <c:v>1010.1130716598976</c:v>
                </c:pt>
                <c:pt idx="1180">
                  <c:v>1010.1030339327635</c:v>
                </c:pt>
                <c:pt idx="1181">
                  <c:v>1010.0930703557976</c:v>
                </c:pt>
                <c:pt idx="1182">
                  <c:v>1010.0831803493751</c:v>
                </c:pt>
                <c:pt idx="1183">
                  <c:v>1010.0733633385929</c:v>
                </c:pt>
                <c:pt idx="1184">
                  <c:v>1010.0636187532294</c:v>
                </c:pt>
                <c:pt idx="1185">
                  <c:v>1010.0539460277064</c:v>
                </c:pt>
                <c:pt idx="1186">
                  <c:v>1010.0443446010327</c:v>
                </c:pt>
                <c:pt idx="1187">
                  <c:v>1010.0348139167825</c:v>
                </c:pt>
                <c:pt idx="1188">
                  <c:v>1010.0253534230674</c:v>
                </c:pt>
                <c:pt idx="1189">
                  <c:v>1010.015962572453</c:v>
                </c:pt>
                <c:pt idx="1190">
                  <c:v>1010.0066408219564</c:v>
                </c:pt>
                <c:pt idx="1191">
                  <c:v>1009.9973876330126</c:v>
                </c:pt>
                <c:pt idx="1192">
                  <c:v>1009.9882024714171</c:v>
                </c:pt>
                <c:pt idx="1193">
                  <c:v>1009.9790848072862</c:v>
                </c:pt>
                <c:pt idx="1194">
                  <c:v>1009.9700341150324</c:v>
                </c:pt>
                <c:pt idx="1195">
                  <c:v>1009.9610498733515</c:v>
                </c:pt>
                <c:pt idx="1196">
                  <c:v>1009.9521315651087</c:v>
                </c:pt>
                <c:pt idx="1197">
                  <c:v>1009.9432786773955</c:v>
                </c:pt>
                <c:pt idx="1198">
                  <c:v>1009.9344907014442</c:v>
                </c:pt>
                <c:pt idx="1199">
                  <c:v>1009.9257671325845</c:v>
                </c:pt>
                <c:pt idx="1200">
                  <c:v>1009.9171074702294</c:v>
                </c:pt>
                <c:pt idx="1201">
                  <c:v>1009.9085112178535</c:v>
                </c:pt>
                <c:pt idx="1202">
                  <c:v>1009.8999778829241</c:v>
                </c:pt>
                <c:pt idx="1203">
                  <c:v>1009.8915069768923</c:v>
                </c:pt>
                <c:pt idx="1204">
                  <c:v>1009.8830980151392</c:v>
                </c:pt>
                <c:pt idx="1205">
                  <c:v>1009.8747505169674</c:v>
                </c:pt>
                <c:pt idx="1206">
                  <c:v>1009.8664640055561</c:v>
                </c:pt>
                <c:pt idx="1207">
                  <c:v>1009.8582380079157</c:v>
                </c:pt>
                <c:pt idx="1208">
                  <c:v>1009.8500720548886</c:v>
                </c:pt>
                <c:pt idx="1209">
                  <c:v>1009.841965681074</c:v>
                </c:pt>
                <c:pt idx="1210">
                  <c:v>1009.8339184248317</c:v>
                </c:pt>
                <c:pt idx="1211">
                  <c:v>1009.8259298282354</c:v>
                </c:pt>
                <c:pt idx="1212">
                  <c:v>1009.8179994370361</c:v>
                </c:pt>
                <c:pt idx="1213">
                  <c:v>1009.8101268006474</c:v>
                </c:pt>
                <c:pt idx="1214">
                  <c:v>1009.8023114721024</c:v>
                </c:pt>
                <c:pt idx="1215">
                  <c:v>1009.794553008039</c:v>
                </c:pt>
                <c:pt idx="1216">
                  <c:v>1009.7868509686251</c:v>
                </c:pt>
                <c:pt idx="1217">
                  <c:v>1009.7792049175963</c:v>
                </c:pt>
                <c:pt idx="1218">
                  <c:v>1009.7716144221865</c:v>
                </c:pt>
                <c:pt idx="1219">
                  <c:v>1009.7640790530808</c:v>
                </c:pt>
                <c:pt idx="1220">
                  <c:v>1009.7565983844237</c:v>
                </c:pt>
                <c:pt idx="1221">
                  <c:v>1009.7491719938027</c:v>
                </c:pt>
                <c:pt idx="1222">
                  <c:v>1009.7417994621467</c:v>
                </c:pt>
                <c:pt idx="1223">
                  <c:v>1009.734480373774</c:v>
                </c:pt>
                <c:pt idx="1224">
                  <c:v>1009.727214316334</c:v>
                </c:pt>
                <c:pt idx="1225">
                  <c:v>1009.7200008807636</c:v>
                </c:pt>
                <c:pt idx="1226">
                  <c:v>1009.7128396612954</c:v>
                </c:pt>
                <c:pt idx="1227">
                  <c:v>1009.7057302553935</c:v>
                </c:pt>
                <c:pt idx="1228">
                  <c:v>1009.6986722637723</c:v>
                </c:pt>
                <c:pt idx="1229">
                  <c:v>1009.691665290306</c:v>
                </c:pt>
                <c:pt idx="1230">
                  <c:v>1009.6847089420722</c:v>
                </c:pt>
                <c:pt idx="1231">
                  <c:v>1009.6778028292678</c:v>
                </c:pt>
                <c:pt idx="1232">
                  <c:v>1009.6709465652308</c:v>
                </c:pt>
                <c:pt idx="1233">
                  <c:v>1009.6641397663567</c:v>
                </c:pt>
                <c:pt idx="1234">
                  <c:v>1009.6573820521338</c:v>
                </c:pt>
                <c:pt idx="1235">
                  <c:v>1009.650673045093</c:v>
                </c:pt>
                <c:pt idx="1236">
                  <c:v>1009.6440123707607</c:v>
                </c:pt>
                <c:pt idx="1237">
                  <c:v>1009.637399657664</c:v>
                </c:pt>
                <c:pt idx="1238">
                  <c:v>1009.6308345373063</c:v>
                </c:pt>
                <c:pt idx="1239">
                  <c:v>1009.6243166441066</c:v>
                </c:pt>
                <c:pt idx="1240">
                  <c:v>1009.6178456154322</c:v>
                </c:pt>
                <c:pt idx="1241">
                  <c:v>1009.6114210915192</c:v>
                </c:pt>
                <c:pt idx="1242">
                  <c:v>1009.6050427154906</c:v>
                </c:pt>
                <c:pt idx="1243">
                  <c:v>1009.5987101332951</c:v>
                </c:pt>
                <c:pt idx="1244">
                  <c:v>1009.5924229937175</c:v>
                </c:pt>
                <c:pt idx="1245">
                  <c:v>1009.5861809483433</c:v>
                </c:pt>
                <c:pt idx="1246">
                  <c:v>1009.5799836515235</c:v>
                </c:pt>
                <c:pt idx="1247">
                  <c:v>1009.5738307603669</c:v>
                </c:pt>
                <c:pt idx="1248">
                  <c:v>1009.567721934723</c:v>
                </c:pt>
                <c:pt idx="1249">
                  <c:v>1009.5616568371308</c:v>
                </c:pt>
                <c:pt idx="1250">
                  <c:v>1009.5556351328329</c:v>
                </c:pt>
                <c:pt idx="1251">
                  <c:v>1009.5496564897187</c:v>
                </c:pt>
                <c:pt idx="1252">
                  <c:v>1009.5437205783313</c:v>
                </c:pt>
                <c:pt idx="1253">
                  <c:v>1009.5378270718362</c:v>
                </c:pt>
                <c:pt idx="1254">
                  <c:v>1009.5319756459836</c:v>
                </c:pt>
                <c:pt idx="1255">
                  <c:v>1009.5261659791156</c:v>
                </c:pt>
                <c:pt idx="1256">
                  <c:v>1009.5203977521188</c:v>
                </c:pt>
                <c:pt idx="1257">
                  <c:v>1009.5146706484218</c:v>
                </c:pt>
                <c:pt idx="1258">
                  <c:v>1009.5089843539745</c:v>
                </c:pt>
                <c:pt idx="1259">
                  <c:v>1009.5033385572048</c:v>
                </c:pt>
                <c:pt idx="1260">
                  <c:v>1009.4977329490312</c:v>
                </c:pt>
                <c:pt idx="1261">
                  <c:v>1009.4921672228006</c:v>
                </c:pt>
                <c:pt idx="1262">
                  <c:v>1009.4866410743282</c:v>
                </c:pt>
                <c:pt idx="1263">
                  <c:v>1009.4811542018174</c:v>
                </c:pt>
                <c:pt idx="1264">
                  <c:v>1009.4757063058672</c:v>
                </c:pt>
                <c:pt idx="1265">
                  <c:v>1009.4702970894673</c:v>
                </c:pt>
                <c:pt idx="1266">
                  <c:v>1009.4649262579368</c:v>
                </c:pt>
                <c:pt idx="1267">
                  <c:v>1009.4595935189442</c:v>
                </c:pt>
                <c:pt idx="1268">
                  <c:v>1009.4542985824899</c:v>
                </c:pt>
                <c:pt idx="1269">
                  <c:v>1009.4490411608388</c:v>
                </c:pt>
                <c:pt idx="1270">
                  <c:v>1009.4438209685638</c:v>
                </c:pt>
                <c:pt idx="1271">
                  <c:v>1009.4386377224749</c:v>
                </c:pt>
                <c:pt idx="1272">
                  <c:v>1009.433491141645</c:v>
                </c:pt>
                <c:pt idx="1273">
                  <c:v>1009.4283809473535</c:v>
                </c:pt>
                <c:pt idx="1274">
                  <c:v>1009.423306863102</c:v>
                </c:pt>
                <c:pt idx="1275">
                  <c:v>1009.4182686145579</c:v>
                </c:pt>
                <c:pt idx="1276">
                  <c:v>1009.4132659295846</c:v>
                </c:pt>
                <c:pt idx="1277">
                  <c:v>1009.4082985381708</c:v>
                </c:pt>
                <c:pt idx="1278">
                  <c:v>1009.4033661724468</c:v>
                </c:pt>
                <c:pt idx="1279">
                  <c:v>1009.3984685666936</c:v>
                </c:pt>
                <c:pt idx="1280">
                  <c:v>1009.3936054572342</c:v>
                </c:pt>
                <c:pt idx="1281">
                  <c:v>1009.3887765825161</c:v>
                </c:pt>
                <c:pt idx="1282">
                  <c:v>1009.3839816830432</c:v>
                </c:pt>
                <c:pt idx="1283">
                  <c:v>1009.3792205013636</c:v>
                </c:pt>
                <c:pt idx="1284">
                  <c:v>1009.3744927820634</c:v>
                </c:pt>
                <c:pt idx="1285">
                  <c:v>1009.3697982717341</c:v>
                </c:pt>
                <c:pt idx="1286">
                  <c:v>1009.3651367189746</c:v>
                </c:pt>
                <c:pt idx="1287">
                  <c:v>1009.3605078743833</c:v>
                </c:pt>
                <c:pt idx="1288">
                  <c:v>1009.3559114904868</c:v>
                </c:pt>
                <c:pt idx="1289">
                  <c:v>1009.3513473217988</c:v>
                </c:pt>
                <c:pt idx="1290">
                  <c:v>1009.3468151247549</c:v>
                </c:pt>
                <c:pt idx="1291">
                  <c:v>1009.3423146577104</c:v>
                </c:pt>
                <c:pt idx="1292">
                  <c:v>1009.3378456809145</c:v>
                </c:pt>
                <c:pt idx="1293">
                  <c:v>1009.3334079565343</c:v>
                </c:pt>
                <c:pt idx="1294">
                  <c:v>1009.3290012485792</c:v>
                </c:pt>
                <c:pt idx="1295">
                  <c:v>1009.3246253229399</c:v>
                </c:pt>
                <c:pt idx="1296">
                  <c:v>1009.3202799473263</c:v>
                </c:pt>
                <c:pt idx="1297">
                  <c:v>1009.3159648913002</c:v>
                </c:pt>
                <c:pt idx="1298">
                  <c:v>1009.3116799262318</c:v>
                </c:pt>
                <c:pt idx="1299">
                  <c:v>1009.3074248252673</c:v>
                </c:pt>
                <c:pt idx="1300">
                  <c:v>1009.3031993633796</c:v>
                </c:pt>
                <c:pt idx="1301">
                  <c:v>1009.2990033172757</c:v>
                </c:pt>
                <c:pt idx="1302">
                  <c:v>1009.2948364654271</c:v>
                </c:pt>
                <c:pt idx="1303">
                  <c:v>1009.2906985880464</c:v>
                </c:pt>
                <c:pt idx="1304">
                  <c:v>1009.2865894670974</c:v>
                </c:pt>
                <c:pt idx="1305">
                  <c:v>1009.2825088862073</c:v>
                </c:pt>
                <c:pt idx="1306">
                  <c:v>1009.2784566307548</c:v>
                </c:pt>
                <c:pt idx="1307">
                  <c:v>1009.2744324877656</c:v>
                </c:pt>
                <c:pt idx="1308">
                  <c:v>1009.270436245961</c:v>
                </c:pt>
                <c:pt idx="1309">
                  <c:v>1009.2664676957168</c:v>
                </c:pt>
                <c:pt idx="1310">
                  <c:v>1009.2625266290452</c:v>
                </c:pt>
                <c:pt idx="1311">
                  <c:v>1009.2586128396038</c:v>
                </c:pt>
                <c:pt idx="1312">
                  <c:v>1009.2547261226433</c:v>
                </c:pt>
                <c:pt idx="1313">
                  <c:v>1009.2508662750507</c:v>
                </c:pt>
                <c:pt idx="1314">
                  <c:v>1009.2470330952901</c:v>
                </c:pt>
                <c:pt idx="1315">
                  <c:v>1009.243226383407</c:v>
                </c:pt>
                <c:pt idx="1316">
                  <c:v>1009.239445941016</c:v>
                </c:pt>
                <c:pt idx="1317">
                  <c:v>1009.2356915712882</c:v>
                </c:pt>
                <c:pt idx="1318">
                  <c:v>1009.2319630789236</c:v>
                </c:pt>
                <c:pt idx="1319">
                  <c:v>1009.2282602701748</c:v>
                </c:pt>
                <c:pt idx="1320">
                  <c:v>1009.2245829527953</c:v>
                </c:pt>
                <c:pt idx="1321">
                  <c:v>1009.220930936045</c:v>
                </c:pt>
                <c:pt idx="1322">
                  <c:v>1009.2173040306795</c:v>
                </c:pt>
                <c:pt idx="1323">
                  <c:v>1009.2137020489345</c:v>
                </c:pt>
                <c:pt idx="1324">
                  <c:v>1009.2101248045143</c:v>
                </c:pt>
                <c:pt idx="1325">
                  <c:v>1009.2065721125845</c:v>
                </c:pt>
                <c:pt idx="1326">
                  <c:v>1009.2030437897487</c:v>
                </c:pt>
                <c:pt idx="1327">
                  <c:v>1009.1995396540542</c:v>
                </c:pt>
                <c:pt idx="1328">
                  <c:v>1009.1960595249672</c:v>
                </c:pt>
                <c:pt idx="1329">
                  <c:v>1009.1926032233423</c:v>
                </c:pt>
                <c:pt idx="1330">
                  <c:v>1009.1891705714779</c:v>
                </c:pt>
                <c:pt idx="1331">
                  <c:v>1009.185761393029</c:v>
                </c:pt>
                <c:pt idx="1332">
                  <c:v>1009.1823755130306</c:v>
                </c:pt>
                <c:pt idx="1333">
                  <c:v>1009.1790127578848</c:v>
                </c:pt>
                <c:pt idx="1334">
                  <c:v>1009.1756729553661</c:v>
                </c:pt>
                <c:pt idx="1335">
                  <c:v>1009.1723559345701</c:v>
                </c:pt>
                <c:pt idx="1336">
                  <c:v>1009.1690615259344</c:v>
                </c:pt>
                <c:pt idx="1337">
                  <c:v>1009.165789561217</c:v>
                </c:pt>
                <c:pt idx="1338">
                  <c:v>1009.1625398735008</c:v>
                </c:pt>
                <c:pt idx="1339">
                  <c:v>1009.159312297159</c:v>
                </c:pt>
                <c:pt idx="1340">
                  <c:v>1009.1561066678449</c:v>
                </c:pt>
                <c:pt idx="1341">
                  <c:v>1009.152922822523</c:v>
                </c:pt>
                <c:pt idx="1342">
                  <c:v>1009.1497605993961</c:v>
                </c:pt>
                <c:pt idx="1343">
                  <c:v>1009.1466198379425</c:v>
                </c:pt>
                <c:pt idx="1344">
                  <c:v>1009.1435003788993</c:v>
                </c:pt>
                <c:pt idx="1345">
                  <c:v>1009.1404020642224</c:v>
                </c:pt>
                <c:pt idx="1346">
                  <c:v>1009.1373247371117</c:v>
                </c:pt>
                <c:pt idx="1347">
                  <c:v>1009.1342682419948</c:v>
                </c:pt>
                <c:pt idx="1348">
                  <c:v>1009.1312324244872</c:v>
                </c:pt>
                <c:pt idx="1349">
                  <c:v>1009.128217131436</c:v>
                </c:pt>
                <c:pt idx="1350">
                  <c:v>1009.1252222108375</c:v>
                </c:pt>
                <c:pt idx="1351">
                  <c:v>1009.1222475119177</c:v>
                </c:pt>
                <c:pt idx="1352">
                  <c:v>1009.1192928850297</c:v>
                </c:pt>
                <c:pt idx="1353">
                  <c:v>1009.1163581817267</c:v>
                </c:pt>
                <c:pt idx="1354">
                  <c:v>1009.1134432546995</c:v>
                </c:pt>
                <c:pt idx="1355">
                  <c:v>1009.1105479577702</c:v>
                </c:pt>
                <c:pt idx="1356">
                  <c:v>1009.107672145929</c:v>
                </c:pt>
                <c:pt idx="1357">
                  <c:v>1009.104815675258</c:v>
                </c:pt>
                <c:pt idx="1358">
                  <c:v>1009.1019784029737</c:v>
                </c:pt>
                <c:pt idx="1359">
                  <c:v>1009.0991601873977</c:v>
                </c:pt>
                <c:pt idx="1360">
                  <c:v>1009.0963608879507</c:v>
                </c:pt>
                <c:pt idx="1361">
                  <c:v>1009.0935803651522</c:v>
                </c:pt>
                <c:pt idx="1362">
                  <c:v>1009.0908184805904</c:v>
                </c:pt>
                <c:pt idx="1363">
                  <c:v>1009.0880750969378</c:v>
                </c:pt>
                <c:pt idx="1364">
                  <c:v>1009.0853500779101</c:v>
                </c:pt>
                <c:pt idx="1365">
                  <c:v>1009.0826432883063</c:v>
                </c:pt>
                <c:pt idx="1366">
                  <c:v>1009.0799545939647</c:v>
                </c:pt>
                <c:pt idx="1367">
                  <c:v>1009.0772838617526</c:v>
                </c:pt>
                <c:pt idx="1368">
                  <c:v>1009.0746309595817</c:v>
                </c:pt>
                <c:pt idx="1369">
                  <c:v>1009.0719957563754</c:v>
                </c:pt>
                <c:pt idx="1370">
                  <c:v>1009.0693781220782</c:v>
                </c:pt>
                <c:pt idx="1371">
                  <c:v>1009.0667779276404</c:v>
                </c:pt>
                <c:pt idx="1372">
                  <c:v>1009.0641950450032</c:v>
                </c:pt>
                <c:pt idx="1373">
                  <c:v>1009.0616293471197</c:v>
                </c:pt>
                <c:pt idx="1374">
                  <c:v>1009.0590807078949</c:v>
                </c:pt>
                <c:pt idx="1375">
                  <c:v>1009.056549002234</c:v>
                </c:pt>
                <c:pt idx="1376">
                  <c:v>1009.0540341059968</c:v>
                </c:pt>
                <c:pt idx="1377">
                  <c:v>1009.0515358960048</c:v>
                </c:pt>
                <c:pt idx="1378">
                  <c:v>1009.0490542500345</c:v>
                </c:pt>
                <c:pt idx="1379">
                  <c:v>1009.0465890468002</c:v>
                </c:pt>
                <c:pt idx="1380">
                  <c:v>1009.0441401659598</c:v>
                </c:pt>
                <c:pt idx="1381">
                  <c:v>1009.0417074880946</c:v>
                </c:pt>
                <c:pt idx="1382">
                  <c:v>1009.0392908947107</c:v>
                </c:pt>
                <c:pt idx="1383">
                  <c:v>1009.036890268227</c:v>
                </c:pt>
                <c:pt idx="1384">
                  <c:v>1009.0345054919717</c:v>
                </c:pt>
                <c:pt idx="1385">
                  <c:v>1009.0321364501704</c:v>
                </c:pt>
                <c:pt idx="1386">
                  <c:v>1009.0297830279411</c:v>
                </c:pt>
                <c:pt idx="1387">
                  <c:v>1009.0274451112924</c:v>
                </c:pt>
                <c:pt idx="1388">
                  <c:v>1009.0251225871062</c:v>
                </c:pt>
                <c:pt idx="1389">
                  <c:v>1009.0228153431333</c:v>
                </c:pt>
                <c:pt idx="1390">
                  <c:v>1009.0205232680008</c:v>
                </c:pt>
                <c:pt idx="1391">
                  <c:v>1009.0182462511826</c:v>
                </c:pt>
                <c:pt idx="1392">
                  <c:v>1009.0159841830064</c:v>
                </c:pt>
                <c:pt idx="1393">
                  <c:v>1009.0137369546388</c:v>
                </c:pt>
                <c:pt idx="1394">
                  <c:v>1009.0115044581063</c:v>
                </c:pt>
                <c:pt idx="1395">
                  <c:v>1009.0092865862351</c:v>
                </c:pt>
                <c:pt idx="1396">
                  <c:v>1009.0070832327002</c:v>
                </c:pt>
                <c:pt idx="1397">
                  <c:v>1009.0048942919721</c:v>
                </c:pt>
                <c:pt idx="1398">
                  <c:v>1009.0027196593607</c:v>
                </c:pt>
                <c:pt idx="1399">
                  <c:v>1009.0005592309544</c:v>
                </c:pt>
                <c:pt idx="1400">
                  <c:v>1008.9984129036508</c:v>
                </c:pt>
                <c:pt idx="1401">
                  <c:v>1008.996280575142</c:v>
                </c:pt>
                <c:pt idx="1402">
                  <c:v>1008.9941621439068</c:v>
                </c:pt>
                <c:pt idx="1403">
                  <c:v>1008.9920575091901</c:v>
                </c:pt>
                <c:pt idx="1404">
                  <c:v>1008.9899665710268</c:v>
                </c:pt>
                <c:pt idx="1405">
                  <c:v>1008.9878892302121</c:v>
                </c:pt>
                <c:pt idx="1406">
                  <c:v>1008.9858253883011</c:v>
                </c:pt>
                <c:pt idx="1407">
                  <c:v>1008.9837749476045</c:v>
                </c:pt>
                <c:pt idx="1408">
                  <c:v>1008.9817378111777</c:v>
                </c:pt>
                <c:pt idx="1409">
                  <c:v>1008.9797138828358</c:v>
                </c:pt>
                <c:pt idx="1410">
                  <c:v>1008.9777030671091</c:v>
                </c:pt>
                <c:pt idx="1411">
                  <c:v>1008.9757052692769</c:v>
                </c:pt>
                <c:pt idx="1412">
                  <c:v>1008.9737203953309</c:v>
                </c:pt>
                <c:pt idx="1413">
                  <c:v>1008.9717483519904</c:v>
                </c:pt>
                <c:pt idx="1414">
                  <c:v>1008.9697890466895</c:v>
                </c:pt>
                <c:pt idx="1415">
                  <c:v>1008.9678423875717</c:v>
                </c:pt>
                <c:pt idx="1416">
                  <c:v>1008.9659082834783</c:v>
                </c:pt>
                <c:pt idx="1417">
                  <c:v>1008.9639866439485</c:v>
                </c:pt>
                <c:pt idx="1418">
                  <c:v>1008.9620773792068</c:v>
                </c:pt>
                <c:pt idx="1419">
                  <c:v>1008.9601804001893</c:v>
                </c:pt>
                <c:pt idx="1420">
                  <c:v>1008.9582956184827</c:v>
                </c:pt>
                <c:pt idx="1421">
                  <c:v>1008.9564229463757</c:v>
                </c:pt>
                <c:pt idx="1422">
                  <c:v>1008.9545622968017</c:v>
                </c:pt>
                <c:pt idx="1423">
                  <c:v>1008.9527135833663</c:v>
                </c:pt>
                <c:pt idx="1424">
                  <c:v>1008.9508767203595</c:v>
                </c:pt>
                <c:pt idx="1425">
                  <c:v>1008.9490516226961</c:v>
                </c:pt>
                <c:pt idx="1426">
                  <c:v>1008.9472382059511</c:v>
                </c:pt>
                <c:pt idx="1427">
                  <c:v>1008.9454363863333</c:v>
                </c:pt>
                <c:pt idx="1428">
                  <c:v>1008.9436460807141</c:v>
                </c:pt>
                <c:pt idx="1429">
                  <c:v>1008.9418672065769</c:v>
                </c:pt>
                <c:pt idx="1430">
                  <c:v>1008.9400996820481</c:v>
                </c:pt>
                <c:pt idx="1431">
                  <c:v>1008.9383434258614</c:v>
                </c:pt>
                <c:pt idx="1432">
                  <c:v>1008.9365983573992</c:v>
                </c:pt>
                <c:pt idx="1433">
                  <c:v>1008.9348643966133</c:v>
                </c:pt>
                <c:pt idx="1434">
                  <c:v>1008.9331414641169</c:v>
                </c:pt>
                <c:pt idx="1435">
                  <c:v>1008.931429481085</c:v>
                </c:pt>
                <c:pt idx="1436">
                  <c:v>1008.9297283693116</c:v>
                </c:pt>
                <c:pt idx="1437">
                  <c:v>1008.9280380511894</c:v>
                </c:pt>
                <c:pt idx="1438">
                  <c:v>1008.9263584496912</c:v>
                </c:pt>
                <c:pt idx="1439">
                  <c:v>1008.9246894883835</c:v>
                </c:pt>
                <c:pt idx="1440">
                  <c:v>1008.9230310914073</c:v>
                </c:pt>
                <c:pt idx="1441">
                  <c:v>1008.921383183485</c:v>
                </c:pt>
                <c:pt idx="1442">
                  <c:v>1008.9197456898979</c:v>
                </c:pt>
                <c:pt idx="1443">
                  <c:v>1008.9181185365223</c:v>
                </c:pt>
                <c:pt idx="1444">
                  <c:v>1008.9165016497755</c:v>
                </c:pt>
                <c:pt idx="1445">
                  <c:v>1008.914894956639</c:v>
                </c:pt>
                <c:pt idx="1446">
                  <c:v>1008.9132983846388</c:v>
                </c:pt>
                <c:pt idx="1447">
                  <c:v>1008.9117118618794</c:v>
                </c:pt>
                <c:pt idx="1448">
                  <c:v>1008.9101353169725</c:v>
                </c:pt>
                <c:pt idx="1449">
                  <c:v>1008.908568679106</c:v>
                </c:pt>
                <c:pt idx="1450">
                  <c:v>1008.9070118779861</c:v>
                </c:pt>
                <c:pt idx="1451">
                  <c:v>1008.9054648438438</c:v>
                </c:pt>
                <c:pt idx="1452">
                  <c:v>1008.903927507463</c:v>
                </c:pt>
                <c:pt idx="1453">
                  <c:v>1008.9023998001311</c:v>
                </c:pt>
                <c:pt idx="1454">
                  <c:v>1008.9008816536673</c:v>
                </c:pt>
                <c:pt idx="1455">
                  <c:v>1008.899373000402</c:v>
                </c:pt>
                <c:pt idx="1456">
                  <c:v>1008.8978737731778</c:v>
                </c:pt>
                <c:pt idx="1457">
                  <c:v>1008.8963839053433</c:v>
                </c:pt>
                <c:pt idx="1458">
                  <c:v>1008.894903330762</c:v>
                </c:pt>
                <c:pt idx="1459">
                  <c:v>1008.8934319837772</c:v>
                </c:pt>
                <c:pt idx="1460">
                  <c:v>1008.8919697992585</c:v>
                </c:pt>
                <c:pt idx="1461">
                  <c:v>1008.8905167125388</c:v>
                </c:pt>
                <c:pt idx="1462">
                  <c:v>1008.8890726594547</c:v>
                </c:pt>
                <c:pt idx="1463">
                  <c:v>1008.8876375763107</c:v>
                </c:pt>
                <c:pt idx="1464">
                  <c:v>1008.8862113999328</c:v>
                </c:pt>
                <c:pt idx="1465">
                  <c:v>1008.8847940675697</c:v>
                </c:pt>
                <c:pt idx="1466">
                  <c:v>1008.8833855169763</c:v>
                </c:pt>
                <c:pt idx="1467">
                  <c:v>1008.8819856863911</c:v>
                </c:pt>
                <c:pt idx="1468">
                  <c:v>1008.8805945144654</c:v>
                </c:pt>
                <c:pt idx="1469">
                  <c:v>1008.8792119403734</c:v>
                </c:pt>
                <c:pt idx="1470">
                  <c:v>1008.8778379037044</c:v>
                </c:pt>
                <c:pt idx="1471">
                  <c:v>1008.8764723445247</c:v>
                </c:pt>
                <c:pt idx="1472">
                  <c:v>1008.8751152033436</c:v>
                </c:pt>
                <c:pt idx="1473">
                  <c:v>1008.8737664211214</c:v>
                </c:pt>
                <c:pt idx="1474">
                  <c:v>1008.8724259392575</c:v>
                </c:pt>
                <c:pt idx="1475">
                  <c:v>1008.8710936996049</c:v>
                </c:pt>
                <c:pt idx="1476">
                  <c:v>1008.8697696444447</c:v>
                </c:pt>
                <c:pt idx="1477">
                  <c:v>1008.8684537164912</c:v>
                </c:pt>
                <c:pt idx="1478">
                  <c:v>1008.8671458588898</c:v>
                </c:pt>
                <c:pt idx="1479">
                  <c:v>1008.8658460152119</c:v>
                </c:pt>
                <c:pt idx="1480">
                  <c:v>1008.8645541294665</c:v>
                </c:pt>
                <c:pt idx="1481">
                  <c:v>1008.8632701460698</c:v>
                </c:pt>
                <c:pt idx="1482">
                  <c:v>1008.8619940098413</c:v>
                </c:pt>
                <c:pt idx="1483">
                  <c:v>1008.8607256660578</c:v>
                </c:pt>
                <c:pt idx="1484">
                  <c:v>1008.8594650603643</c:v>
                </c:pt>
                <c:pt idx="1485">
                  <c:v>1008.858212138832</c:v>
                </c:pt>
                <c:pt idx="1486">
                  <c:v>1008.8569668479329</c:v>
                </c:pt>
                <c:pt idx="1487">
                  <c:v>1008.855729134548</c:v>
                </c:pt>
                <c:pt idx="1488">
                  <c:v>1008.8544989459492</c:v>
                </c:pt>
                <c:pt idx="1489">
                  <c:v>1008.8532762297982</c:v>
                </c:pt>
                <c:pt idx="1490">
                  <c:v>1008.8520609341566</c:v>
                </c:pt>
                <c:pt idx="1491">
                  <c:v>1008.850853007479</c:v>
                </c:pt>
                <c:pt idx="1492">
                  <c:v>1008.8496523985976</c:v>
                </c:pt>
                <c:pt idx="1493">
                  <c:v>1008.8484590567292</c:v>
                </c:pt>
                <c:pt idx="1494">
                  <c:v>1008.8472729314656</c:v>
                </c:pt>
                <c:pt idx="1495">
                  <c:v>1008.8460939727912</c:v>
                </c:pt>
                <c:pt idx="1496">
                  <c:v>1008.8449221310457</c:v>
                </c:pt>
                <c:pt idx="1497">
                  <c:v>1008.8437573569562</c:v>
                </c:pt>
                <c:pt idx="1498">
                  <c:v>1008.842599601601</c:v>
                </c:pt>
                <c:pt idx="1499">
                  <c:v>1008.8414488164403</c:v>
                </c:pt>
                <c:pt idx="1500">
                  <c:v>1038.8570838150347</c:v>
                </c:pt>
                <c:pt idx="1501">
                  <c:v>1068.6155664116359</c:v>
                </c:pt>
                <c:pt idx="1502">
                  <c:v>1098.1219210184781</c:v>
                </c:pt>
                <c:pt idx="1503">
                  <c:v>1127.3801662156641</c:v>
                </c:pt>
                <c:pt idx="1504">
                  <c:v>1156.393689765835</c:v>
                </c:pt>
                <c:pt idx="1505">
                  <c:v>1185.1654719676003</c:v>
                </c:pt>
                <c:pt idx="1506">
                  <c:v>1213.6982209425221</c:v>
                </c:pt>
                <c:pt idx="1507">
                  <c:v>1241.9944561749194</c:v>
                </c:pt>
                <c:pt idx="1508">
                  <c:v>1270.0565612296737</c:v>
                </c:pt>
                <c:pt idx="1509">
                  <c:v>1297.8868178253501</c:v>
                </c:pt>
                <c:pt idx="1510">
                  <c:v>1325.4874284310729</c:v>
                </c:pt>
                <c:pt idx="1511">
                  <c:v>1352.8605316625283</c:v>
                </c:pt>
                <c:pt idx="1512">
                  <c:v>1380.0082130638948</c:v>
                </c:pt>
                <c:pt idx="1513">
                  <c:v>1406.9325128671044</c:v>
                </c:pt>
                <c:pt idx="1514">
                  <c:v>1433.6354317242694</c:v>
                </c:pt>
                <c:pt idx="1515">
                  <c:v>1460.1189350492225</c:v>
                </c:pt>
                <c:pt idx="1516">
                  <c:v>1486.3849563814922</c:v>
                </c:pt>
                <c:pt idx="1517">
                  <c:v>1512.4354000482692</c:v>
                </c:pt>
                <c:pt idx="1518">
                  <c:v>1538.2721433105967</c:v>
                </c:pt>
                <c:pt idx="1519">
                  <c:v>1563.8970381236129</c:v>
                </c:pt>
                <c:pt idx="1520">
                  <c:v>1589.3119126021093</c:v>
                </c:pt>
                <c:pt idx="1521">
                  <c:v>1614.5185722575538</c:v>
                </c:pt>
                <c:pt idx="1522">
                  <c:v>1639.538359116272</c:v>
                </c:pt>
                <c:pt idx="1523">
                  <c:v>1664.3727194172898</c:v>
                </c:pt>
                <c:pt idx="1524">
                  <c:v>1689.0230834448664</c:v>
                </c:pt>
                <c:pt idx="1525">
                  <c:v>1713.4908661856664</c:v>
                </c:pt>
                <c:pt idx="1526">
                  <c:v>1737.777467908174</c:v>
                </c:pt>
                <c:pt idx="1527">
                  <c:v>1761.8842746770724</c:v>
                </c:pt>
                <c:pt idx="1528">
                  <c:v>1785.8126588132657</c:v>
                </c:pt>
                <c:pt idx="1529">
                  <c:v>1809.563979307608</c:v>
                </c:pt>
                <c:pt idx="1530">
                  <c:v>1833.1395821953763</c:v>
                </c:pt>
                <c:pt idx="1531">
                  <c:v>1856.5408008970676</c:v>
                </c:pt>
                <c:pt idx="1532">
                  <c:v>1879.7689565298874</c:v>
                </c:pt>
                <c:pt idx="1533">
                  <c:v>1902.825358194174</c:v>
                </c:pt>
                <c:pt idx="1534">
                  <c:v>1925.7113032375646</c:v>
                </c:pt>
                <c:pt idx="1535">
                  <c:v>1948.4280774999168</c:v>
                </c:pt>
                <c:pt idx="1536">
                  <c:v>1970.9769555411949</c:v>
                </c:pt>
                <c:pt idx="1537">
                  <c:v>1993.3592008541889</c:v>
                </c:pt>
                <c:pt idx="1538">
                  <c:v>2015.576066063928</c:v>
                </c:pt>
                <c:pt idx="1539">
                  <c:v>2037.6287931150068</c:v>
                </c:pt>
                <c:pt idx="1540">
                  <c:v>2059.5186134484088</c:v>
                </c:pt>
                <c:pt idx="1541">
                  <c:v>2081.2467481685062</c:v>
                </c:pt>
                <c:pt idx="1542">
                  <c:v>2102.8144082014992</c:v>
                </c:pt>
                <c:pt idx="1543">
                  <c:v>2124.2227944460246</c:v>
                </c:pt>
                <c:pt idx="1544">
                  <c:v>2145.4731768667161</c:v>
                </c:pt>
                <c:pt idx="1545">
                  <c:v>2166.5668137625853</c:v>
                </c:pt>
                <c:pt idx="1546">
                  <c:v>2187.5049519293598</c:v>
                </c:pt>
                <c:pt idx="1547">
                  <c:v>2208.2888268160668</c:v>
                </c:pt>
                <c:pt idx="1548">
                  <c:v>2228.91966267614</c:v>
                </c:pt>
                <c:pt idx="1549">
                  <c:v>2249.3986727136107</c:v>
                </c:pt>
                <c:pt idx="1550">
                  <c:v>2269.7270592246532</c:v>
                </c:pt>
                <c:pt idx="1551">
                  <c:v>2289.906013734796</c:v>
                </c:pt>
                <c:pt idx="1552">
                  <c:v>2309.9367171322815</c:v>
                </c:pt>
                <c:pt idx="1553">
                  <c:v>2329.8203397975722</c:v>
                </c:pt>
                <c:pt idx="1554">
                  <c:v>2349.5580417293845</c:v>
                </c:pt>
                <c:pt idx="1555">
                  <c:v>2369.1509726675067</c:v>
                </c:pt>
                <c:pt idx="1556">
                  <c:v>2388.6002722124949</c:v>
                </c:pt>
                <c:pt idx="1557">
                  <c:v>2407.907069942456</c:v>
                </c:pt>
                <c:pt idx="1558">
                  <c:v>2427.0724855272501</c:v>
                </c:pt>
                <c:pt idx="1559">
                  <c:v>2446.0976288398701</c:v>
                </c:pt>
                <c:pt idx="1560">
                  <c:v>2464.9836000656373</c:v>
                </c:pt>
                <c:pt idx="1561">
                  <c:v>2483.7314898088589</c:v>
                </c:pt>
                <c:pt idx="1562">
                  <c:v>2502.3423791974233</c:v>
                </c:pt>
                <c:pt idx="1563">
                  <c:v>2520.8173399853263</c:v>
                </c:pt>
                <c:pt idx="1564">
                  <c:v>2539.1574346530324</c:v>
                </c:pt>
                <c:pt idx="1565">
                  <c:v>2557.3637165061896</c:v>
                </c:pt>
                <c:pt idx="1566">
                  <c:v>2575.4372300908958</c:v>
                </c:pt>
                <c:pt idx="1567">
                  <c:v>2593.3790112785773</c:v>
                </c:pt>
                <c:pt idx="1568">
                  <c:v>2611.1900873490858</c:v>
                </c:pt>
                <c:pt idx="1569">
                  <c:v>2628.8714770726465</c:v>
                </c:pt>
                <c:pt idx="1570">
                  <c:v>2646.4241907902592</c:v>
                </c:pt>
                <c:pt idx="1571">
                  <c:v>2663.8492304930719</c:v>
                </c:pt>
                <c:pt idx="1572">
                  <c:v>2681.1475899002262</c:v>
                </c:pt>
                <c:pt idx="1573">
                  <c:v>2698.3202545358304</c:v>
                </c:pt>
                <c:pt idx="1574">
                  <c:v>2715.3682018044947</c:v>
                </c:pt>
                <c:pt idx="1575">
                  <c:v>2732.2924010660627</c:v>
                </c:pt>
                <c:pt idx="1576">
                  <c:v>2749.0938137091098</c:v>
                </c:pt>
                <c:pt idx="1577">
                  <c:v>2765.7733932233914</c:v>
                </c:pt>
                <c:pt idx="1578">
                  <c:v>2782.3320852714496</c:v>
                </c:pt>
                <c:pt idx="1579">
                  <c:v>2798.7708277592192</c:v>
                </c:pt>
                <c:pt idx="1580">
                  <c:v>2815.0905509055951</c:v>
                </c:pt>
                <c:pt idx="1581">
                  <c:v>2831.2921773113098</c:v>
                </c:pt>
                <c:pt idx="1582">
                  <c:v>2847.3766220267198</c:v>
                </c:pt>
                <c:pt idx="1583">
                  <c:v>2863.3447926189097</c:v>
                </c:pt>
                <c:pt idx="1584">
                  <c:v>2879.1975892380256</c:v>
                </c:pt>
                <c:pt idx="1585">
                  <c:v>2894.9359046825916</c:v>
                </c:pt>
                <c:pt idx="1586">
                  <c:v>2910.5606244641426</c:v>
                </c:pt>
                <c:pt idx="1587">
                  <c:v>2926.0726268713402</c:v>
                </c:pt>
                <c:pt idx="1588">
                  <c:v>2941.4727830341913</c:v>
                </c:pt>
                <c:pt idx="1589">
                  <c:v>2956.7619569879794</c:v>
                </c:pt>
                <c:pt idx="1590">
                  <c:v>2971.9410057360183</c:v>
                </c:pt>
                <c:pt idx="1591">
                  <c:v>2987.0107793119187</c:v>
                </c:pt>
                <c:pt idx="1592">
                  <c:v>3001.9721208411393</c:v>
                </c:pt>
                <c:pt idx="1593">
                  <c:v>3016.8258666016714</c:v>
                </c:pt>
                <c:pt idx="1594">
                  <c:v>3031.5728460842734</c:v>
                </c:pt>
                <c:pt idx="1595">
                  <c:v>3046.2138820518257</c:v>
                </c:pt>
                <c:pt idx="1596">
                  <c:v>3060.7497905980094</c:v>
                </c:pt>
                <c:pt idx="1597">
                  <c:v>3075.1813812056535</c:v>
                </c:pt>
                <c:pt idx="1598">
                  <c:v>3089.5094568041077</c:v>
                </c:pt>
                <c:pt idx="1599">
                  <c:v>3103.7348138260536</c:v>
                </c:pt>
                <c:pt idx="1600">
                  <c:v>3117.8582422639338</c:v>
                </c:pt>
                <c:pt idx="1601">
                  <c:v>3131.8805257255563</c:v>
                </c:pt>
                <c:pt idx="1602">
                  <c:v>3145.8024414891393</c:v>
                </c:pt>
                <c:pt idx="1603">
                  <c:v>3159.6247605579188</c:v>
                </c:pt>
                <c:pt idx="1604">
                  <c:v>3173.3482477139728</c:v>
                </c:pt>
                <c:pt idx="1605">
                  <c:v>3186.9736615717493</c:v>
                </c:pt>
                <c:pt idx="1606">
                  <c:v>3200.5017546308777</c:v>
                </c:pt>
                <c:pt idx="1607">
                  <c:v>3213.9332733284723</c:v>
                </c:pt>
                <c:pt idx="1608">
                  <c:v>3227.2689580908495</c:v>
                </c:pt>
                <c:pt idx="1609">
                  <c:v>3240.5095433849019</c:v>
                </c:pt>
                <c:pt idx="1610">
                  <c:v>3253.6557577688604</c:v>
                </c:pt>
                <c:pt idx="1611">
                  <c:v>3266.7083239424237</c:v>
                </c:pt>
                <c:pt idx="1612">
                  <c:v>3279.6679587966796</c:v>
                </c:pt>
                <c:pt idx="1613">
                  <c:v>3292.5353734633468</c:v>
                </c:pt>
                <c:pt idx="1614">
                  <c:v>3305.3112733634962</c:v>
                </c:pt>
                <c:pt idx="1615">
                  <c:v>3317.9963582560758</c:v>
                </c:pt>
                <c:pt idx="1616">
                  <c:v>3330.5913222855725</c:v>
                </c:pt>
                <c:pt idx="1617">
                  <c:v>3343.096854029659</c:v>
                </c:pt>
                <c:pt idx="1618">
                  <c:v>3355.5136365458734</c:v>
                </c:pt>
                <c:pt idx="1619">
                  <c:v>3367.8423474185274</c:v>
                </c:pt>
                <c:pt idx="1620">
                  <c:v>3380.0836588044531</c:v>
                </c:pt>
                <c:pt idx="1621">
                  <c:v>3392.2382374788112</c:v>
                </c:pt>
                <c:pt idx="1622">
                  <c:v>3404.306744880299</c:v>
                </c:pt>
                <c:pt idx="1623">
                  <c:v>3416.289837156005</c:v>
                </c:pt>
                <c:pt idx="1624">
                  <c:v>3428.1881652056768</c:v>
                </c:pt>
                <c:pt idx="1625">
                  <c:v>3440.0023747257651</c:v>
                </c:pt>
                <c:pt idx="1626">
                  <c:v>3451.7331062530834</c:v>
                </c:pt>
                <c:pt idx="1627">
                  <c:v>3463.3809952077895</c:v>
                </c:pt>
                <c:pt idx="1628">
                  <c:v>3474.9466719363254</c:v>
                </c:pt>
                <c:pt idx="1629">
                  <c:v>3486.4307617537288</c:v>
                </c:pt>
                <c:pt idx="1630">
                  <c:v>3497.8338849855932</c:v>
                </c:pt>
                <c:pt idx="1631">
                  <c:v>3509.1566570097284</c:v>
                </c:pt>
                <c:pt idx="1632">
                  <c:v>3520.3996882974729</c:v>
                </c:pt>
                <c:pt idx="1633">
                  <c:v>3531.5635844543594</c:v>
                </c:pt>
                <c:pt idx="1634">
                  <c:v>3542.6489462607778</c:v>
                </c:pt>
                <c:pt idx="1635">
                  <c:v>3553.6563697120528</c:v>
                </c:pt>
                <c:pt idx="1636">
                  <c:v>3564.5864460580888</c:v>
                </c:pt>
                <c:pt idx="1637">
                  <c:v>3575.4397618430621</c:v>
                </c:pt>
                <c:pt idx="1638">
                  <c:v>3586.2168989441484</c:v>
                </c:pt>
                <c:pt idx="1639">
                  <c:v>3596.9184346104694</c:v>
                </c:pt>
                <c:pt idx="1640">
                  <c:v>3607.5449415013181</c:v>
                </c:pt>
                <c:pt idx="1641">
                  <c:v>3618.0969877242987</c:v>
                </c:pt>
                <c:pt idx="1642">
                  <c:v>3628.575136872852</c:v>
                </c:pt>
                <c:pt idx="1643">
                  <c:v>3638.9799480637789</c:v>
                </c:pt>
                <c:pt idx="1644">
                  <c:v>3649.3119759740584</c:v>
                </c:pt>
                <c:pt idx="1645">
                  <c:v>3659.5717708777838</c:v>
                </c:pt>
                <c:pt idx="1646">
                  <c:v>3669.759878682305</c:v>
                </c:pt>
                <c:pt idx="1647">
                  <c:v>3679.8768409643844</c:v>
                </c:pt>
                <c:pt idx="1648">
                  <c:v>3689.9231950059284</c:v>
                </c:pt>
                <c:pt idx="1649">
                  <c:v>3699.8994738293791</c:v>
                </c:pt>
                <c:pt idx="1650">
                  <c:v>3709.8062062327995</c:v>
                </c:pt>
                <c:pt idx="1651">
                  <c:v>3719.6439168247543</c:v>
                </c:pt>
                <c:pt idx="1652">
                  <c:v>3729.4131260587155</c:v>
                </c:pt>
                <c:pt idx="1653">
                  <c:v>3739.1143502672785</c:v>
                </c:pt>
                <c:pt idx="1654">
                  <c:v>3748.7481016961092</c:v>
                </c:pt>
                <c:pt idx="1655">
                  <c:v>3758.3148885374735</c:v>
                </c:pt>
                <c:pt idx="1656">
                  <c:v>3767.8152149635876</c:v>
                </c:pt>
                <c:pt idx="1657">
                  <c:v>3777.2495811596577</c:v>
                </c:pt>
                <c:pt idx="1658">
                  <c:v>3786.618483356558</c:v>
                </c:pt>
                <c:pt idx="1659">
                  <c:v>3795.9224138633449</c:v>
                </c:pt>
                <c:pt idx="1660">
                  <c:v>3805.1618610993432</c:v>
                </c:pt>
                <c:pt idx="1661">
                  <c:v>3814.3373096261307</c:v>
                </c:pt>
                <c:pt idx="1662">
                  <c:v>3823.4492401790944</c:v>
                </c:pt>
                <c:pt idx="1663">
                  <c:v>3832.4981296987976</c:v>
                </c:pt>
                <c:pt idx="1664">
                  <c:v>3841.4844513620696</c:v>
                </c:pt>
                <c:pt idx="1665">
                  <c:v>3850.4086746128005</c:v>
                </c:pt>
                <c:pt idx="1666">
                  <c:v>3859.271265192398</c:v>
                </c:pt>
                <c:pt idx="1667">
                  <c:v>3868.0726851703193</c:v>
                </c:pt>
                <c:pt idx="1668">
                  <c:v>3876.8133929737369</c:v>
                </c:pt>
                <c:pt idx="1669">
                  <c:v>3885.4938434176202</c:v>
                </c:pt>
                <c:pt idx="1670">
                  <c:v>3894.1144877340648</c:v>
                </c:pt>
                <c:pt idx="1671">
                  <c:v>3902.6757736016216</c:v>
                </c:pt>
                <c:pt idx="1672">
                  <c:v>3911.1781451742877</c:v>
                </c:pt>
                <c:pt idx="1673">
                  <c:v>3919.6220431102133</c:v>
                </c:pt>
                <c:pt idx="1674">
                  <c:v>3928.0079046003543</c:v>
                </c:pt>
                <c:pt idx="1675">
                  <c:v>3936.3361633966124</c:v>
                </c:pt>
                <c:pt idx="1676">
                  <c:v>3944.6072498399221</c:v>
                </c:pt>
                <c:pt idx="1677">
                  <c:v>3952.8215908880084</c:v>
                </c:pt>
                <c:pt idx="1678">
                  <c:v>3960.979610143007</c:v>
                </c:pt>
                <c:pt idx="1679">
                  <c:v>3969.0817278787817</c:v>
                </c:pt>
                <c:pt idx="1680">
                  <c:v>3977.1283610679211</c:v>
                </c:pt>
                <c:pt idx="1681">
                  <c:v>3985.1199234087076</c:v>
                </c:pt>
                <c:pt idx="1682">
                  <c:v>3993.0568253516908</c:v>
                </c:pt>
                <c:pt idx="1683">
                  <c:v>4000.9394741261508</c:v>
                </c:pt>
                <c:pt idx="1684">
                  <c:v>4008.7682737662349</c:v>
                </c:pt>
                <c:pt idx="1685">
                  <c:v>4016.5436251369233</c:v>
                </c:pt>
                <c:pt idx="1686">
                  <c:v>4024.2659259598272</c:v>
                </c:pt>
                <c:pt idx="1687">
                  <c:v>4031.9355708386302</c:v>
                </c:pt>
                <c:pt idx="1688">
                  <c:v>4039.5529512844896</c:v>
                </c:pt>
                <c:pt idx="1689">
                  <c:v>4047.118455741112</c:v>
                </c:pt>
                <c:pt idx="1690">
                  <c:v>4054.6324696095699</c:v>
                </c:pt>
                <c:pt idx="1691">
                  <c:v>4062.0953752731007</c:v>
                </c:pt>
                <c:pt idx="1692">
                  <c:v>4069.5075521214562</c:v>
                </c:pt>
                <c:pt idx="1693">
                  <c:v>4076.869376575266</c:v>
                </c:pt>
                <c:pt idx="1694">
                  <c:v>4084.181222110004</c:v>
                </c:pt>
                <c:pt idx="1695">
                  <c:v>4091.443459280003</c:v>
                </c:pt>
                <c:pt idx="1696">
                  <c:v>4098.6564557419424</c:v>
                </c:pt>
                <c:pt idx="1697">
                  <c:v>4105.82057627838</c:v>
                </c:pt>
                <c:pt idx="1698">
                  <c:v>4112.936182820963</c:v>
                </c:pt>
                <c:pt idx="1699">
                  <c:v>4120.0036344737218</c:v>
                </c:pt>
                <c:pt idx="1700">
                  <c:v>4127.0232875355705</c:v>
                </c:pt>
                <c:pt idx="1701">
                  <c:v>4133.9954955233161</c:v>
                </c:pt>
                <c:pt idx="1702">
                  <c:v>4140.9206091940059</c:v>
                </c:pt>
                <c:pt idx="1703">
                  <c:v>4147.7989765672655</c:v>
                </c:pt>
                <c:pt idx="1704">
                  <c:v>4154.6309429473431</c:v>
                </c:pt>
                <c:pt idx="1705">
                  <c:v>4161.416850945222</c:v>
                </c:pt>
                <c:pt idx="1706">
                  <c:v>4168.1570405001712</c:v>
                </c:pt>
                <c:pt idx="1707">
                  <c:v>4174.8518489014841</c:v>
                </c:pt>
                <c:pt idx="1708">
                  <c:v>4181.5016108097407</c:v>
                </c:pt>
                <c:pt idx="1709">
                  <c:v>4188.1066582781104</c:v>
                </c:pt>
                <c:pt idx="1710">
                  <c:v>4194.6673207733384</c:v>
                </c:pt>
                <c:pt idx="1711">
                  <c:v>4201.1839251965794</c:v>
                </c:pt>
                <c:pt idx="1712">
                  <c:v>4207.6567959041977</c:v>
                </c:pt>
                <c:pt idx="1713">
                  <c:v>4214.086254728144</c:v>
                </c:pt>
                <c:pt idx="1714">
                  <c:v>4220.4726209964474</c:v>
                </c:pt>
                <c:pt idx="1715">
                  <c:v>4226.816211553195</c:v>
                </c:pt>
                <c:pt idx="1716">
                  <c:v>4233.1173407787401</c:v>
                </c:pt>
                <c:pt idx="1717">
                  <c:v>4239.3763206094227</c:v>
                </c:pt>
                <c:pt idx="1718">
                  <c:v>4245.5934605572911</c:v>
                </c:pt>
                <c:pt idx="1719">
                  <c:v>4251.7690677295504</c:v>
                </c:pt>
                <c:pt idx="1720">
                  <c:v>4257.9034468480713</c:v>
                </c:pt>
                <c:pt idx="1721">
                  <c:v>4263.9969002683656</c:v>
                </c:pt>
                <c:pt idx="1722">
                  <c:v>4270.0497279987949</c:v>
                </c:pt>
                <c:pt idx="1723">
                  <c:v>4276.0622277193452</c:v>
                </c:pt>
                <c:pt idx="1724">
                  <c:v>4282.0346948004126</c:v>
                </c:pt>
                <c:pt idx="1725">
                  <c:v>4287.9674223212705</c:v>
                </c:pt>
                <c:pt idx="1726">
                  <c:v>4293.8607010885862</c:v>
                </c:pt>
                <c:pt idx="1727">
                  <c:v>4299.7148196545913</c:v>
                </c:pt>
                <c:pt idx="1728">
                  <c:v>4305.5300643353085</c:v>
                </c:pt>
                <c:pt idx="1729">
                  <c:v>4311.3067192283306</c:v>
                </c:pt>
                <c:pt idx="1730">
                  <c:v>4317.0450662307176</c:v>
                </c:pt>
                <c:pt idx="1731">
                  <c:v>4322.7453850567499</c:v>
                </c:pt>
                <c:pt idx="1732">
                  <c:v>4328.407953255326</c:v>
                </c:pt>
                <c:pt idx="1733">
                  <c:v>4334.0330462272796</c:v>
                </c:pt>
                <c:pt idx="1734">
                  <c:v>4339.6209372427847</c:v>
                </c:pt>
                <c:pt idx="1735">
                  <c:v>4345.1718974583064</c:v>
                </c:pt>
                <c:pt idx="1736">
                  <c:v>4350.6861959335592</c:v>
                </c:pt>
                <c:pt idx="1737">
                  <c:v>4356.1640996483584</c:v>
                </c:pt>
                <c:pt idx="1738">
                  <c:v>4361.6058735192719</c:v>
                </c:pt>
                <c:pt idx="1739">
                  <c:v>4367.0117804161309</c:v>
                </c:pt>
                <c:pt idx="1740">
                  <c:v>4372.3820811783944</c:v>
                </c:pt>
                <c:pt idx="1741">
                  <c:v>4377.717034631467</c:v>
                </c:pt>
                <c:pt idx="1742">
                  <c:v>4383.0168976027817</c:v>
                </c:pt>
                <c:pt idx="1743">
                  <c:v>4388.2819249378163</c:v>
                </c:pt>
                <c:pt idx="1744">
                  <c:v>4393.5123695159509</c:v>
                </c:pt>
                <c:pt idx="1745">
                  <c:v>4398.7084822661209</c:v>
                </c:pt>
                <c:pt idx="1746">
                  <c:v>4403.8705121825324</c:v>
                </c:pt>
                <c:pt idx="1747">
                  <c:v>4408.9987063401149</c:v>
                </c:pt>
                <c:pt idx="1748">
                  <c:v>4414.0933099097283</c:v>
                </c:pt>
                <c:pt idx="1749">
                  <c:v>4419.1545661735572</c:v>
                </c:pt>
                <c:pt idx="1750">
                  <c:v>4424.18271654009</c:v>
                </c:pt>
                <c:pt idx="1751">
                  <c:v>4429.1780005592118</c:v>
                </c:pt>
                <c:pt idx="1752">
                  <c:v>4434.1406559368124</c:v>
                </c:pt>
                <c:pt idx="1753">
                  <c:v>4439.0709185498254</c:v>
                </c:pt>
                <c:pt idx="1754">
                  <c:v>4443.9690224605001</c:v>
                </c:pt>
                <c:pt idx="1755">
                  <c:v>4448.8351999312381</c:v>
                </c:pt>
                <c:pt idx="1756">
                  <c:v>4453.669681438646</c:v>
                </c:pt>
                <c:pt idx="1757">
                  <c:v>4458.4726956879267</c:v>
                </c:pt>
                <c:pt idx="1758">
                  <c:v>4463.2444696270395</c:v>
                </c:pt>
                <c:pt idx="1759">
                  <c:v>4467.9852284606495</c:v>
                </c:pt>
                <c:pt idx="1760">
                  <c:v>4472.695195664005</c:v>
                </c:pt>
                <c:pt idx="1761">
                  <c:v>4477.3745929967963</c:v>
                </c:pt>
                <c:pt idx="1762">
                  <c:v>4482.023640516848</c:v>
                </c:pt>
                <c:pt idx="1763">
                  <c:v>4486.6425565935342</c:v>
                </c:pt>
                <c:pt idx="1764">
                  <c:v>4491.2315579214137</c:v>
                </c:pt>
                <c:pt idx="1765">
                  <c:v>4495.7908595333993</c:v>
                </c:pt>
                <c:pt idx="1766">
                  <c:v>4500.320674814152</c:v>
                </c:pt>
                <c:pt idx="1767">
                  <c:v>4504.8212155130459</c:v>
                </c:pt>
                <c:pt idx="1768">
                  <c:v>4509.292691757295</c:v>
                </c:pt>
                <c:pt idx="1769">
                  <c:v>4513.7353120648695</c:v>
                </c:pt>
                <c:pt idx="1770">
                  <c:v>4518.1492833571601</c:v>
                </c:pt>
                <c:pt idx="1771">
                  <c:v>4522.5348109719043</c:v>
                </c:pt>
                <c:pt idx="1772">
                  <c:v>4526.892098675522</c:v>
                </c:pt>
                <c:pt idx="1773">
                  <c:v>4531.2213486758401</c:v>
                </c:pt>
                <c:pt idx="1774">
                  <c:v>4535.5227616343118</c:v>
                </c:pt>
                <c:pt idx="1775">
                  <c:v>4539.7965366784283</c:v>
                </c:pt>
                <c:pt idx="1776">
                  <c:v>4544.0428714138288</c:v>
                </c:pt>
                <c:pt idx="1777">
                  <c:v>4548.261961936465</c:v>
                </c:pt>
                <c:pt idx="1778">
                  <c:v>4552.4540028444462</c:v>
                </c:pt>
                <c:pt idx="1779">
                  <c:v>4556.6191872501495</c:v>
                </c:pt>
                <c:pt idx="1780">
                  <c:v>4560.7577067918392</c:v>
                </c:pt>
                <c:pt idx="1781">
                  <c:v>4564.8697516454367</c:v>
                </c:pt>
                <c:pt idx="1782">
                  <c:v>4568.9555105360905</c:v>
                </c:pt>
                <c:pt idx="1783">
                  <c:v>4573.0151707497862</c:v>
                </c:pt>
                <c:pt idx="1784">
                  <c:v>4577.0489181446337</c:v>
                </c:pt>
                <c:pt idx="1785">
                  <c:v>4581.0569371622778</c:v>
                </c:pt>
                <c:pt idx="1786">
                  <c:v>4585.0394108390647</c:v>
                </c:pt>
                <c:pt idx="1787">
                  <c:v>4588.9965208172507</c:v>
                </c:pt>
                <c:pt idx="1788">
                  <c:v>4592.9284473560037</c:v>
                </c:pt>
                <c:pt idx="1789">
                  <c:v>4596.8353693424124</c:v>
                </c:pt>
                <c:pt idx="1790">
                  <c:v>4600.7174643023181</c:v>
                </c:pt>
                <c:pt idx="1791">
                  <c:v>4604.5749084110539</c:v>
                </c:pt>
                <c:pt idx="1792">
                  <c:v>4608.4078765042213</c:v>
                </c:pt>
                <c:pt idx="1793">
                  <c:v>4612.216542088293</c:v>
                </c:pt>
                <c:pt idx="1794">
                  <c:v>4616.0010773510876</c:v>
                </c:pt>
                <c:pt idx="1795">
                  <c:v>4619.7616531722088</c:v>
                </c:pt>
                <c:pt idx="1796">
                  <c:v>4623.4984391333992</c:v>
                </c:pt>
                <c:pt idx="1797">
                  <c:v>4627.2116035289073</c:v>
                </c:pt>
                <c:pt idx="1798">
                  <c:v>4630.9013133755325</c:v>
                </c:pt>
                <c:pt idx="1799">
                  <c:v>4634.5677344227224</c:v>
                </c:pt>
                <c:pt idx="1800">
                  <c:v>4638.2110311627384</c:v>
                </c:pt>
                <c:pt idx="1801">
                  <c:v>4641.8313668404671</c:v>
                </c:pt>
                <c:pt idx="1802">
                  <c:v>4645.4289034633121</c:v>
                </c:pt>
                <c:pt idx="1803">
                  <c:v>4649.0038018110026</c:v>
                </c:pt>
                <c:pt idx="1804">
                  <c:v>4652.5562214452484</c:v>
                </c:pt>
                <c:pt idx="1805">
                  <c:v>4656.0863207193379</c:v>
                </c:pt>
                <c:pt idx="1806">
                  <c:v>4659.5942567877983</c:v>
                </c:pt>
                <c:pt idx="1807">
                  <c:v>4663.0801856157059</c:v>
                </c:pt>
                <c:pt idx="1808">
                  <c:v>4666.5442619881815</c:v>
                </c:pt>
                <c:pt idx="1809">
                  <c:v>4669.9866395196323</c:v>
                </c:pt>
                <c:pt idx="1810">
                  <c:v>4673.4074706630345</c:v>
                </c:pt>
                <c:pt idx="1811">
                  <c:v>4676.8069067191491</c:v>
                </c:pt>
                <c:pt idx="1812">
                  <c:v>4680.1850978454368</c:v>
                </c:pt>
                <c:pt idx="1813">
                  <c:v>4683.5421930652465</c:v>
                </c:pt>
                <c:pt idx="1814">
                  <c:v>4686.8783402766321</c:v>
                </c:pt>
                <c:pt idx="1815">
                  <c:v>4690.1936862613329</c:v>
                </c:pt>
                <c:pt idx="1816">
                  <c:v>4693.4883766934609</c:v>
                </c:pt>
                <c:pt idx="1817">
                  <c:v>4696.7625561482992</c:v>
                </c:pt>
                <c:pt idx="1818">
                  <c:v>4700.0163681109225</c:v>
                </c:pt>
                <c:pt idx="1819">
                  <c:v>4703.2499549848026</c:v>
                </c:pt>
                <c:pt idx="1820">
                  <c:v>4706.463458100292</c:v>
                </c:pt>
                <c:pt idx="1821">
                  <c:v>4709.6570177231515</c:v>
                </c:pt>
                <c:pt idx="1822">
                  <c:v>4712.8307730627439</c:v>
                </c:pt>
                <c:pt idx="1823">
                  <c:v>4715.9848622806412</c:v>
                </c:pt>
                <c:pt idx="1824">
                  <c:v>4719.119422498522</c:v>
                </c:pt>
                <c:pt idx="1825">
                  <c:v>4722.2345898066369</c:v>
                </c:pt>
                <c:pt idx="1826">
                  <c:v>4725.330499271774</c:v>
                </c:pt>
                <c:pt idx="1827">
                  <c:v>4728.4072849452978</c:v>
                </c:pt>
                <c:pt idx="1828">
                  <c:v>4731.4650798712146</c:v>
                </c:pt>
                <c:pt idx="1829">
                  <c:v>4734.5040160939734</c:v>
                </c:pt>
                <c:pt idx="1830">
                  <c:v>4737.5242246664866</c:v>
                </c:pt>
                <c:pt idx="1831">
                  <c:v>4740.5258356577278</c:v>
                </c:pt>
                <c:pt idx="1832">
                  <c:v>4743.5089781605466</c:v>
                </c:pt>
                <c:pt idx="1833">
                  <c:v>4746.4737802993614</c:v>
                </c:pt>
                <c:pt idx="1834">
                  <c:v>4749.4203692377559</c:v>
                </c:pt>
                <c:pt idx="1835">
                  <c:v>4752.3488711858699</c:v>
                </c:pt>
                <c:pt idx="1836">
                  <c:v>4755.2594114081767</c:v>
                </c:pt>
                <c:pt idx="1837">
                  <c:v>4758.1521142305673</c:v>
                </c:pt>
                <c:pt idx="1838">
                  <c:v>4761.0271030479407</c:v>
                </c:pt>
                <c:pt idx="1839">
                  <c:v>4763.88450033148</c:v>
                </c:pt>
                <c:pt idx="1840">
                  <c:v>4766.7244276357214</c:v>
                </c:pt>
                <c:pt idx="1841">
                  <c:v>4769.5470056059648</c:v>
                </c:pt>
                <c:pt idx="1842">
                  <c:v>4772.3523539852513</c:v>
                </c:pt>
                <c:pt idx="1843">
                  <c:v>4775.140591621509</c:v>
                </c:pt>
                <c:pt idx="1844">
                  <c:v>4777.9118364744818</c:v>
                </c:pt>
                <c:pt idx="1845">
                  <c:v>4780.6662056227206</c:v>
                </c:pt>
                <c:pt idx="1846">
                  <c:v>4783.4038152705634</c:v>
                </c:pt>
                <c:pt idx="1847">
                  <c:v>4786.1247807548216</c:v>
                </c:pt>
                <c:pt idx="1848">
                  <c:v>4788.8292165517487</c:v>
                </c:pt>
                <c:pt idx="1849">
                  <c:v>4791.5172362836011</c:v>
                </c:pt>
                <c:pt idx="1850">
                  <c:v>4794.1889527253879</c:v>
                </c:pt>
                <c:pt idx="1851">
                  <c:v>4796.8444778115563</c:v>
                </c:pt>
                <c:pt idx="1852">
                  <c:v>4799.4839226424674</c:v>
                </c:pt>
                <c:pt idx="1853">
                  <c:v>4802.1073974909496</c:v>
                </c:pt>
                <c:pt idx="1854">
                  <c:v>4804.7150118088375</c:v>
                </c:pt>
                <c:pt idx="1855">
                  <c:v>4807.3068742332389</c:v>
                </c:pt>
                <c:pt idx="1856">
                  <c:v>4809.8830925929806</c:v>
                </c:pt>
                <c:pt idx="1857">
                  <c:v>4812.4437739150208</c:v>
                </c:pt>
                <c:pt idx="1858">
                  <c:v>4814.9890244304897</c:v>
                </c:pt>
                <c:pt idx="1859">
                  <c:v>4817.5189495811355</c:v>
                </c:pt>
                <c:pt idx="1860">
                  <c:v>4820.0336540251974</c:v>
                </c:pt>
                <c:pt idx="1861">
                  <c:v>4822.5332416438696</c:v>
                </c:pt>
                <c:pt idx="1862">
                  <c:v>4825.0178155471185</c:v>
                </c:pt>
                <c:pt idx="1863">
                  <c:v>4827.4874780796963</c:v>
                </c:pt>
                <c:pt idx="1864">
                  <c:v>4829.9423308272981</c:v>
                </c:pt>
                <c:pt idx="1865">
                  <c:v>4832.3824746222554</c:v>
                </c:pt>
                <c:pt idx="1866">
                  <c:v>4834.8080095495525</c:v>
                </c:pt>
                <c:pt idx="1867">
                  <c:v>4837.2190349525663</c:v>
                </c:pt>
                <c:pt idx="1868">
                  <c:v>4839.6156494389343</c:v>
                </c:pt>
                <c:pt idx="1869">
                  <c:v>4841.9979508861707</c:v>
                </c:pt>
                <c:pt idx="1870">
                  <c:v>4844.3660364474108</c:v>
                </c:pt>
                <c:pt idx="1871">
                  <c:v>4846.7200025571374</c:v>
                </c:pt>
                <c:pt idx="1872">
                  <c:v>4849.0599449365754</c:v>
                </c:pt>
                <c:pt idx="1873">
                  <c:v>4851.385958599386</c:v>
                </c:pt>
                <c:pt idx="1874">
                  <c:v>4853.6981378572173</c:v>
                </c:pt>
                <c:pt idx="1875">
                  <c:v>4855.9965763248993</c:v>
                </c:pt>
                <c:pt idx="1876">
                  <c:v>4858.281366926286</c:v>
                </c:pt>
                <c:pt idx="1877">
                  <c:v>4860.5526018991577</c:v>
                </c:pt>
                <c:pt idx="1878">
                  <c:v>4862.8103728009191</c:v>
                </c:pt>
                <c:pt idx="1879">
                  <c:v>4865.0547705136969</c:v>
                </c:pt>
                <c:pt idx="1880">
                  <c:v>4867.2858852496765</c:v>
                </c:pt>
                <c:pt idx="1881">
                  <c:v>4869.5038065561685</c:v>
                </c:pt>
                <c:pt idx="1882">
                  <c:v>4871.7086233209902</c:v>
                </c:pt>
                <c:pt idx="1883">
                  <c:v>4873.9004237773815</c:v>
                </c:pt>
                <c:pt idx="1884">
                  <c:v>4876.0792955091738</c:v>
                </c:pt>
                <c:pt idx="1885">
                  <c:v>4878.2453254558359</c:v>
                </c:pt>
                <c:pt idx="1886">
                  <c:v>4880.3985999174638</c:v>
                </c:pt>
                <c:pt idx="1887">
                  <c:v>4882.5392045596545</c:v>
                </c:pt>
                <c:pt idx="1888">
                  <c:v>4884.6672244186129</c:v>
                </c:pt>
                <c:pt idx="1889">
                  <c:v>4886.7827439058183</c:v>
                </c:pt>
                <c:pt idx="1890">
                  <c:v>4888.8858468130702</c:v>
                </c:pt>
                <c:pt idx="1891">
                  <c:v>4890.9766163170534</c:v>
                </c:pt>
                <c:pt idx="1892">
                  <c:v>4893.0551349843645</c:v>
                </c:pt>
                <c:pt idx="1893">
                  <c:v>4895.1214847760475</c:v>
                </c:pt>
                <c:pt idx="1894">
                  <c:v>4897.1757470522753</c:v>
                </c:pt>
                <c:pt idx="1895">
                  <c:v>4899.2180025771395</c:v>
                </c:pt>
                <c:pt idx="1896">
                  <c:v>4901.2483315232248</c:v>
                </c:pt>
                <c:pt idx="1897">
                  <c:v>4903.2668134760306</c:v>
                </c:pt>
                <c:pt idx="1898">
                  <c:v>4905.2735274387633</c:v>
                </c:pt>
                <c:pt idx="1899">
                  <c:v>4907.2685518365824</c:v>
                </c:pt>
                <c:pt idx="1900">
                  <c:v>4909.2519645212396</c:v>
                </c:pt>
                <c:pt idx="1901">
                  <c:v>4911.2238427754583</c:v>
                </c:pt>
                <c:pt idx="1902">
                  <c:v>4913.1842633174138</c:v>
                </c:pt>
                <c:pt idx="1903">
                  <c:v>4915.1333023048373</c:v>
                </c:pt>
                <c:pt idx="1904">
                  <c:v>4917.0710353397071</c:v>
                </c:pt>
                <c:pt idx="1905">
                  <c:v>4918.9975374722153</c:v>
                </c:pt>
                <c:pt idx="1906">
                  <c:v>4920.9128832051947</c:v>
                </c:pt>
                <c:pt idx="1907">
                  <c:v>4922.8171464984071</c:v>
                </c:pt>
                <c:pt idx="1908">
                  <c:v>4924.7104007725138</c:v>
                </c:pt>
                <c:pt idx="1909">
                  <c:v>4926.5927189133963</c:v>
                </c:pt>
                <c:pt idx="1910">
                  <c:v>4928.4641732762684</c:v>
                </c:pt>
                <c:pt idx="1911">
                  <c:v>4930.3248356897639</c:v>
                </c:pt>
                <c:pt idx="1912">
                  <c:v>4932.1747774598307</c:v>
                </c:pt>
                <c:pt idx="1913">
                  <c:v>4934.0140693740968</c:v>
                </c:pt>
                <c:pt idx="1914">
                  <c:v>4935.8427817055117</c:v>
                </c:pt>
                <c:pt idx="1915">
                  <c:v>4937.6609842165444</c:v>
                </c:pt>
                <c:pt idx="1916">
                  <c:v>4939.4687461629701</c:v>
                </c:pt>
                <c:pt idx="1917">
                  <c:v>4941.2661362978779</c:v>
                </c:pt>
                <c:pt idx="1918">
                  <c:v>4943.0532228754691</c:v>
                </c:pt>
                <c:pt idx="1919">
                  <c:v>4944.8300736549663</c:v>
                </c:pt>
                <c:pt idx="1920">
                  <c:v>4946.5967559043138</c:v>
                </c:pt>
                <c:pt idx="1921">
                  <c:v>4948.3533364039931</c:v>
                </c:pt>
                <c:pt idx="1922">
                  <c:v>4950.0998814509139</c:v>
                </c:pt>
                <c:pt idx="1923">
                  <c:v>4951.8364568618608</c:v>
                </c:pt>
                <c:pt idx="1924">
                  <c:v>4953.5631279774534</c:v>
                </c:pt>
                <c:pt idx="1925">
                  <c:v>4955.2799596655505</c:v>
                </c:pt>
                <c:pt idx="1926">
                  <c:v>4956.9870163251708</c:v>
                </c:pt>
                <c:pt idx="1927">
                  <c:v>4958.6843618897337</c:v>
                </c:pt>
                <c:pt idx="1928">
                  <c:v>4960.3720598310138</c:v>
                </c:pt>
                <c:pt idx="1929">
                  <c:v>4962.0501731623681</c:v>
                </c:pt>
                <c:pt idx="1930">
                  <c:v>4963.7187644424612</c:v>
                </c:pt>
                <c:pt idx="1931">
                  <c:v>4965.3778957786562</c:v>
                </c:pt>
                <c:pt idx="1932">
                  <c:v>4967.0276288304785</c:v>
                </c:pt>
                <c:pt idx="1933">
                  <c:v>4968.668024812986</c:v>
                </c:pt>
                <c:pt idx="1934">
                  <c:v>4970.2991445004236</c:v>
                </c:pt>
                <c:pt idx="1935">
                  <c:v>4971.9210482293056</c:v>
                </c:pt>
                <c:pt idx="1936">
                  <c:v>4973.5337959018625</c:v>
                </c:pt>
                <c:pt idx="1937">
                  <c:v>4975.1374469895154</c:v>
                </c:pt>
                <c:pt idx="1938">
                  <c:v>4976.7320605359328</c:v>
                </c:pt>
                <c:pt idx="1939">
                  <c:v>4978.3176951604628</c:v>
                </c:pt>
                <c:pt idx="1940">
                  <c:v>4979.894409061375</c:v>
                </c:pt>
                <c:pt idx="1941">
                  <c:v>4981.4622600189996</c:v>
                </c:pt>
                <c:pt idx="1942">
                  <c:v>4983.0213053989737</c:v>
                </c:pt>
                <c:pt idx="1943">
                  <c:v>4984.5716021553826</c:v>
                </c:pt>
                <c:pt idx="1944">
                  <c:v>4986.1132068339793</c:v>
                </c:pt>
                <c:pt idx="1945">
                  <c:v>4987.6461755751843</c:v>
                </c:pt>
                <c:pt idx="1946">
                  <c:v>4989.1705641173385</c:v>
                </c:pt>
                <c:pt idx="1947">
                  <c:v>4990.6864277995592</c:v>
                </c:pt>
                <c:pt idx="1948">
                  <c:v>4992.1938215650353</c:v>
                </c:pt>
                <c:pt idx="1949">
                  <c:v>4993.6927999638374</c:v>
                </c:pt>
                <c:pt idx="1950">
                  <c:v>4995.1834171560067</c:v>
                </c:pt>
                <c:pt idx="1951">
                  <c:v>4996.665726914579</c:v>
                </c:pt>
                <c:pt idx="1952">
                  <c:v>4998.1397826284629</c:v>
                </c:pt>
                <c:pt idx="1953">
                  <c:v>4999.6056373053307</c:v>
                </c:pt>
                <c:pt idx="1954">
                  <c:v>5001.0633435746176</c:v>
                </c:pt>
                <c:pt idx="1955">
                  <c:v>5002.512953690376</c:v>
                </c:pt>
                <c:pt idx="1956">
                  <c:v>5003.9545195341116</c:v>
                </c:pt>
                <c:pt idx="1957">
                  <c:v>5005.3880926176244</c:v>
                </c:pt>
                <c:pt idx="1958">
                  <c:v>5006.8137240857923</c:v>
                </c:pt>
                <c:pt idx="1959">
                  <c:v>5008.2314647195335</c:v>
                </c:pt>
                <c:pt idx="1960">
                  <c:v>5009.641364938233</c:v>
                </c:pt>
                <c:pt idx="1961">
                  <c:v>5011.0434748028656</c:v>
                </c:pt>
                <c:pt idx="1962">
                  <c:v>5012.4378440184792</c:v>
                </c:pt>
                <c:pt idx="1963">
                  <c:v>5013.824521937031</c:v>
                </c:pt>
                <c:pt idx="1964">
                  <c:v>5015.2035575598684</c:v>
                </c:pt>
                <c:pt idx="1965">
                  <c:v>5016.5749995407641</c:v>
                </c:pt>
                <c:pt idx="1966">
                  <c:v>5017.9388961881059</c:v>
                </c:pt>
                <c:pt idx="1967">
                  <c:v>5019.2952954679167</c:v>
                </c:pt>
                <c:pt idx="1968">
                  <c:v>5020.6442450061058</c:v>
                </c:pt>
                <c:pt idx="1969">
                  <c:v>5021.9857920914046</c:v>
                </c:pt>
                <c:pt idx="1970">
                  <c:v>5023.3199836775639</c:v>
                </c:pt>
                <c:pt idx="1971">
                  <c:v>5024.6468663861788</c:v>
                </c:pt>
                <c:pt idx="1972">
                  <c:v>5025.9664865090963</c:v>
                </c:pt>
                <c:pt idx="1973">
                  <c:v>5027.2788900108135</c:v>
                </c:pt>
                <c:pt idx="1974">
                  <c:v>5028.5841225312106</c:v>
                </c:pt>
                <c:pt idx="1975">
                  <c:v>5029.8822293876674</c:v>
                </c:pt>
                <c:pt idx="1976">
                  <c:v>5031.1732555778917</c:v>
                </c:pt>
                <c:pt idx="1977">
                  <c:v>5032.4572457819413</c:v>
                </c:pt>
                <c:pt idx="1978">
                  <c:v>5033.7342443650141</c:v>
                </c:pt>
                <c:pt idx="1979">
                  <c:v>5035.0042953794946</c:v>
                </c:pt>
                <c:pt idx="1980">
                  <c:v>5036.2674425675432</c:v>
                </c:pt>
                <c:pt idx="1981">
                  <c:v>5037.5237293633381</c:v>
                </c:pt>
                <c:pt idx="1982">
                  <c:v>5038.7731988953774</c:v>
                </c:pt>
                <c:pt idx="1983">
                  <c:v>5040.0158939889916</c:v>
                </c:pt>
                <c:pt idx="1984">
                  <c:v>5041.2518571682594</c:v>
                </c:pt>
                <c:pt idx="1985">
                  <c:v>5042.4811306587053</c:v>
                </c:pt>
                <c:pt idx="1986">
                  <c:v>5043.7037563892391</c:v>
                </c:pt>
                <c:pt idx="1987">
                  <c:v>5044.9197759945146</c:v>
                </c:pt>
                <c:pt idx="1988">
                  <c:v>5046.1292308171242</c:v>
                </c:pt>
                <c:pt idx="1989">
                  <c:v>5047.3321619098642</c:v>
                </c:pt>
                <c:pt idx="1990">
                  <c:v>5048.5286100378125</c:v>
                </c:pt>
                <c:pt idx="1991">
                  <c:v>5049.7186156806401</c:v>
                </c:pt>
                <c:pt idx="1992">
                  <c:v>5050.9022190345377</c:v>
                </c:pt>
                <c:pt idx="1993">
                  <c:v>5052.079460014651</c:v>
                </c:pt>
                <c:pt idx="1994">
                  <c:v>5053.2503782568483</c:v>
                </c:pt>
                <c:pt idx="1995">
                  <c:v>5054.4150131201632</c:v>
                </c:pt>
                <c:pt idx="1996">
                  <c:v>5055.573403688657</c:v>
                </c:pt>
                <c:pt idx="1997">
                  <c:v>5056.7255887735237</c:v>
                </c:pt>
                <c:pt idx="1998">
                  <c:v>5057.8716069152197</c:v>
                </c:pt>
                <c:pt idx="1999">
                  <c:v>5059.0114963853639</c:v>
                </c:pt>
                <c:pt idx="2000">
                  <c:v>5060.1452951889169</c:v>
                </c:pt>
                <c:pt idx="2001">
                  <c:v>5061.2730410660588</c:v>
                </c:pt>
                <c:pt idx="2002">
                  <c:v>5062.3947714942769</c:v>
                </c:pt>
                <c:pt idx="2003">
                  <c:v>5063.51052369023</c:v>
                </c:pt>
                <c:pt idx="2004">
                  <c:v>5064.6203346117891</c:v>
                </c:pt>
                <c:pt idx="2005">
                  <c:v>5065.7242409599148</c:v>
                </c:pt>
                <c:pt idx="2006">
                  <c:v>5066.8222791806265</c:v>
                </c:pt>
                <c:pt idx="2007">
                  <c:v>5067.9144854669621</c:v>
                </c:pt>
                <c:pt idx="2008">
                  <c:v>5069.0008957607342</c:v>
                </c:pt>
                <c:pt idx="2009">
                  <c:v>5070.0815457545377</c:v>
                </c:pt>
                <c:pt idx="2010">
                  <c:v>5071.1564708935521</c:v>
                </c:pt>
                <c:pt idx="2011">
                  <c:v>5072.2257063774186</c:v>
                </c:pt>
                <c:pt idx="2012">
                  <c:v>5073.289287162097</c:v>
                </c:pt>
                <c:pt idx="2013">
                  <c:v>5074.3472479616275</c:v>
                </c:pt>
                <c:pt idx="2014">
                  <c:v>5075.3996232499303</c:v>
                </c:pt>
                <c:pt idx="2015">
                  <c:v>5076.4464472627906</c:v>
                </c:pt>
                <c:pt idx="2016">
                  <c:v>5077.4877539993677</c:v>
                </c:pt>
                <c:pt idx="2017">
                  <c:v>5078.5235772240685</c:v>
                </c:pt>
                <c:pt idx="2018">
                  <c:v>5079.5539504684284</c:v>
                </c:pt>
                <c:pt idx="2019">
                  <c:v>5080.5789070326855</c:v>
                </c:pt>
                <c:pt idx="2020">
                  <c:v>5081.5984799875223</c:v>
                </c:pt>
                <c:pt idx="2021">
                  <c:v>5082.6127021758693</c:v>
                </c:pt>
                <c:pt idx="2022">
                  <c:v>5083.621606214524</c:v>
                </c:pt>
                <c:pt idx="2023">
                  <c:v>5084.6252244959051</c:v>
                </c:pt>
                <c:pt idx="2024">
                  <c:v>5085.6235891896404</c:v>
                </c:pt>
                <c:pt idx="2025">
                  <c:v>5086.6167322442388</c:v>
                </c:pt>
                <c:pt idx="2026">
                  <c:v>5087.6046853888556</c:v>
                </c:pt>
                <c:pt idx="2027">
                  <c:v>5088.5874801347809</c:v>
                </c:pt>
                <c:pt idx="2028">
                  <c:v>5089.5651477771034</c:v>
                </c:pt>
                <c:pt idx="2029">
                  <c:v>5090.5377193963595</c:v>
                </c:pt>
                <c:pt idx="2030">
                  <c:v>5091.5052258600863</c:v>
                </c:pt>
                <c:pt idx="2031">
                  <c:v>5092.4676978244361</c:v>
                </c:pt>
                <c:pt idx="2032">
                  <c:v>5093.425165735719</c:v>
                </c:pt>
                <c:pt idx="2033">
                  <c:v>5094.3776598319928</c:v>
                </c:pt>
                <c:pt idx="2034">
                  <c:v>5095.3252101445223</c:v>
                </c:pt>
                <c:pt idx="2035">
                  <c:v>5096.2678464994897</c:v>
                </c:pt>
                <c:pt idx="2036">
                  <c:v>5097.2055985192856</c:v>
                </c:pt>
                <c:pt idx="2037">
                  <c:v>5098.1384956242055</c:v>
                </c:pt>
                <c:pt idx="2038">
                  <c:v>5099.0665670339313</c:v>
                </c:pt>
                <c:pt idx="2039">
                  <c:v>5099.9898417688892</c:v>
                </c:pt>
                <c:pt idx="2040">
                  <c:v>5100.9083486518075</c:v>
                </c:pt>
                <c:pt idx="2041">
                  <c:v>5101.8221163092994</c:v>
                </c:pt>
                <c:pt idx="2042">
                  <c:v>5102.7311731730179</c:v>
                </c:pt>
                <c:pt idx="2043">
                  <c:v>5103.6355474814582</c:v>
                </c:pt>
                <c:pt idx="2044">
                  <c:v>5104.5352672810741</c:v>
                </c:pt>
                <c:pt idx="2045">
                  <c:v>5105.4303604278402</c:v>
                </c:pt>
                <c:pt idx="2046">
                  <c:v>5106.3208545887783</c:v>
                </c:pt>
                <c:pt idx="2047">
                  <c:v>5107.2067772430628</c:v>
                </c:pt>
                <c:pt idx="2048">
                  <c:v>5108.0881556836748</c:v>
                </c:pt>
                <c:pt idx="2049">
                  <c:v>5108.9650170186142</c:v>
                </c:pt>
                <c:pt idx="2050">
                  <c:v>5109.8373881723237</c:v>
                </c:pt>
                <c:pt idx="2051">
                  <c:v>5110.7052958871354</c:v>
                </c:pt>
                <c:pt idx="2052">
                  <c:v>5111.5687667244347</c:v>
                </c:pt>
                <c:pt idx="2053">
                  <c:v>5112.4278270660643</c:v>
                </c:pt>
                <c:pt idx="2054">
                  <c:v>5113.2825031157045</c:v>
                </c:pt>
                <c:pt idx="2055">
                  <c:v>5114.1328209001686</c:v>
                </c:pt>
                <c:pt idx="2056">
                  <c:v>5114.9788062706521</c:v>
                </c:pt>
                <c:pt idx="2057">
                  <c:v>5115.8204849040676</c:v>
                </c:pt>
                <c:pt idx="2058">
                  <c:v>5116.6578823042437</c:v>
                </c:pt>
                <c:pt idx="2059">
                  <c:v>5117.4910238033635</c:v>
                </c:pt>
                <c:pt idx="2060">
                  <c:v>5118.3199345631438</c:v>
                </c:pt>
                <c:pt idx="2061">
                  <c:v>5119.1446395759649</c:v>
                </c:pt>
                <c:pt idx="2062">
                  <c:v>5119.9651636663084</c:v>
                </c:pt>
                <c:pt idx="2063">
                  <c:v>5120.7815314919326</c:v>
                </c:pt>
                <c:pt idx="2064">
                  <c:v>5121.5937675449723</c:v>
                </c:pt>
                <c:pt idx="2065">
                  <c:v>5122.4018961533748</c:v>
                </c:pt>
                <c:pt idx="2066">
                  <c:v>5123.2059414818614</c:v>
                </c:pt>
                <c:pt idx="2067">
                  <c:v>5124.0059275333397</c:v>
                </c:pt>
                <c:pt idx="2068">
                  <c:v>5124.8018781499813</c:v>
                </c:pt>
                <c:pt idx="2069">
                  <c:v>5125.59381701435</c:v>
                </c:pt>
                <c:pt idx="2070">
                  <c:v>5126.3817676507115</c:v>
                </c:pt>
                <c:pt idx="2071">
                  <c:v>5127.1657534261058</c:v>
                </c:pt>
                <c:pt idx="2072">
                  <c:v>5127.9457975513897</c:v>
                </c:pt>
                <c:pt idx="2073">
                  <c:v>5128.7219230826877</c:v>
                </c:pt>
                <c:pt idx="2074">
                  <c:v>5129.4941529222024</c:v>
                </c:pt>
                <c:pt idx="2075">
                  <c:v>5130.2625098195012</c:v>
                </c:pt>
                <c:pt idx="2076">
                  <c:v>5131.0270163725972</c:v>
                </c:pt>
                <c:pt idx="2077">
                  <c:v>5131.7876950290783</c:v>
                </c:pt>
                <c:pt idx="2078">
                  <c:v>5132.5445680871344</c:v>
                </c:pt>
                <c:pt idx="2079">
                  <c:v>5133.297657696774</c:v>
                </c:pt>
                <c:pt idx="2080">
                  <c:v>5134.0469858607757</c:v>
                </c:pt>
                <c:pt idx="2081">
                  <c:v>5134.7925744357972</c:v>
                </c:pt>
                <c:pt idx="2082">
                  <c:v>5135.5344451335277</c:v>
                </c:pt>
                <c:pt idx="2083">
                  <c:v>5136.2726195215901</c:v>
                </c:pt>
                <c:pt idx="2084">
                  <c:v>5137.0071190247554</c:v>
                </c:pt>
                <c:pt idx="2085">
                  <c:v>5137.7379649258446</c:v>
                </c:pt>
                <c:pt idx="2086">
                  <c:v>5138.465178366826</c:v>
                </c:pt>
                <c:pt idx="2087">
                  <c:v>5139.1887803498184</c:v>
                </c:pt>
                <c:pt idx="2088">
                  <c:v>5139.9087917382312</c:v>
                </c:pt>
                <c:pt idx="2089">
                  <c:v>5140.6252332574759</c:v>
                </c:pt>
                <c:pt idx="2090">
                  <c:v>5141.3381254963133</c:v>
                </c:pt>
                <c:pt idx="2091">
                  <c:v>5142.0474889075913</c:v>
                </c:pt>
                <c:pt idx="2092">
                  <c:v>5142.7533438093333</c:v>
                </c:pt>
                <c:pt idx="2093">
                  <c:v>5143.4557103857924</c:v>
                </c:pt>
                <c:pt idx="2094">
                  <c:v>5144.1546086882709</c:v>
                </c:pt>
                <c:pt idx="2095">
                  <c:v>5144.8500586360733</c:v>
                </c:pt>
                <c:pt idx="2096">
                  <c:v>5145.5420800177262</c:v>
                </c:pt>
                <c:pt idx="2097">
                  <c:v>5146.2306924915965</c:v>
                </c:pt>
                <c:pt idx="2098">
                  <c:v>5146.9159155870011</c:v>
                </c:pt>
                <c:pt idx="2099">
                  <c:v>5147.5977687051645</c:v>
                </c:pt>
                <c:pt idx="2100">
                  <c:v>5148.2762711200257</c:v>
                </c:pt>
                <c:pt idx="2101">
                  <c:v>5119.0580186653133</c:v>
                </c:pt>
                <c:pt idx="2102">
                  <c:v>5090.090726088295</c:v>
                </c:pt>
                <c:pt idx="2103">
                  <c:v>5061.3694980459704</c:v>
                </c:pt>
                <c:pt idx="2104">
                  <c:v>5032.890435626131</c:v>
                </c:pt>
                <c:pt idx="2105">
                  <c:v>5004.6502632616493</c:v>
                </c:pt>
                <c:pt idx="2106">
                  <c:v>4976.6461066255188</c:v>
                </c:pt>
                <c:pt idx="2107">
                  <c:v>4948.8753581908859</c:v>
                </c:pt>
                <c:pt idx="2108">
                  <c:v>4921.3355942965227</c:v>
                </c:pt>
                <c:pt idx="2109">
                  <c:v>4894.0245228848007</c:v>
                </c:pt>
                <c:pt idx="2110">
                  <c:v>4866.9399497892246</c:v>
                </c:pt>
                <c:pt idx="2111">
                  <c:v>4840.0797564352179</c:v>
                </c:pt>
                <c:pt idx="2112">
                  <c:v>4813.4418846983635</c:v>
                </c:pt>
                <c:pt idx="2113">
                  <c:v>4787.0243263452867</c:v>
                </c:pt>
                <c:pt idx="2114">
                  <c:v>4760.8251154737127</c:v>
                </c:pt>
                <c:pt idx="2115">
                  <c:v>4734.8423229603559</c:v>
                </c:pt>
                <c:pt idx="2116">
                  <c:v>4709.0740522847609</c:v>
                </c:pt>
                <c:pt idx="2117">
                  <c:v>4683.5184363174476</c:v>
                </c:pt>
                <c:pt idx="2118">
                  <c:v>4658.1736347993046</c:v>
                </c:pt>
                <c:pt idx="2119">
                  <c:v>4633.0378323263767</c:v>
                </c:pt>
                <c:pt idx="2120">
                  <c:v>4608.1092367122283</c:v>
                </c:pt>
                <c:pt idx="2121">
                  <c:v>4583.3860776366664</c:v>
                </c:pt>
                <c:pt idx="2122">
                  <c:v>4558.8666055157591</c:v>
                </c:pt>
                <c:pt idx="2123">
                  <c:v>4534.5296086155104</c:v>
                </c:pt>
                <c:pt idx="2124">
                  <c:v>4510.3736894864023</c:v>
                </c:pt>
                <c:pt idx="2125">
                  <c:v>4486.3974652211291</c:v>
                </c:pt>
                <c:pt idx="2126">
                  <c:v>4462.5995668700489</c:v>
                </c:pt>
                <c:pt idx="2127">
                  <c:v>4438.9786389304763</c:v>
                </c:pt>
                <c:pt idx="2128">
                  <c:v>4415.5333388967692</c:v>
                </c:pt>
                <c:pt idx="2129">
                  <c:v>4392.262336861022</c:v>
                </c:pt>
                <c:pt idx="2130">
                  <c:v>4369.1643151564613</c:v>
                </c:pt>
                <c:pt idx="2131">
                  <c:v>4346.2379680367376</c:v>
                </c:pt>
                <c:pt idx="2132">
                  <c:v>4323.4820013859289</c:v>
                </c:pt>
                <c:pt idx="2133">
                  <c:v>4300.8951324545696</c:v>
                </c:pt>
                <c:pt idx="2134">
                  <c:v>4278.4760896184034</c:v>
                </c:pt>
                <c:pt idx="2135">
                  <c:v>4256.2236121564301</c:v>
                </c:pt>
                <c:pt idx="2136">
                  <c:v>4234.136450046044</c:v>
                </c:pt>
                <c:pt idx="2137">
                  <c:v>4212.2133637727238</c:v>
                </c:pt>
                <c:pt idx="2138">
                  <c:v>4190.4531241528221</c:v>
                </c:pt>
                <c:pt idx="2139">
                  <c:v>4168.8545121676843</c:v>
                </c:pt>
                <c:pt idx="2140">
                  <c:v>4147.4163188077164</c:v>
                </c:pt>
                <c:pt idx="2141">
                  <c:v>4126.1373449256016</c:v>
                </c:pt>
                <c:pt idx="2142">
                  <c:v>4105.0164010971057</c:v>
                </c:pt>
                <c:pt idx="2143">
                  <c:v>4084.0523074893649</c:v>
                </c:pt>
                <c:pt idx="2144">
                  <c:v>4063.2438937351044</c:v>
                </c:pt>
                <c:pt idx="2145">
                  <c:v>4042.589920132164</c:v>
                </c:pt>
                <c:pt idx="2146">
                  <c:v>4022.0891581097817</c:v>
                </c:pt>
                <c:pt idx="2147">
                  <c:v>4001.7403900884824</c:v>
                </c:pt>
                <c:pt idx="2148">
                  <c:v>3981.5424093442421</c:v>
                </c:pt>
                <c:pt idx="2149">
                  <c:v>3961.4940198771046</c:v>
                </c:pt>
                <c:pt idx="2150">
                  <c:v>3941.5940362834817</c:v>
                </c:pt>
                <c:pt idx="2151">
                  <c:v>3921.8412836321763</c:v>
                </c:pt>
                <c:pt idx="2152">
                  <c:v>3902.2345973437177</c:v>
                </c:pt>
                <c:pt idx="2153">
                  <c:v>3882.7728230726339</c:v>
                </c:pt>
                <c:pt idx="2154">
                  <c:v>3863.4548165927827</c:v>
                </c:pt>
                <c:pt idx="2155">
                  <c:v>3844.2794436852228</c:v>
                </c:pt>
                <c:pt idx="2156">
                  <c:v>3825.2455800286775</c:v>
                </c:pt>
                <c:pt idx="2157">
                  <c:v>3806.3521110922375</c:v>
                </c:pt>
                <c:pt idx="2158">
                  <c:v>3787.5979320304609</c:v>
                </c:pt>
                <c:pt idx="2159">
                  <c:v>3768.9819475804088</c:v>
                </c:pt>
                <c:pt idx="2160">
                  <c:v>3750.5030719607248</c:v>
                </c:pt>
                <c:pt idx="2161">
                  <c:v>3732.1602287725832</c:v>
                </c:pt>
                <c:pt idx="2162">
                  <c:v>3713.9523509024684</c:v>
                </c:pt>
                <c:pt idx="2163">
                  <c:v>3695.8783804265204</c:v>
                </c:pt>
                <c:pt idx="2164">
                  <c:v>3677.9372685166736</c:v>
                </c:pt>
                <c:pt idx="2165">
                  <c:v>3660.1279753482422</c:v>
                </c:pt>
                <c:pt idx="2166">
                  <c:v>3642.4494700090136</c:v>
                </c:pt>
                <c:pt idx="2167">
                  <c:v>3624.9007300919397</c:v>
                </c:pt>
                <c:pt idx="2168">
                  <c:v>3607.4807416173458</c:v>
                </c:pt>
                <c:pt idx="2169">
                  <c:v>3590.1884989561654</c:v>
                </c:pt>
                <c:pt idx="2170">
                  <c:v>3573.0230047541777</c:v>
                </c:pt>
                <c:pt idx="2171">
                  <c:v>3555.9832698574692</c:v>
                </c:pt>
                <c:pt idx="2172">
                  <c:v>3539.0683132387121</c:v>
                </c:pt>
                <c:pt idx="2173">
                  <c:v>3522.2771619244108</c:v>
                </c:pt>
                <c:pt idx="2174">
                  <c:v>3505.6088509232682</c:v>
                </c:pt>
                <c:pt idx="2175">
                  <c:v>3489.0624231552219</c:v>
                </c:pt>
                <c:pt idx="2176">
                  <c:v>3472.6369293813991</c:v>
                </c:pt>
                <c:pt idx="2177">
                  <c:v>3456.3314281350449</c:v>
                </c:pt>
                <c:pt idx="2178">
                  <c:v>3440.1449856531135</c:v>
                </c:pt>
                <c:pt idx="2179">
                  <c:v>3424.0766758087534</c:v>
                </c:pt>
                <c:pt idx="2180">
                  <c:v>3408.1255800444414</c:v>
                </c:pt>
                <c:pt idx="2181">
                  <c:v>3392.2907873061486</c:v>
                </c:pt>
                <c:pt idx="2182">
                  <c:v>3376.5713939778198</c:v>
                </c:pt>
                <c:pt idx="2183">
                  <c:v>3360.9665038170028</c:v>
                </c:pt>
                <c:pt idx="2184">
                  <c:v>3345.4752278908954</c:v>
                </c:pt>
                <c:pt idx="2185">
                  <c:v>3330.0966845131488</c:v>
                </c:pt>
                <c:pt idx="2186">
                  <c:v>3314.8299991814188</c:v>
                </c:pt>
                <c:pt idx="2187">
                  <c:v>3299.6743045154331</c:v>
                </c:pt>
                <c:pt idx="2188">
                  <c:v>3284.628740195933</c:v>
                </c:pt>
                <c:pt idx="2189">
                  <c:v>3269.6924529025991</c:v>
                </c:pt>
                <c:pt idx="2190">
                  <c:v>3254.8645962530481</c:v>
                </c:pt>
                <c:pt idx="2191">
                  <c:v>3240.1443307422287</c:v>
                </c:pt>
                <c:pt idx="2192">
                  <c:v>3225.5308236825094</c:v>
                </c:pt>
                <c:pt idx="2193">
                  <c:v>3211.0232491444635</c:v>
                </c:pt>
                <c:pt idx="2194">
                  <c:v>3196.6207878982209</c:v>
                </c:pt>
                <c:pt idx="2195">
                  <c:v>3182.3226273554524</c:v>
                </c:pt>
                <c:pt idx="2196">
                  <c:v>3168.1279615119797</c:v>
                </c:pt>
                <c:pt idx="2197">
                  <c:v>3154.0359908908963</c:v>
                </c:pt>
                <c:pt idx="2198">
                  <c:v>3140.045922486313</c:v>
                </c:pt>
                <c:pt idx="2199">
                  <c:v>3126.1569697077925</c:v>
                </c:pt>
                <c:pt idx="2200">
                  <c:v>3112.3683523251066</c:v>
                </c:pt>
                <c:pt idx="2201">
                  <c:v>3098.6792964137035</c:v>
                </c:pt>
                <c:pt idx="2202">
                  <c:v>3085.0890343007968</c:v>
                </c:pt>
                <c:pt idx="2203">
                  <c:v>3071.5968045117688</c:v>
                </c:pt>
                <c:pt idx="2204">
                  <c:v>3058.2018517172678</c:v>
                </c:pt>
                <c:pt idx="2205">
                  <c:v>3044.9034266807803</c:v>
                </c:pt>
                <c:pt idx="2206">
                  <c:v>3031.7007862067835</c:v>
                </c:pt>
                <c:pt idx="2207">
                  <c:v>3018.593193089217</c:v>
                </c:pt>
                <c:pt idx="2208">
                  <c:v>3005.579916060693</c:v>
                </c:pt>
                <c:pt idx="2209">
                  <c:v>2992.660229741989</c:v>
                </c:pt>
                <c:pt idx="2210">
                  <c:v>2979.8334145922313</c:v>
                </c:pt>
                <c:pt idx="2211">
                  <c:v>2967.0987568593678</c:v>
                </c:pt>
                <c:pt idx="2212">
                  <c:v>2954.4555485311903</c:v>
                </c:pt>
                <c:pt idx="2213">
                  <c:v>2941.9030872868279</c:v>
                </c:pt>
                <c:pt idx="2214">
                  <c:v>2929.4406764486871</c:v>
                </c:pt>
                <c:pt idx="2215">
                  <c:v>2917.0676249348548</c:v>
                </c:pt>
                <c:pt idx="2216">
                  <c:v>2904.7832472118976</c:v>
                </c:pt>
                <c:pt idx="2217">
                  <c:v>2892.5868632480947</c:v>
                </c:pt>
                <c:pt idx="2218">
                  <c:v>2880.4777984673033</c:v>
                </c:pt>
                <c:pt idx="2219">
                  <c:v>2868.4553837028961</c:v>
                </c:pt>
                <c:pt idx="2220">
                  <c:v>2856.5189551524418</c:v>
                </c:pt>
                <c:pt idx="2221">
                  <c:v>2844.6678543326625</c:v>
                </c:pt>
                <c:pt idx="2222">
                  <c:v>2832.9014280347733</c:v>
                </c:pt>
                <c:pt idx="2223">
                  <c:v>2821.2190282803504</c:v>
                </c:pt>
                <c:pt idx="2224">
                  <c:v>2809.6200122774981</c:v>
                </c:pt>
                <c:pt idx="2225">
                  <c:v>2798.103742377501</c:v>
                </c:pt>
                <c:pt idx="2226">
                  <c:v>2786.6695860317263</c:v>
                </c:pt>
                <c:pt idx="2227">
                  <c:v>2775.3169157491134</c:v>
                </c:pt>
                <c:pt idx="2228">
                  <c:v>2764.0451090539223</c:v>
                </c:pt>
                <c:pt idx="2229">
                  <c:v>2752.8535484438589</c:v>
                </c:pt>
                <c:pt idx="2230">
                  <c:v>2741.7416213486517</c:v>
                </c:pt>
                <c:pt idx="2231">
                  <c:v>2730.70872008896</c:v>
                </c:pt>
                <c:pt idx="2232">
                  <c:v>2719.7542418356129</c:v>
                </c:pt>
                <c:pt idx="2233">
                  <c:v>2708.8775885693308</c:v>
                </c:pt>
                <c:pt idx="2234">
                  <c:v>2698.0781670406504</c:v>
                </c:pt>
                <c:pt idx="2235">
                  <c:v>2687.3553887303606</c:v>
                </c:pt>
                <c:pt idx="2236">
                  <c:v>2676.7086698101771</c:v>
                </c:pt>
                <c:pt idx="2237">
                  <c:v>2666.1374311038385</c:v>
                </c:pt>
                <c:pt idx="2238">
                  <c:v>2655.6410980484757</c:v>
                </c:pt>
                <c:pt idx="2239">
                  <c:v>2645.2191006564321</c:v>
                </c:pt>
                <c:pt idx="2240">
                  <c:v>2634.8708734773745</c:v>
                </c:pt>
                <c:pt idx="2241">
                  <c:v>2624.5958555606185</c:v>
                </c:pt>
                <c:pt idx="2242">
                  <c:v>2614.3934904179869</c:v>
                </c:pt>
                <c:pt idx="2243">
                  <c:v>2604.263225986901</c:v>
                </c:pt>
                <c:pt idx="2244">
                  <c:v>2594.2045145937295</c:v>
                </c:pt>
                <c:pt idx="2245">
                  <c:v>2584.2168129176507</c:v>
                </c:pt>
                <c:pt idx="2246">
                  <c:v>2574.2995819545754</c:v>
                </c:pt>
                <c:pt idx="2247">
                  <c:v>2564.4522869816155</c:v>
                </c:pt>
                <c:pt idx="2248">
                  <c:v>2554.6743975217537</c:v>
                </c:pt>
                <c:pt idx="2249">
                  <c:v>2544.9653873087718</c:v>
                </c:pt>
                <c:pt idx="2250">
                  <c:v>2535.3247342526988</c:v>
                </c:pt>
                <c:pt idx="2251">
                  <c:v>2525.7519204052523</c:v>
                </c:pt>
                <c:pt idx="2252">
                  <c:v>2516.2464319258606</c:v>
                </c:pt>
                <c:pt idx="2253">
                  <c:v>2506.8077590477801</c:v>
                </c:pt>
                <c:pt idx="2254">
                  <c:v>2497.435396044667</c:v>
                </c:pt>
                <c:pt idx="2255">
                  <c:v>2488.1288411973183</c:v>
                </c:pt>
                <c:pt idx="2256">
                  <c:v>2478.8875967607469</c:v>
                </c:pt>
                <c:pt idx="2257">
                  <c:v>2469.711168931578</c:v>
                </c:pt>
                <c:pt idx="2258">
                  <c:v>2460.5990678156113</c:v>
                </c:pt>
                <c:pt idx="2259">
                  <c:v>2451.5508073958504</c:v>
                </c:pt>
                <c:pt idx="2260">
                  <c:v>2442.565905500604</c:v>
                </c:pt>
                <c:pt idx="2261">
                  <c:v>2433.6438837720198</c:v>
                </c:pt>
                <c:pt idx="2262">
                  <c:v>2424.7842676348191</c:v>
                </c:pt>
                <c:pt idx="2263">
                  <c:v>2415.986586265285</c:v>
                </c:pt>
                <c:pt idx="2264">
                  <c:v>2407.2503725605643</c:v>
                </c:pt>
                <c:pt idx="2265">
                  <c:v>2398.5751631081926</c:v>
                </c:pt>
                <c:pt idx="2266">
                  <c:v>2389.9604981559519</c:v>
                </c:pt>
                <c:pt idx="2267">
                  <c:v>2381.405921581862</c:v>
                </c:pt>
                <c:pt idx="2268">
                  <c:v>2372.9109808645371</c:v>
                </c:pt>
                <c:pt idx="2269">
                  <c:v>2364.4752270537715</c:v>
                </c:pt>
                <c:pt idx="2270">
                  <c:v>2356.098214741347</c:v>
                </c:pt>
                <c:pt idx="2271">
                  <c:v>2347.7795020321309</c:v>
                </c:pt>
                <c:pt idx="2272">
                  <c:v>2339.5186505153556</c:v>
                </c:pt>
                <c:pt idx="2273">
                  <c:v>2331.3152252362233</c:v>
                </c:pt>
                <c:pt idx="2274">
                  <c:v>2323.1687946677112</c:v>
                </c:pt>
                <c:pt idx="2275">
                  <c:v>2315.0789306826077</c:v>
                </c:pt>
                <c:pt idx="2276">
                  <c:v>2307.0452085258175</c:v>
                </c:pt>
                <c:pt idx="2277">
                  <c:v>2299.0672067868363</c:v>
                </c:pt>
                <c:pt idx="2278">
                  <c:v>2291.1445073725936</c:v>
                </c:pt>
                <c:pt idx="2279">
                  <c:v>2283.2766954803419</c:v>
                </c:pt>
                <c:pt idx="2280">
                  <c:v>2275.4633595709497</c:v>
                </c:pt>
                <c:pt idx="2281">
                  <c:v>2267.7040913423111</c:v>
                </c:pt>
                <c:pt idx="2282">
                  <c:v>2259.9984857029904</c:v>
                </c:pt>
                <c:pt idx="2283">
                  <c:v>2252.3461407461855</c:v>
                </c:pt>
                <c:pt idx="2284">
                  <c:v>2244.7466577237496</c:v>
                </c:pt>
                <c:pt idx="2285">
                  <c:v>2237.1996410205993</c:v>
                </c:pt>
                <c:pt idx="2286">
                  <c:v>2229.7046981292033</c:v>
                </c:pt>
                <c:pt idx="2287">
                  <c:v>2222.2614396243912</c:v>
                </c:pt>
                <c:pt idx="2288">
                  <c:v>2214.8694791382859</c:v>
                </c:pt>
                <c:pt idx="2289">
                  <c:v>2207.5284333355185</c:v>
                </c:pt>
                <c:pt idx="2290">
                  <c:v>2200.237921888619</c:v>
                </c:pt>
                <c:pt idx="2291">
                  <c:v>2192.9975674536076</c:v>
                </c:pt>
                <c:pt idx="2292">
                  <c:v>2185.8069956458071</c:v>
                </c:pt>
                <c:pt idx="2293">
                  <c:v>2178.6658350158586</c:v>
                </c:pt>
                <c:pt idx="2294">
                  <c:v>2171.5737170259035</c:v>
                </c:pt>
                <c:pt idx="2295">
                  <c:v>2164.5302760260615</c:v>
                </c:pt>
                <c:pt idx="2296">
                  <c:v>2157.5351492309442</c:v>
                </c:pt>
                <c:pt idx="2297">
                  <c:v>2150.5879766965741</c:v>
                </c:pt>
                <c:pt idx="2298">
                  <c:v>2143.6884012972737</c:v>
                </c:pt>
                <c:pt idx="2299">
                  <c:v>2136.836068702934</c:v>
                </c:pt>
                <c:pt idx="2300">
                  <c:v>2130.0306273563615</c:v>
                </c:pt>
                <c:pt idx="2301">
                  <c:v>2123.2717284508799</c:v>
                </c:pt>
                <c:pt idx="2302">
                  <c:v>2116.5590259080541</c:v>
                </c:pt>
                <c:pt idx="2303">
                  <c:v>2109.8921763556582</c:v>
                </c:pt>
                <c:pt idx="2304">
                  <c:v>2103.2708391058059</c:v>
                </c:pt>
                <c:pt idx="2305">
                  <c:v>2096.6946761332824</c:v>
                </c:pt>
                <c:pt idx="2306">
                  <c:v>2090.1633520539749</c:v>
                </c:pt>
                <c:pt idx="2307">
                  <c:v>2083.6765341036225</c:v>
                </c:pt>
                <c:pt idx="2308">
                  <c:v>2077.2338921166101</c:v>
                </c:pt>
                <c:pt idx="2309">
                  <c:v>2070.8350985050311</c:v>
                </c:pt>
                <c:pt idx="2310">
                  <c:v>2064.4798282378933</c:v>
                </c:pt>
                <c:pt idx="2311">
                  <c:v>2058.1677588204425</c:v>
                </c:pt>
                <c:pt idx="2312">
                  <c:v>2051.8985702737741</c:v>
                </c:pt>
                <c:pt idx="2313">
                  <c:v>2045.6719451145082</c:v>
                </c:pt>
                <c:pt idx="2314">
                  <c:v>2039.4875683346966</c:v>
                </c:pt>
                <c:pt idx="2315">
                  <c:v>2033.3451273818653</c:v>
                </c:pt>
                <c:pt idx="2316">
                  <c:v>2027.24431213923</c:v>
                </c:pt>
                <c:pt idx="2317">
                  <c:v>2021.1848149061022</c:v>
                </c:pt>
                <c:pt idx="2318">
                  <c:v>2015.1663303783982</c:v>
                </c:pt>
                <c:pt idx="2319">
                  <c:v>2009.1885556293753</c:v>
                </c:pt>
                <c:pt idx="2320">
                  <c:v>2003.2511900904917</c:v>
                </c:pt>
                <c:pt idx="2321">
                  <c:v>1997.3539355324274</c:v>
                </c:pt>
                <c:pt idx="2322">
                  <c:v>1991.4964960462719</c:v>
                </c:pt>
                <c:pt idx="2323">
                  <c:v>1985.6785780248536</c:v>
                </c:pt>
                <c:pt idx="2324">
                  <c:v>1979.8998901442462</c:v>
                </c:pt>
                <c:pt idx="2325">
                  <c:v>1974.160143345418</c:v>
                </c:pt>
                <c:pt idx="2326">
                  <c:v>1968.4590508160095</c:v>
                </c:pt>
                <c:pt idx="2327">
                  <c:v>1962.7963279722849</c:v>
                </c:pt>
                <c:pt idx="2328">
                  <c:v>1957.1716924412747</c:v>
                </c:pt>
                <c:pt idx="2329">
                  <c:v>1951.584864042951</c:v>
                </c:pt>
                <c:pt idx="2330">
                  <c:v>1946.035564772681</c:v>
                </c:pt>
                <c:pt idx="2331">
                  <c:v>1940.5235187837279</c:v>
                </c:pt>
                <c:pt idx="2332">
                  <c:v>1935.0484523699395</c:v>
                </c:pt>
                <c:pt idx="2333">
                  <c:v>1929.6100939485971</c:v>
                </c:pt>
                <c:pt idx="2334">
                  <c:v>1924.2081740433562</c:v>
                </c:pt>
                <c:pt idx="2335">
                  <c:v>1918.8424252673672</c:v>
                </c:pt>
                <c:pt idx="2336">
                  <c:v>1913.5125823064977</c:v>
                </c:pt>
                <c:pt idx="2337">
                  <c:v>1908.2183819027603</c:v>
                </c:pt>
                <c:pt idx="2338">
                  <c:v>1902.9595628378047</c:v>
                </c:pt>
                <c:pt idx="2339">
                  <c:v>1897.7358659165623</c:v>
                </c:pt>
                <c:pt idx="2340">
                  <c:v>1892.5470339510921</c:v>
                </c:pt>
                <c:pt idx="2341">
                  <c:v>1887.39281174444</c:v>
                </c:pt>
                <c:pt idx="2342">
                  <c:v>1882.27294607473</c:v>
                </c:pt>
                <c:pt idx="2343">
                  <c:v>1877.1871856793598</c:v>
                </c:pt>
                <c:pt idx="2344">
                  <c:v>1872.1352812393125</c:v>
                </c:pt>
                <c:pt idx="2345">
                  <c:v>1867.1169853635777</c:v>
                </c:pt>
                <c:pt idx="2346">
                  <c:v>1862.1320525737688</c:v>
                </c:pt>
                <c:pt idx="2347">
                  <c:v>1857.1802392888064</c:v>
                </c:pt>
                <c:pt idx="2348">
                  <c:v>1852.261303809724</c:v>
                </c:pt>
                <c:pt idx="2349">
                  <c:v>1847.3750063046614</c:v>
                </c:pt>
                <c:pt idx="2350">
                  <c:v>1842.5211087939274</c:v>
                </c:pt>
                <c:pt idx="2351">
                  <c:v>1837.699375135157</c:v>
                </c:pt>
                <c:pt idx="2352">
                  <c:v>1832.9095710087001</c:v>
                </c:pt>
                <c:pt idx="2353">
                  <c:v>1828.1514639030072</c:v>
                </c:pt>
                <c:pt idx="2354">
                  <c:v>1823.4248231002148</c:v>
                </c:pt>
                <c:pt idx="2355">
                  <c:v>1818.7294196618057</c:v>
                </c:pt>
                <c:pt idx="2356">
                  <c:v>1814.0650264144231</c:v>
                </c:pt>
                <c:pt idx="2357">
                  <c:v>1809.4314179357737</c:v>
                </c:pt>
                <c:pt idx="2358">
                  <c:v>1804.8283705406448</c:v>
                </c:pt>
                <c:pt idx="2359">
                  <c:v>1800.2556622670613</c:v>
                </c:pt>
                <c:pt idx="2360">
                  <c:v>1795.7130728625441</c:v>
                </c:pt>
                <c:pt idx="2361">
                  <c:v>1791.2003837704406</c:v>
                </c:pt>
                <c:pt idx="2362">
                  <c:v>1786.7173781164436</c:v>
                </c:pt>
                <c:pt idx="2363">
                  <c:v>1782.2638406951776</c:v>
                </c:pt>
                <c:pt idx="2364">
                  <c:v>1777.8395579568637</c:v>
                </c:pt>
                <c:pt idx="2365">
                  <c:v>1773.4443179941547</c:v>
                </c:pt>
                <c:pt idx="2366">
                  <c:v>1769.0779105290765</c:v>
                </c:pt>
                <c:pt idx="2367">
                  <c:v>1764.7401268999611</c:v>
                </c:pt>
                <c:pt idx="2368">
                  <c:v>1760.4307600486839</c:v>
                </c:pt>
                <c:pt idx="2369">
                  <c:v>1756.1496045078222</c:v>
                </c:pt>
                <c:pt idx="2370">
                  <c:v>1751.8964563880236</c:v>
                </c:pt>
                <c:pt idx="2371">
                  <c:v>1747.6711133654401</c:v>
                </c:pt>
                <c:pt idx="2372">
                  <c:v>1743.4733746692643</c:v>
                </c:pt>
                <c:pt idx="2373">
                  <c:v>1739.3030410693882</c:v>
                </c:pt>
                <c:pt idx="2374">
                  <c:v>1735.1599148641615</c:v>
                </c:pt>
                <c:pt idx="2375">
                  <c:v>1731.043799868163</c:v>
                </c:pt>
                <c:pt idx="2376">
                  <c:v>1726.9545014002738</c:v>
                </c:pt>
                <c:pt idx="2377">
                  <c:v>1722.8918262715899</c:v>
                </c:pt>
                <c:pt idx="2378">
                  <c:v>1718.8555827736502</c:v>
                </c:pt>
                <c:pt idx="2379">
                  <c:v>1714.8455806666304</c:v>
                </c:pt>
                <c:pt idx="2380">
                  <c:v>1710.8616311677067</c:v>
                </c:pt>
                <c:pt idx="2381">
                  <c:v>1706.9035469394526</c:v>
                </c:pt>
                <c:pt idx="2382">
                  <c:v>1702.9711420783713</c:v>
                </c:pt>
                <c:pt idx="2383">
                  <c:v>1699.0642321035386</c:v>
                </c:pt>
                <c:pt idx="2384">
                  <c:v>1695.1826339452646</c:v>
                </c:pt>
                <c:pt idx="2385">
                  <c:v>1691.32616593393</c:v>
                </c:pt>
                <c:pt idx="2386">
                  <c:v>1687.4946477888627</c:v>
                </c:pt>
                <c:pt idx="2387">
                  <c:v>1683.6879006073168</c:v>
                </c:pt>
                <c:pt idx="2388">
                  <c:v>1679.9057468535573</c:v>
                </c:pt>
                <c:pt idx="2389">
                  <c:v>1676.1480103480064</c:v>
                </c:pt>
                <c:pt idx="2390">
                  <c:v>1672.4145162565005</c:v>
                </c:pt>
                <c:pt idx="2391">
                  <c:v>1668.7050910796167</c:v>
                </c:pt>
                <c:pt idx="2392">
                  <c:v>1665.0195626421053</c:v>
                </c:pt>
                <c:pt idx="2393">
                  <c:v>1661.3577600824058</c:v>
                </c:pt>
                <c:pt idx="2394">
                  <c:v>1657.7195138421989</c:v>
                </c:pt>
                <c:pt idx="2395">
                  <c:v>1654.1046556561332</c:v>
                </c:pt>
                <c:pt idx="2396">
                  <c:v>1650.5130185415644</c:v>
                </c:pt>
                <c:pt idx="2397">
                  <c:v>1646.9444367884171</c:v>
                </c:pt>
                <c:pt idx="2398">
                  <c:v>1643.3987459490561</c:v>
                </c:pt>
                <c:pt idx="2399">
                  <c:v>1639.8757828283865</c:v>
                </c:pt>
                <c:pt idx="2400">
                  <c:v>1636.3753854738536</c:v>
                </c:pt>
                <c:pt idx="2401">
                  <c:v>1632.8973931656765</c:v>
                </c:pt>
                <c:pt idx="2402">
                  <c:v>1629.4416464070748</c:v>
                </c:pt>
                <c:pt idx="2403">
                  <c:v>1626.0079869145873</c:v>
                </c:pt>
                <c:pt idx="2404">
                  <c:v>1622.5962576084964</c:v>
                </c:pt>
                <c:pt idx="2405">
                  <c:v>1619.2063026033045</c:v>
                </c:pt>
                <c:pt idx="2406">
                  <c:v>1615.8379671983027</c:v>
                </c:pt>
                <c:pt idx="2407">
                  <c:v>1612.4910978681958</c:v>
                </c:pt>
                <c:pt idx="2408">
                  <c:v>1609.165542253839</c:v>
                </c:pt>
                <c:pt idx="2409">
                  <c:v>1605.8611491530148</c:v>
                </c:pt>
                <c:pt idx="2410">
                  <c:v>1602.5777685112812</c:v>
                </c:pt>
                <c:pt idx="2411">
                  <c:v>1599.3152514129456</c:v>
                </c:pt>
                <c:pt idx="2412">
                  <c:v>1596.0734500720396</c:v>
                </c:pt>
                <c:pt idx="2413">
                  <c:v>1592.8522178234496</c:v>
                </c:pt>
                <c:pt idx="2414">
                  <c:v>1589.651409114012</c:v>
                </c:pt>
                <c:pt idx="2415">
                  <c:v>1586.4708794937853</c:v>
                </c:pt>
                <c:pt idx="2416">
                  <c:v>1583.3104856073512</c:v>
                </c:pt>
                <c:pt idx="2417">
                  <c:v>1580.1700851851431</c:v>
                </c:pt>
                <c:pt idx="2418">
                  <c:v>1577.0495370349415</c:v>
                </c:pt>
                <c:pt idx="2419">
                  <c:v>1573.9487010333321</c:v>
                </c:pt>
                <c:pt idx="2420">
                  <c:v>1570.8674381173118</c:v>
                </c:pt>
                <c:pt idx="2421">
                  <c:v>1567.8056102759242</c:v>
                </c:pt>
                <c:pt idx="2422">
                  <c:v>1564.7630805419597</c:v>
                </c:pt>
                <c:pt idx="2423">
                  <c:v>1561.7397129837789</c:v>
                </c:pt>
                <c:pt idx="2424">
                  <c:v>1558.7353726971012</c:v>
                </c:pt>
                <c:pt idx="2425">
                  <c:v>1555.7499257969491</c:v>
                </c:pt>
                <c:pt idx="2426">
                  <c:v>1552.7832394096345</c:v>
                </c:pt>
                <c:pt idx="2427">
                  <c:v>1549.8351816647501</c:v>
                </c:pt>
                <c:pt idx="2428">
                  <c:v>1546.9056216873414</c:v>
                </c:pt>
                <c:pt idx="2429">
                  <c:v>1543.9944295900364</c:v>
                </c:pt>
                <c:pt idx="2430">
                  <c:v>1541.1014764652807</c:v>
                </c:pt>
                <c:pt idx="2431">
                  <c:v>1538.2266343776371</c:v>
                </c:pt>
                <c:pt idx="2432">
                  <c:v>1535.3697763561584</c:v>
                </c:pt>
                <c:pt idx="2433">
                  <c:v>1532.5307763867875</c:v>
                </c:pt>
                <c:pt idx="2434">
                  <c:v>1529.709509404827</c:v>
                </c:pt>
                <c:pt idx="2435">
                  <c:v>1526.9058512875133</c:v>
                </c:pt>
                <c:pt idx="2436">
                  <c:v>1524.1196788466048</c:v>
                </c:pt>
                <c:pt idx="2437">
                  <c:v>1521.3508698210201</c:v>
                </c:pt>
                <c:pt idx="2438">
                  <c:v>1518.599302869588</c:v>
                </c:pt>
                <c:pt idx="2439">
                  <c:v>1515.8648575638188</c:v>
                </c:pt>
                <c:pt idx="2440">
                  <c:v>1513.147414380707</c:v>
                </c:pt>
                <c:pt idx="2441">
                  <c:v>1510.4468546957028</c:v>
                </c:pt>
                <c:pt idx="2442">
                  <c:v>1507.7630607755639</c:v>
                </c:pt>
                <c:pt idx="2443">
                  <c:v>1505.0959157714494</c:v>
                </c:pt>
                <c:pt idx="2444">
                  <c:v>1502.4453037119381</c:v>
                </c:pt>
                <c:pt idx="2445">
                  <c:v>1499.8111094961569</c:v>
                </c:pt>
                <c:pt idx="2446">
                  <c:v>1497.1932188869664</c:v>
                </c:pt>
                <c:pt idx="2447">
                  <c:v>1494.5915185041736</c:v>
                </c:pt>
                <c:pt idx="2448">
                  <c:v>1492.0058958178427</c:v>
                </c:pt>
                <c:pt idx="2449">
                  <c:v>1489.4362391416082</c:v>
                </c:pt>
                <c:pt idx="2450">
                  <c:v>1486.8824376260905</c:v>
                </c:pt>
                <c:pt idx="2451">
                  <c:v>1484.344381252311</c:v>
                </c:pt>
                <c:pt idx="2452">
                  <c:v>1481.8219608252211</c:v>
                </c:pt>
                <c:pt idx="2453">
                  <c:v>1479.3150679672435</c:v>
                </c:pt>
                <c:pt idx="2454">
                  <c:v>1476.8235951118659</c:v>
                </c:pt>
                <c:pt idx="2455">
                  <c:v>1474.3474354973075</c:v>
                </c:pt>
                <c:pt idx="2456">
                  <c:v>1471.8864831601988</c:v>
                </c:pt>
                <c:pt idx="2457">
                  <c:v>1469.4406329293747</c:v>
                </c:pt>
                <c:pt idx="2458">
                  <c:v>1467.0097804196587</c:v>
                </c:pt>
                <c:pt idx="2459">
                  <c:v>1464.5938220257021</c:v>
                </c:pt>
                <c:pt idx="2460">
                  <c:v>1462.1926549159314</c:v>
                </c:pt>
                <c:pt idx="2461">
                  <c:v>1459.8061770264533</c:v>
                </c:pt>
                <c:pt idx="2462">
                  <c:v>1457.4342870550972</c:v>
                </c:pt>
                <c:pt idx="2463">
                  <c:v>1455.0768844554368</c:v>
                </c:pt>
                <c:pt idx="2464">
                  <c:v>1452.7338694309005</c:v>
                </c:pt>
                <c:pt idx="2465">
                  <c:v>1450.4051429289232</c:v>
                </c:pt>
                <c:pt idx="2466">
                  <c:v>1448.0906066351238</c:v>
                </c:pt>
                <c:pt idx="2467">
                  <c:v>1445.7901629675537</c:v>
                </c:pt>
                <c:pt idx="2468">
                  <c:v>1443.5037150709795</c:v>
                </c:pt>
                <c:pt idx="2469">
                  <c:v>1441.2311668111997</c:v>
                </c:pt>
                <c:pt idx="2470">
                  <c:v>1438.9724227694551</c:v>
                </c:pt>
                <c:pt idx="2471">
                  <c:v>1436.7273882368163</c:v>
                </c:pt>
                <c:pt idx="2472">
                  <c:v>1434.4959692086729</c:v>
                </c:pt>
                <c:pt idx="2473">
                  <c:v>1432.2780723792096</c:v>
                </c:pt>
                <c:pt idx="2474">
                  <c:v>1430.0736051360075</c:v>
                </c:pt>
                <c:pt idx="2475">
                  <c:v>1427.8824755546152</c:v>
                </c:pt>
                <c:pt idx="2476">
                  <c:v>1425.7045923931871</c:v>
                </c:pt>
                <c:pt idx="2477">
                  <c:v>1423.5398650871696</c:v>
                </c:pt>
                <c:pt idx="2478">
                  <c:v>1421.3882037440426</c:v>
                </c:pt>
                <c:pt idx="2479">
                  <c:v>1419.2495191380665</c:v>
                </c:pt>
                <c:pt idx="2480">
                  <c:v>1417.1237227051161</c:v>
                </c:pt>
                <c:pt idx="2481">
                  <c:v>1415.0107265375127</c:v>
                </c:pt>
                <c:pt idx="2482">
                  <c:v>1412.9104433789223</c:v>
                </c:pt>
                <c:pt idx="2483">
                  <c:v>1410.8227866193022</c:v>
                </c:pt>
                <c:pt idx="2484">
                  <c:v>1408.7476702898516</c:v>
                </c:pt>
                <c:pt idx="2485">
                  <c:v>1406.6850090580556</c:v>
                </c:pt>
                <c:pt idx="2486">
                  <c:v>1404.6347182227175</c:v>
                </c:pt>
                <c:pt idx="2487">
                  <c:v>1402.596713709064</c:v>
                </c:pt>
                <c:pt idx="2488">
                  <c:v>1400.5709120638724</c:v>
                </c:pt>
                <c:pt idx="2489">
                  <c:v>1398.5572304506566</c:v>
                </c:pt>
                <c:pt idx="2490">
                  <c:v>1396.5555866448506</c:v>
                </c:pt>
                <c:pt idx="2491">
                  <c:v>1394.5658990290785</c:v>
                </c:pt>
                <c:pt idx="2492">
                  <c:v>1392.5880865884601</c:v>
                </c:pt>
                <c:pt idx="2493">
                  <c:v>1390.6220689058885</c:v>
                </c:pt>
                <c:pt idx="2494">
                  <c:v>1388.6677661574199</c:v>
                </c:pt>
                <c:pt idx="2495">
                  <c:v>1386.7250991076871</c:v>
                </c:pt>
                <c:pt idx="2496">
                  <c:v>1384.793989105297</c:v>
                </c:pt>
                <c:pt idx="2497">
                  <c:v>1382.8743580783425</c:v>
                </c:pt>
                <c:pt idx="2498">
                  <c:v>1380.9661285298857</c:v>
                </c:pt>
                <c:pt idx="2499">
                  <c:v>1379.0692235334966</c:v>
                </c:pt>
                <c:pt idx="2500">
                  <c:v>1377.1835667288751</c:v>
                </c:pt>
                <c:pt idx="2501">
                  <c:v>1375.3090823174109</c:v>
                </c:pt>
                <c:pt idx="2502">
                  <c:v>1373.4456950578699</c:v>
                </c:pt>
                <c:pt idx="2503">
                  <c:v>1371.5933302620606</c:v>
                </c:pt>
                <c:pt idx="2504">
                  <c:v>1369.751913790577</c:v>
                </c:pt>
                <c:pt idx="2505">
                  <c:v>1367.9213720485295</c:v>
                </c:pt>
                <c:pt idx="2506">
                  <c:v>1366.1016319813232</c:v>
                </c:pt>
                <c:pt idx="2507">
                  <c:v>1364.2926210705182</c:v>
                </c:pt>
                <c:pt idx="2508">
                  <c:v>1362.4942673296375</c:v>
                </c:pt>
                <c:pt idx="2509">
                  <c:v>1360.7064993000902</c:v>
                </c:pt>
                <c:pt idx="2510">
                  <c:v>1358.9292460470754</c:v>
                </c:pt>
                <c:pt idx="2511">
                  <c:v>1357.1624371555367</c:v>
                </c:pt>
                <c:pt idx="2512">
                  <c:v>1355.4060027261405</c:v>
                </c:pt>
                <c:pt idx="2513">
                  <c:v>1353.6598733712929</c:v>
                </c:pt>
                <c:pt idx="2514">
                  <c:v>1351.9239802112154</c:v>
                </c:pt>
                <c:pt idx="2515">
                  <c:v>1350.1982548699782</c:v>
                </c:pt>
                <c:pt idx="2516">
                  <c:v>1348.4826294716554</c:v>
                </c:pt>
                <c:pt idx="2517">
                  <c:v>1346.7770366364234</c:v>
                </c:pt>
                <c:pt idx="2518">
                  <c:v>1345.08140947678</c:v>
                </c:pt>
                <c:pt idx="2519">
                  <c:v>1343.3956815937147</c:v>
                </c:pt>
                <c:pt idx="2520">
                  <c:v>1341.7197870729474</c:v>
                </c:pt>
                <c:pt idx="2521">
                  <c:v>1340.0536604811991</c:v>
                </c:pt>
                <c:pt idx="2522">
                  <c:v>1338.3972368624827</c:v>
                </c:pt>
                <c:pt idx="2523">
                  <c:v>1336.7504517344164</c:v>
                </c:pt>
                <c:pt idx="2524">
                  <c:v>1335.1132410845971</c:v>
                </c:pt>
                <c:pt idx="2525">
                  <c:v>1333.4855413669454</c:v>
                </c:pt>
                <c:pt idx="2526">
                  <c:v>1331.8672894981521</c:v>
                </c:pt>
                <c:pt idx="2527">
                  <c:v>1330.2584228540943</c:v>
                </c:pt>
                <c:pt idx="2528">
                  <c:v>1328.6588792663001</c:v>
                </c:pt>
                <c:pt idx="2529">
                  <c:v>1327.06859701847</c:v>
                </c:pt>
                <c:pt idx="2530">
                  <c:v>1325.487514842951</c:v>
                </c:pt>
                <c:pt idx="2531">
                  <c:v>1323.9155719173352</c:v>
                </c:pt>
                <c:pt idx="2532">
                  <c:v>1322.3527078610023</c:v>
                </c:pt>
                <c:pt idx="2533">
                  <c:v>1320.7988627317432</c:v>
                </c:pt>
                <c:pt idx="2534">
                  <c:v>1319.2539770223771</c:v>
                </c:pt>
                <c:pt idx="2535">
                  <c:v>1317.7179916574257</c:v>
                </c:pt>
                <c:pt idx="2536">
                  <c:v>1316.1908479897918</c:v>
                </c:pt>
                <c:pt idx="2537">
                  <c:v>1314.6724877974432</c:v>
                </c:pt>
                <c:pt idx="2538">
                  <c:v>1313.1628532802072</c:v>
                </c:pt>
                <c:pt idx="2539">
                  <c:v>1311.6618870564705</c:v>
                </c:pt>
                <c:pt idx="2540">
                  <c:v>1310.1695321600153</c:v>
                </c:pt>
                <c:pt idx="2541">
                  <c:v>1308.6857320368015</c:v>
                </c:pt>
                <c:pt idx="2542">
                  <c:v>1307.2104305418231</c:v>
                </c:pt>
                <c:pt idx="2543">
                  <c:v>1305.743571935963</c:v>
                </c:pt>
                <c:pt idx="2544">
                  <c:v>1304.2851008828952</c:v>
                </c:pt>
                <c:pt idx="2545">
                  <c:v>1302.8349624459863</c:v>
                </c:pt>
                <c:pt idx="2546">
                  <c:v>1301.3931020852233</c:v>
                </c:pt>
                <c:pt idx="2547">
                  <c:v>1299.9594656542092</c:v>
                </c:pt>
                <c:pt idx="2548">
                  <c:v>1298.5339993971074</c:v>
                </c:pt>
                <c:pt idx="2549">
                  <c:v>1297.1166499457029</c:v>
                </c:pt>
                <c:pt idx="2550">
                  <c:v>1295.7073643163792</c:v>
                </c:pt>
                <c:pt idx="2551">
                  <c:v>1294.3060899072141</c:v>
                </c:pt>
                <c:pt idx="2552">
                  <c:v>1292.9127744950522</c:v>
                </c:pt>
                <c:pt idx="2553">
                  <c:v>1291.5273662325985</c:v>
                </c:pt>
                <c:pt idx="2554">
                  <c:v>1290.1498136455548</c:v>
                </c:pt>
                <c:pt idx="2555">
                  <c:v>1288.780065629777</c:v>
                </c:pt>
                <c:pt idx="2556">
                  <c:v>1287.4180714484194</c:v>
                </c:pt>
                <c:pt idx="2557">
                  <c:v>1286.0637807291557</c:v>
                </c:pt>
                <c:pt idx="2558">
                  <c:v>1284.7171434613842</c:v>
                </c:pt>
                <c:pt idx="2559">
                  <c:v>1283.378109993469</c:v>
                </c:pt>
                <c:pt idx="2560">
                  <c:v>1282.0466310299978</c:v>
                </c:pt>
                <c:pt idx="2561">
                  <c:v>1280.7226576290566</c:v>
                </c:pt>
                <c:pt idx="2562">
                  <c:v>1279.4061411995579</c:v>
                </c:pt>
                <c:pt idx="2563">
                  <c:v>1278.0970334985329</c:v>
                </c:pt>
                <c:pt idx="2564">
                  <c:v>1276.7952866285036</c:v>
                </c:pt>
                <c:pt idx="2565">
                  <c:v>1275.5008530348412</c:v>
                </c:pt>
                <c:pt idx="2566">
                  <c:v>1274.2136855031331</c:v>
                </c:pt>
                <c:pt idx="2567">
                  <c:v>1272.9337371566355</c:v>
                </c:pt>
                <c:pt idx="2568">
                  <c:v>1271.6609614536569</c:v>
                </c:pt>
                <c:pt idx="2569">
                  <c:v>1270.3953121850329</c:v>
                </c:pt>
                <c:pt idx="2570">
                  <c:v>1269.1367434715785</c:v>
                </c:pt>
                <c:pt idx="2571">
                  <c:v>1267.8852097616143</c:v>
                </c:pt>
                <c:pt idx="2572">
                  <c:v>1266.6406658284127</c:v>
                </c:pt>
                <c:pt idx="2573">
                  <c:v>1265.4030667677866</c:v>
                </c:pt>
                <c:pt idx="2574">
                  <c:v>1264.1723679955987</c:v>
                </c:pt>
                <c:pt idx="2575">
                  <c:v>1262.9485252453546</c:v>
                </c:pt>
                <c:pt idx="2576">
                  <c:v>1261.7314945657704</c:v>
                </c:pt>
                <c:pt idx="2577">
                  <c:v>1260.5212323183757</c:v>
                </c:pt>
                <c:pt idx="2578">
                  <c:v>1259.3176951751668</c:v>
                </c:pt>
                <c:pt idx="2579">
                  <c:v>1258.120840116211</c:v>
                </c:pt>
                <c:pt idx="2580">
                  <c:v>1256.9306244273387</c:v>
                </c:pt>
                <c:pt idx="2581">
                  <c:v>1255.7470056978043</c:v>
                </c:pt>
                <c:pt idx="2582">
                  <c:v>1254.5699418179988</c:v>
                </c:pt>
                <c:pt idx="2583">
                  <c:v>1253.3993909771573</c:v>
                </c:pt>
                <c:pt idx="2584">
                  <c:v>1252.2353116610946</c:v>
                </c:pt>
                <c:pt idx="2585">
                  <c:v>1251.0776626499496</c:v>
                </c:pt>
                <c:pt idx="2586">
                  <c:v>1249.9264030159866</c:v>
                </c:pt>
                <c:pt idx="2587">
                  <c:v>1248.7814921213362</c:v>
                </c:pt>
                <c:pt idx="2588">
                  <c:v>1247.6428896158293</c:v>
                </c:pt>
                <c:pt idx="2589">
                  <c:v>1246.5105554348272</c:v>
                </c:pt>
                <c:pt idx="2590">
                  <c:v>1245.3844497970319</c:v>
                </c:pt>
                <c:pt idx="2591">
                  <c:v>1244.2645332023678</c:v>
                </c:pt>
                <c:pt idx="2592">
                  <c:v>1243.1507664298381</c:v>
                </c:pt>
                <c:pt idx="2593">
                  <c:v>1242.0431105354176</c:v>
                </c:pt>
                <c:pt idx="2594">
                  <c:v>1240.9415268499777</c:v>
                </c:pt>
                <c:pt idx="2595">
                  <c:v>1239.845976977188</c:v>
                </c:pt>
                <c:pt idx="2596">
                  <c:v>1238.7564227914463</c:v>
                </c:pt>
                <c:pt idx="2597">
                  <c:v>1237.6728264358651</c:v>
                </c:pt>
                <c:pt idx="2598">
                  <c:v>1236.595150320228</c:v>
                </c:pt>
                <c:pt idx="2599">
                  <c:v>1235.5233571189688</c:v>
                </c:pt>
                <c:pt idx="2600">
                  <c:v>1234.4574097691848</c:v>
                </c:pt>
                <c:pt idx="2601">
                  <c:v>1233.397271468649</c:v>
                </c:pt>
                <c:pt idx="2602">
                  <c:v>1232.3429056738526</c:v>
                </c:pt>
                <c:pt idx="2603">
                  <c:v>1231.29427609805</c:v>
                </c:pt>
                <c:pt idx="2604">
                  <c:v>1230.2513467093204</c:v>
                </c:pt>
                <c:pt idx="2605">
                  <c:v>1229.214081728654</c:v>
                </c:pt>
                <c:pt idx="2606">
                  <c:v>1228.182445628041</c:v>
                </c:pt>
                <c:pt idx="2607">
                  <c:v>1227.1564031285943</c:v>
                </c:pt>
                <c:pt idx="2608">
                  <c:v>1226.1359191986469</c:v>
                </c:pt>
                <c:pt idx="2609">
                  <c:v>1225.1209590519338</c:v>
                </c:pt>
                <c:pt idx="2610">
                  <c:v>1224.1114881457022</c:v>
                </c:pt>
                <c:pt idx="2611">
                  <c:v>1223.1074721789191</c:v>
                </c:pt>
                <c:pt idx="2612">
                  <c:v>1222.1088770904248</c:v>
                </c:pt>
                <c:pt idx="2613">
                  <c:v>1221.1156690571343</c:v>
                </c:pt>
                <c:pt idx="2614">
                  <c:v>1220.1278144922751</c:v>
                </c:pt>
                <c:pt idx="2615">
                  <c:v>1219.1452800435716</c:v>
                </c:pt>
                <c:pt idx="2616">
                  <c:v>1218.1680325915297</c:v>
                </c:pt>
                <c:pt idx="2617">
                  <c:v>1217.1960392476426</c:v>
                </c:pt>
                <c:pt idx="2618">
                  <c:v>1216.2292673527002</c:v>
                </c:pt>
                <c:pt idx="2619">
                  <c:v>1215.2676844750301</c:v>
                </c:pt>
                <c:pt idx="2620">
                  <c:v>1214.311258408834</c:v>
                </c:pt>
                <c:pt idx="2621">
                  <c:v>1213.3599571724562</c:v>
                </c:pt>
                <c:pt idx="2622">
                  <c:v>1212.4137490067294</c:v>
                </c:pt>
                <c:pt idx="2623">
                  <c:v>1211.4726023732858</c:v>
                </c:pt>
                <c:pt idx="2624">
                  <c:v>1210.5364859529266</c:v>
                </c:pt>
                <c:pt idx="2625">
                  <c:v>1209.6053686439764</c:v>
                </c:pt>
                <c:pt idx="2626">
                  <c:v>1208.6792195606333</c:v>
                </c:pt>
                <c:pt idx="2627">
                  <c:v>1207.7580080313885</c:v>
                </c:pt>
                <c:pt idx="2628">
                  <c:v>1206.8417035973928</c:v>
                </c:pt>
                <c:pt idx="2629">
                  <c:v>1205.930276010886</c:v>
                </c:pt>
                <c:pt idx="2630">
                  <c:v>1205.0236952336113</c:v>
                </c:pt>
                <c:pt idx="2631">
                  <c:v>1204.1219314352509</c:v>
                </c:pt>
                <c:pt idx="2632">
                  <c:v>1203.2249549918752</c:v>
                </c:pt>
                <c:pt idx="2633">
                  <c:v>1202.3327364844029</c:v>
                </c:pt>
                <c:pt idx="2634">
                  <c:v>1201.4452466970661</c:v>
                </c:pt>
                <c:pt idx="2635">
                  <c:v>1200.562456615902</c:v>
                </c:pt>
                <c:pt idx="2636">
                  <c:v>1199.684337427231</c:v>
                </c:pt>
                <c:pt idx="2637">
                  <c:v>1198.8108605161881</c:v>
                </c:pt>
                <c:pt idx="2638">
                  <c:v>1197.9419974652249</c:v>
                </c:pt>
                <c:pt idx="2639">
                  <c:v>1197.0777200526361</c:v>
                </c:pt>
                <c:pt idx="2640">
                  <c:v>1196.2180002511138</c:v>
                </c:pt>
                <c:pt idx="2641">
                  <c:v>1195.3628102262937</c:v>
                </c:pt>
                <c:pt idx="2642">
                  <c:v>1194.5121223353094</c:v>
                </c:pt>
                <c:pt idx="2643">
                  <c:v>1193.6659091253887</c:v>
                </c:pt>
                <c:pt idx="2644">
                  <c:v>1192.8241433324179</c:v>
                </c:pt>
                <c:pt idx="2645">
                  <c:v>1191.9867978795546</c:v>
                </c:pt>
                <c:pt idx="2646">
                  <c:v>1191.1538458758303</c:v>
                </c:pt>
                <c:pt idx="2647">
                  <c:v>1190.3252606147655</c:v>
                </c:pt>
                <c:pt idx="2648">
                  <c:v>1189.5010155730045</c:v>
                </c:pt>
                <c:pt idx="2649">
                  <c:v>1188.681084408948</c:v>
                </c:pt>
                <c:pt idx="2650">
                  <c:v>1187.8654409614176</c:v>
                </c:pt>
                <c:pt idx="2651">
                  <c:v>1187.0540592483082</c:v>
                </c:pt>
                <c:pt idx="2652">
                  <c:v>1186.2469134652558</c:v>
                </c:pt>
                <c:pt idx="2653">
                  <c:v>1185.443977984331</c:v>
                </c:pt>
                <c:pt idx="2654">
                  <c:v>1184.6452273527166</c:v>
                </c:pt>
                <c:pt idx="2655">
                  <c:v>1183.8506362914288</c:v>
                </c:pt>
                <c:pt idx="2656">
                  <c:v>1183.0601796940048</c:v>
                </c:pt>
                <c:pt idx="2657">
                  <c:v>1182.2738326252559</c:v>
                </c:pt>
                <c:pt idx="2658">
                  <c:v>1181.4915703199713</c:v>
                </c:pt>
                <c:pt idx="2659">
                  <c:v>1180.7133681816788</c:v>
                </c:pt>
                <c:pt idx="2660">
                  <c:v>1179.9392017813902</c:v>
                </c:pt>
                <c:pt idx="2661">
                  <c:v>1179.1690468563595</c:v>
                </c:pt>
                <c:pt idx="2662">
                  <c:v>1178.4028793088667</c:v>
                </c:pt>
                <c:pt idx="2663">
                  <c:v>1177.640675204977</c:v>
                </c:pt>
                <c:pt idx="2664">
                  <c:v>1176.8824107733599</c:v>
                </c:pt>
                <c:pt idx="2665">
                  <c:v>1176.1280624040658</c:v>
                </c:pt>
                <c:pt idx="2666">
                  <c:v>1175.3776066473349</c:v>
                </c:pt>
                <c:pt idx="2667">
                  <c:v>1174.6310202124375</c:v>
                </c:pt>
                <c:pt idx="2668">
                  <c:v>1173.8882799664782</c:v>
                </c:pt>
                <c:pt idx="2669">
                  <c:v>1173.1493629332442</c:v>
                </c:pt>
                <c:pt idx="2670">
                  <c:v>1172.4142462920397</c:v>
                </c:pt>
                <c:pt idx="2671">
                  <c:v>1171.6829073765623</c:v>
                </c:pt>
                <c:pt idx="2672">
                  <c:v>1170.9553236737322</c:v>
                </c:pt>
                <c:pt idx="2673">
                  <c:v>1170.2314728226074</c:v>
                </c:pt>
                <c:pt idx="2674">
                  <c:v>1169.5113326132271</c:v>
                </c:pt>
                <c:pt idx="2675">
                  <c:v>1168.7948809855136</c:v>
                </c:pt>
                <c:pt idx="2676">
                  <c:v>1168.0820960281803</c:v>
                </c:pt>
                <c:pt idx="2677">
                  <c:v>1167.3729559776191</c:v>
                </c:pt>
                <c:pt idx="2678">
                  <c:v>1166.6674392168325</c:v>
                </c:pt>
                <c:pt idx="2679">
                  <c:v>1165.9655242743577</c:v>
                </c:pt>
                <c:pt idx="2680">
                  <c:v>1165.2671898231749</c:v>
                </c:pt>
                <c:pt idx="2681">
                  <c:v>1164.5724146796754</c:v>
                </c:pt>
                <c:pt idx="2682">
                  <c:v>1163.8811778025979</c:v>
                </c:pt>
                <c:pt idx="2683">
                  <c:v>1163.1934582919737</c:v>
                </c:pt>
                <c:pt idx="2684">
                  <c:v>1162.5092353881109</c:v>
                </c:pt>
                <c:pt idx="2685">
                  <c:v>1161.8284884705554</c:v>
                </c:pt>
                <c:pt idx="2686">
                  <c:v>1161.1511970570746</c:v>
                </c:pt>
                <c:pt idx="2687">
                  <c:v>1160.4773408026442</c:v>
                </c:pt>
                <c:pt idx="2688">
                  <c:v>1159.8068994984449</c:v>
                </c:pt>
                <c:pt idx="2689">
                  <c:v>1159.1398530708559</c:v>
                </c:pt>
                <c:pt idx="2690">
                  <c:v>1158.4761815804923</c:v>
                </c:pt>
                <c:pt idx="2691">
                  <c:v>1157.8158652211885</c:v>
                </c:pt>
                <c:pt idx="2692">
                  <c:v>1157.158884319058</c:v>
                </c:pt>
                <c:pt idx="2693">
                  <c:v>1156.5052193315078</c:v>
                </c:pt>
                <c:pt idx="2694">
                  <c:v>1155.8548508462854</c:v>
                </c:pt>
                <c:pt idx="2695">
                  <c:v>1155.2077595805208</c:v>
                </c:pt>
                <c:pt idx="2696">
                  <c:v>1154.5639263798014</c:v>
                </c:pt>
                <c:pt idx="2697">
                  <c:v>1153.9233322172133</c:v>
                </c:pt>
                <c:pt idx="2698">
                  <c:v>1153.2859581924222</c:v>
                </c:pt>
                <c:pt idx="2699">
                  <c:v>1152.6517855307557</c:v>
                </c:pt>
                <c:pt idx="2700">
                  <c:v>1152.0207955822764</c:v>
                </c:pt>
                <c:pt idx="2701">
                  <c:v>1151.3929698208792</c:v>
                </c:pt>
                <c:pt idx="2702">
                  <c:v>1150.7682898434064</c:v>
                </c:pt>
                <c:pt idx="2703">
                  <c:v>1150.1467373687185</c:v>
                </c:pt>
                <c:pt idx="2704">
                  <c:v>1149.528294236834</c:v>
                </c:pt>
                <c:pt idx="2705">
                  <c:v>1148.9129424080472</c:v>
                </c:pt>
                <c:pt idx="2706">
                  <c:v>1148.3006639620394</c:v>
                </c:pt>
                <c:pt idx="2707">
                  <c:v>1147.6914410970314</c:v>
                </c:pt>
                <c:pt idx="2708">
                  <c:v>1147.0852561289037</c:v>
                </c:pt>
                <c:pt idx="2709">
                  <c:v>1146.4820914903514</c:v>
                </c:pt>
                <c:pt idx="2710">
                  <c:v>1145.8819297300479</c:v>
                </c:pt>
                <c:pt idx="2711">
                  <c:v>1145.2847535117814</c:v>
                </c:pt>
                <c:pt idx="2712">
                  <c:v>1144.6905456136399</c:v>
                </c:pt>
                <c:pt idx="2713">
                  <c:v>1144.0992889271756</c:v>
                </c:pt>
                <c:pt idx="2714">
                  <c:v>1143.5109664565819</c:v>
                </c:pt>
                <c:pt idx="2715">
                  <c:v>1142.9255613178764</c:v>
                </c:pt>
                <c:pt idx="2716">
                  <c:v>1142.3430567381072</c:v>
                </c:pt>
                <c:pt idx="2717">
                  <c:v>1141.7634360545262</c:v>
                </c:pt>
                <c:pt idx="2718">
                  <c:v>1141.1866827138126</c:v>
                </c:pt>
                <c:pt idx="2719">
                  <c:v>1140.6127802712685</c:v>
                </c:pt>
                <c:pt idx="2720">
                  <c:v>1140.0417123900449</c:v>
                </c:pt>
                <c:pt idx="2721">
                  <c:v>1139.4734628403578</c:v>
                </c:pt>
                <c:pt idx="2722">
                  <c:v>1138.908015498713</c:v>
                </c:pt>
                <c:pt idx="2723">
                  <c:v>1138.3453543471473</c:v>
                </c:pt>
                <c:pt idx="2724">
                  <c:v>1137.7854634724604</c:v>
                </c:pt>
                <c:pt idx="2725">
                  <c:v>1137.2283270654589</c:v>
                </c:pt>
                <c:pt idx="2726">
                  <c:v>1136.6739294202225</c:v>
                </c:pt>
                <c:pt idx="2727">
                  <c:v>1136.1222549333381</c:v>
                </c:pt>
                <c:pt idx="2728">
                  <c:v>1135.5732881031736</c:v>
                </c:pt>
                <c:pt idx="2729">
                  <c:v>1135.0270135291455</c:v>
                </c:pt>
                <c:pt idx="2730">
                  <c:v>1134.4834159110032</c:v>
                </c:pt>
                <c:pt idx="2731">
                  <c:v>1133.9424800480783</c:v>
                </c:pt>
                <c:pt idx="2732">
                  <c:v>1133.4041908386</c:v>
                </c:pt>
                <c:pt idx="2733">
                  <c:v>1132.8685332789653</c:v>
                </c:pt>
                <c:pt idx="2734">
                  <c:v>1132.3354924630441</c:v>
                </c:pt>
                <c:pt idx="2735">
                  <c:v>1131.8050535814762</c:v>
                </c:pt>
                <c:pt idx="2736">
                  <c:v>1131.2772019209776</c:v>
                </c:pt>
                <c:pt idx="2737">
                  <c:v>1130.7519228636531</c:v>
                </c:pt>
                <c:pt idx="2738">
                  <c:v>1130.2292018863134</c:v>
                </c:pt>
                <c:pt idx="2739">
                  <c:v>1129.7090245597924</c:v>
                </c:pt>
                <c:pt idx="2740">
                  <c:v>1129.1913765482811</c:v>
                </c:pt>
                <c:pt idx="2741">
                  <c:v>1128.6762436086506</c:v>
                </c:pt>
                <c:pt idx="2742">
                  <c:v>1128.1636115897984</c:v>
                </c:pt>
                <c:pt idx="2743">
                  <c:v>1127.6534664319884</c:v>
                </c:pt>
                <c:pt idx="2744">
                  <c:v>1127.1457941661893</c:v>
                </c:pt>
                <c:pt idx="2745">
                  <c:v>1126.6405809134401</c:v>
                </c:pt>
                <c:pt idx="2746">
                  <c:v>1126.1378128842023</c:v>
                </c:pt>
                <c:pt idx="2747">
                  <c:v>1125.6374763777094</c:v>
                </c:pt>
                <c:pt idx="2748">
                  <c:v>1125.1395577813576</c:v>
                </c:pt>
                <c:pt idx="2749">
                  <c:v>1124.6440435700583</c:v>
                </c:pt>
                <c:pt idx="2750">
                  <c:v>1124.1509203056203</c:v>
                </c:pt>
                <c:pt idx="2751">
                  <c:v>1123.6601746361332</c:v>
                </c:pt>
                <c:pt idx="2752">
                  <c:v>1123.1717932953488</c:v>
                </c:pt>
                <c:pt idx="2753">
                  <c:v>1122.685763102076</c:v>
                </c:pt>
                <c:pt idx="2754">
                  <c:v>1122.2020709595774</c:v>
                </c:pt>
                <c:pt idx="2755">
                  <c:v>1121.7207038549598</c:v>
                </c:pt>
                <c:pt idx="2756">
                  <c:v>1121.2416488585845</c:v>
                </c:pt>
                <c:pt idx="2757">
                  <c:v>1120.7648931234803</c:v>
                </c:pt>
                <c:pt idx="2758">
                  <c:v>1120.2904238847448</c:v>
                </c:pt>
                <c:pt idx="2759">
                  <c:v>1119.8182284589795</c:v>
                </c:pt>
                <c:pt idx="2760">
                  <c:v>1119.348294243696</c:v>
                </c:pt>
                <c:pt idx="2761">
                  <c:v>1118.8806087167447</c:v>
                </c:pt>
                <c:pt idx="2762">
                  <c:v>1118.4151594357595</c:v>
                </c:pt>
                <c:pt idx="2763">
                  <c:v>1117.9519340375712</c:v>
                </c:pt>
                <c:pt idx="2764">
                  <c:v>1117.4909202376639</c:v>
                </c:pt>
                <c:pt idx="2765">
                  <c:v>1117.0321058296179</c:v>
                </c:pt>
                <c:pt idx="2766">
                  <c:v>1116.5754786845396</c:v>
                </c:pt>
                <c:pt idx="2767">
                  <c:v>1116.1210267505414</c:v>
                </c:pt>
                <c:pt idx="2768">
                  <c:v>1115.6687380521741</c:v>
                </c:pt>
                <c:pt idx="2769">
                  <c:v>1115.2186006898944</c:v>
                </c:pt>
                <c:pt idx="2770">
                  <c:v>1114.7706028395373</c:v>
                </c:pt>
                <c:pt idx="2771">
                  <c:v>1114.3247327517756</c:v>
                </c:pt>
                <c:pt idx="2772">
                  <c:v>1113.8809787515941</c:v>
                </c:pt>
                <c:pt idx="2773">
                  <c:v>1113.4393292377617</c:v>
                </c:pt>
                <c:pt idx="2774">
                  <c:v>1112.9997726823299</c:v>
                </c:pt>
                <c:pt idx="2775">
                  <c:v>1112.5622976300886</c:v>
                </c:pt>
                <c:pt idx="2776">
                  <c:v>1112.1268926980752</c:v>
                </c:pt>
                <c:pt idx="2777">
                  <c:v>1111.6935465750687</c:v>
                </c:pt>
                <c:pt idx="2778">
                  <c:v>1111.262248021063</c:v>
                </c:pt>
                <c:pt idx="2779">
                  <c:v>1110.8329858667912</c:v>
                </c:pt>
                <c:pt idx="2780">
                  <c:v>1110.4057490132129</c:v>
                </c:pt>
                <c:pt idx="2781">
                  <c:v>1109.9805264310323</c:v>
                </c:pt>
                <c:pt idx="2782">
                  <c:v>1109.5573071602016</c:v>
                </c:pt>
                <c:pt idx="2783">
                  <c:v>1109.1360803094356</c:v>
                </c:pt>
                <c:pt idx="2784">
                  <c:v>1108.7168350557342</c:v>
                </c:pt>
                <c:pt idx="2785">
                  <c:v>1108.2995606439019</c:v>
                </c:pt>
                <c:pt idx="2786">
                  <c:v>1107.8842463860724</c:v>
                </c:pt>
                <c:pt idx="2787">
                  <c:v>1107.4708816612363</c:v>
                </c:pt>
                <c:pt idx="2788">
                  <c:v>1107.0594559147792</c:v>
                </c:pt>
                <c:pt idx="2789">
                  <c:v>1106.6499586580155</c:v>
                </c:pt>
                <c:pt idx="2790">
                  <c:v>1106.2423794677177</c:v>
                </c:pt>
                <c:pt idx="2791">
                  <c:v>1105.8367079856775</c:v>
                </c:pt>
                <c:pt idx="2792">
                  <c:v>1105.4329339182366</c:v>
                </c:pt>
                <c:pt idx="2793">
                  <c:v>1105.0310470358443</c:v>
                </c:pt>
                <c:pt idx="2794">
                  <c:v>1104.6310371726104</c:v>
                </c:pt>
                <c:pt idx="2795">
                  <c:v>1104.2328942258562</c:v>
                </c:pt>
                <c:pt idx="2796">
                  <c:v>1103.8366081556824</c:v>
                </c:pt>
                <c:pt idx="2797">
                  <c:v>1103.4421689845208</c:v>
                </c:pt>
                <c:pt idx="2798">
                  <c:v>1103.0495667967184</c:v>
                </c:pt>
                <c:pt idx="2799">
                  <c:v>1102.6587917380871</c:v>
                </c:pt>
                <c:pt idx="2800">
                  <c:v>1102.2698340154893</c:v>
                </c:pt>
                <c:pt idx="2801">
                  <c:v>1101.8826838964085</c:v>
                </c:pt>
                <c:pt idx="2802">
                  <c:v>1101.4973317085341</c:v>
                </c:pt>
                <c:pt idx="2803">
                  <c:v>1101.113767839337</c:v>
                </c:pt>
                <c:pt idx="2804">
                  <c:v>1100.7319827356582</c:v>
                </c:pt>
                <c:pt idx="2805">
                  <c:v>1100.3519669032953</c:v>
                </c:pt>
                <c:pt idx="2806">
                  <c:v>1099.9737109066</c:v>
                </c:pt>
                <c:pt idx="2807">
                  <c:v>1099.5972053680637</c:v>
                </c:pt>
                <c:pt idx="2808">
                  <c:v>1099.2224409679256</c:v>
                </c:pt>
                <c:pt idx="2809">
                  <c:v>1098.849408443765</c:v>
                </c:pt>
                <c:pt idx="2810">
                  <c:v>1098.4780985901068</c:v>
                </c:pt>
                <c:pt idx="2811">
                  <c:v>1098.1085022580307</c:v>
                </c:pt>
                <c:pt idx="2812">
                  <c:v>1097.7406103547789</c:v>
                </c:pt>
                <c:pt idx="2813">
                  <c:v>1097.3744138433717</c:v>
                </c:pt>
                <c:pt idx="2814">
                  <c:v>1097.0099037422142</c:v>
                </c:pt>
                <c:pt idx="2815">
                  <c:v>1096.6470711247255</c:v>
                </c:pt>
                <c:pt idx="2816">
                  <c:v>1096.2859071189514</c:v>
                </c:pt>
                <c:pt idx="2817">
                  <c:v>1095.9264029071969</c:v>
                </c:pt>
                <c:pt idx="2818">
                  <c:v>1095.5685497256391</c:v>
                </c:pt>
                <c:pt idx="2819">
                  <c:v>1095.2123388639727</c:v>
                </c:pt>
                <c:pt idx="2820">
                  <c:v>1094.8577616650291</c:v>
                </c:pt>
                <c:pt idx="2821">
                  <c:v>1094.5048095244194</c:v>
                </c:pt>
                <c:pt idx="2822">
                  <c:v>1094.1534738901707</c:v>
                </c:pt>
                <c:pt idx="2823">
                  <c:v>1093.8037462623611</c:v>
                </c:pt>
                <c:pt idx="2824">
                  <c:v>1093.4556181927703</c:v>
                </c:pt>
                <c:pt idx="2825">
                  <c:v>1093.1090812845225</c:v>
                </c:pt>
                <c:pt idx="2826">
                  <c:v>1092.7641271917312</c:v>
                </c:pt>
                <c:pt idx="2827">
                  <c:v>1092.4207476191507</c:v>
                </c:pt>
                <c:pt idx="2828">
                  <c:v>1092.0789343218371</c:v>
                </c:pt>
                <c:pt idx="2829">
                  <c:v>1091.738679104797</c:v>
                </c:pt>
                <c:pt idx="2830">
                  <c:v>1091.3999738226451</c:v>
                </c:pt>
                <c:pt idx="2831">
                  <c:v>1091.0628103792722</c:v>
                </c:pt>
                <c:pt idx="2832">
                  <c:v>1090.7271807275035</c:v>
                </c:pt>
                <c:pt idx="2833">
                  <c:v>1090.3930768687617</c:v>
                </c:pt>
                <c:pt idx="2834">
                  <c:v>1090.0604908527498</c:v>
                </c:pt>
                <c:pt idx="2835">
                  <c:v>1089.7294147771006</c:v>
                </c:pt>
                <c:pt idx="2836">
                  <c:v>1089.3998407870738</c:v>
                </c:pt>
                <c:pt idx="2837">
                  <c:v>1089.0717610752097</c:v>
                </c:pt>
                <c:pt idx="2838">
                  <c:v>1088.7451678810235</c:v>
                </c:pt>
                <c:pt idx="2839">
                  <c:v>1088.4200534906777</c:v>
                </c:pt>
                <c:pt idx="2840">
                  <c:v>1088.0964102366684</c:v>
                </c:pt>
                <c:pt idx="2841">
                  <c:v>1087.7742304975095</c:v>
                </c:pt>
                <c:pt idx="2842">
                  <c:v>1087.453506697422</c:v>
                </c:pt>
                <c:pt idx="2843">
                  <c:v>1087.1342313060209</c:v>
                </c:pt>
                <c:pt idx="2844">
                  <c:v>1086.8163968380127</c:v>
                </c:pt>
                <c:pt idx="2845">
                  <c:v>1086.4999958528783</c:v>
                </c:pt>
                <c:pt idx="2846">
                  <c:v>1086.1850209545867</c:v>
                </c:pt>
                <c:pt idx="2847">
                  <c:v>1085.8714647912821</c:v>
                </c:pt>
                <c:pt idx="2848">
                  <c:v>1085.5593200549852</c:v>
                </c:pt>
                <c:pt idx="2849">
                  <c:v>1085.2485794813049</c:v>
                </c:pt>
                <c:pt idx="2850">
                  <c:v>1084.9392358491382</c:v>
                </c:pt>
                <c:pt idx="2851">
                  <c:v>1084.6312819803702</c:v>
                </c:pt>
                <c:pt idx="2852">
                  <c:v>1084.3247107396039</c:v>
                </c:pt>
                <c:pt idx="2853">
                  <c:v>1084.0195150338538</c:v>
                </c:pt>
                <c:pt idx="2854">
                  <c:v>1083.7156878122651</c:v>
                </c:pt>
                <c:pt idx="2855">
                  <c:v>1083.4132220658371</c:v>
                </c:pt>
                <c:pt idx="2856">
                  <c:v>1083.1121108271334</c:v>
                </c:pt>
                <c:pt idx="2857">
                  <c:v>1082.812347170006</c:v>
                </c:pt>
                <c:pt idx="2858">
                  <c:v>1082.5139242093135</c:v>
                </c:pt>
                <c:pt idx="2859">
                  <c:v>1082.2168351006521</c:v>
                </c:pt>
                <c:pt idx="2860">
                  <c:v>1081.9210730400796</c:v>
                </c:pt>
                <c:pt idx="2861">
                  <c:v>1081.6266312638388</c:v>
                </c:pt>
                <c:pt idx="2862">
                  <c:v>1081.3335030480973</c:v>
                </c:pt>
                <c:pt idx="2863">
                  <c:v>1081.0416817086716</c:v>
                </c:pt>
                <c:pt idx="2864">
                  <c:v>1080.7511606007656</c:v>
                </c:pt>
                <c:pt idx="2865">
                  <c:v>1080.4619331187064</c:v>
                </c:pt>
                <c:pt idx="2866">
                  <c:v>1080.1739926956866</c:v>
                </c:pt>
                <c:pt idx="2867">
                  <c:v>1079.8873328034931</c:v>
                </c:pt>
                <c:pt idx="2868">
                  <c:v>1079.6019469522578</c:v>
                </c:pt>
                <c:pt idx="2869">
                  <c:v>1079.3178286902066</c:v>
                </c:pt>
                <c:pt idx="2870">
                  <c:v>1079.0349716033943</c:v>
                </c:pt>
                <c:pt idx="2871">
                  <c:v>1078.7533693154548</c:v>
                </c:pt>
                <c:pt idx="2872">
                  <c:v>1078.473015487355</c:v>
                </c:pt>
                <c:pt idx="2873">
                  <c:v>1078.1939038171481</c:v>
                </c:pt>
                <c:pt idx="2874">
                  <c:v>1077.9160280397159</c:v>
                </c:pt>
                <c:pt idx="2875">
                  <c:v>1077.6393819265318</c:v>
                </c:pt>
                <c:pt idx="2876">
                  <c:v>1077.3639592854197</c:v>
                </c:pt>
                <c:pt idx="2877">
                  <c:v>1077.089753960307</c:v>
                </c:pt>
                <c:pt idx="2878">
                  <c:v>1076.8167598309878</c:v>
                </c:pt>
                <c:pt idx="2879">
                  <c:v>1076.5449708128801</c:v>
                </c:pt>
                <c:pt idx="2880">
                  <c:v>1076.2743808568005</c:v>
                </c:pt>
                <c:pt idx="2881">
                  <c:v>1076.0049839487167</c:v>
                </c:pt>
                <c:pt idx="2882">
                  <c:v>1075.7367741095213</c:v>
                </c:pt>
                <c:pt idx="2883">
                  <c:v>1075.4697453948065</c:v>
                </c:pt>
                <c:pt idx="2884">
                  <c:v>1075.2038918946198</c:v>
                </c:pt>
                <c:pt idx="2885">
                  <c:v>1074.9392077332493</c:v>
                </c:pt>
                <c:pt idx="2886">
                  <c:v>1074.6756870689935</c:v>
                </c:pt>
                <c:pt idx="2887">
                  <c:v>1074.4133240939316</c:v>
                </c:pt>
                <c:pt idx="2888">
                  <c:v>1074.1521130337119</c:v>
                </c:pt>
                <c:pt idx="2889">
                  <c:v>1073.8920481473167</c:v>
                </c:pt>
                <c:pt idx="2890">
                  <c:v>1073.6331237268566</c:v>
                </c:pt>
                <c:pt idx="2891">
                  <c:v>1073.3753340973415</c:v>
                </c:pt>
                <c:pt idx="2892">
                  <c:v>1073.1186736164675</c:v>
                </c:pt>
                <c:pt idx="2893">
                  <c:v>1072.863136674406</c:v>
                </c:pt>
                <c:pt idx="2894">
                  <c:v>1072.6087176935857</c:v>
                </c:pt>
                <c:pt idx="2895">
                  <c:v>1072.355411128482</c:v>
                </c:pt>
                <c:pt idx="2896">
                  <c:v>1072.1032114654049</c:v>
                </c:pt>
                <c:pt idx="2897">
                  <c:v>1071.8521132222963</c:v>
                </c:pt>
                <c:pt idx="2898">
                  <c:v>1071.6021109485173</c:v>
                </c:pt>
                <c:pt idx="2899">
                  <c:v>1071.3531992246424</c:v>
                </c:pt>
                <c:pt idx="2900">
                  <c:v>1071.1053726622536</c:v>
                </c:pt>
                <c:pt idx="2901">
                  <c:v>1070.858625903747</c:v>
                </c:pt>
                <c:pt idx="2902">
                  <c:v>1070.6129536221201</c:v>
                </c:pt>
                <c:pt idx="2903">
                  <c:v>1070.3683505207803</c:v>
                </c:pt>
                <c:pt idx="2904">
                  <c:v>1070.1248113333384</c:v>
                </c:pt>
                <c:pt idx="2905">
                  <c:v>1069.8823308234205</c:v>
                </c:pt>
                <c:pt idx="2906">
                  <c:v>1069.6409037844653</c:v>
                </c:pt>
                <c:pt idx="2907">
                  <c:v>1069.4005250395317</c:v>
                </c:pt>
                <c:pt idx="2908">
                  <c:v>1069.1611894411069</c:v>
                </c:pt>
                <c:pt idx="2909">
                  <c:v>1068.922891870918</c:v>
                </c:pt>
                <c:pt idx="2910">
                  <c:v>1068.6856272397356</c:v>
                </c:pt>
                <c:pt idx="2911">
                  <c:v>1068.4493904871877</c:v>
                </c:pt>
                <c:pt idx="2912">
                  <c:v>1068.214176581575</c:v>
                </c:pt>
                <c:pt idx="2913">
                  <c:v>1067.9799805196799</c:v>
                </c:pt>
                <c:pt idx="2914">
                  <c:v>1067.7467973265896</c:v>
                </c:pt>
                <c:pt idx="2915">
                  <c:v>1067.5146220555002</c:v>
                </c:pt>
                <c:pt idx="2916">
                  <c:v>1067.2834497875476</c:v>
                </c:pt>
                <c:pt idx="2917">
                  <c:v>1067.0532756316184</c:v>
                </c:pt>
                <c:pt idx="2918">
                  <c:v>1066.8240947241802</c:v>
                </c:pt>
                <c:pt idx="2919">
                  <c:v>1066.5959022290858</c:v>
                </c:pt>
                <c:pt idx="2920">
                  <c:v>1066.3686933374136</c:v>
                </c:pt>
                <c:pt idx="2921">
                  <c:v>1066.1424632672861</c:v>
                </c:pt>
                <c:pt idx="2922">
                  <c:v>1065.9172072636927</c:v>
                </c:pt>
                <c:pt idx="2923">
                  <c:v>1065.6929205983172</c:v>
                </c:pt>
                <c:pt idx="2924">
                  <c:v>1065.4695985693713</c:v>
                </c:pt>
                <c:pt idx="2925">
                  <c:v>1065.2472365014182</c:v>
                </c:pt>
                <c:pt idx="2926">
                  <c:v>1065.0258297452035</c:v>
                </c:pt>
                <c:pt idx="2927">
                  <c:v>1064.8053736774928</c:v>
                </c:pt>
                <c:pt idx="2928">
                  <c:v>1064.5858637008921</c:v>
                </c:pt>
                <c:pt idx="2929">
                  <c:v>1064.3672952436989</c:v>
                </c:pt>
                <c:pt idx="2930">
                  <c:v>1064.1496637597252</c:v>
                </c:pt>
                <c:pt idx="2931">
                  <c:v>1063.9329647281363</c:v>
                </c:pt>
                <c:pt idx="2932">
                  <c:v>1063.717193653293</c:v>
                </c:pt>
                <c:pt idx="2933">
                  <c:v>1063.5023460645807</c:v>
                </c:pt>
                <c:pt idx="2934">
                  <c:v>1063.2884175162619</c:v>
                </c:pt>
                <c:pt idx="2935">
                  <c:v>1063.0754035873094</c:v>
                </c:pt>
                <c:pt idx="2936">
                  <c:v>1062.8632998812509</c:v>
                </c:pt>
                <c:pt idx="2937">
                  <c:v>1062.6521020260061</c:v>
                </c:pt>
                <c:pt idx="2938">
                  <c:v>1062.4418056737434</c:v>
                </c:pt>
                <c:pt idx="2939">
                  <c:v>1062.2324065007151</c:v>
                </c:pt>
                <c:pt idx="2940">
                  <c:v>1062.0239002071105</c:v>
                </c:pt>
                <c:pt idx="2941">
                  <c:v>1061.8162825168959</c:v>
                </c:pt>
                <c:pt idx="2942">
                  <c:v>1061.6095491776707</c:v>
                </c:pt>
                <c:pt idx="2943">
                  <c:v>1061.4036959605164</c:v>
                </c:pt>
                <c:pt idx="2944">
                  <c:v>1061.1987186598458</c:v>
                </c:pt>
                <c:pt idx="2945">
                  <c:v>1060.9946130932512</c:v>
                </c:pt>
                <c:pt idx="2946">
                  <c:v>1060.7913751013627</c:v>
                </c:pt>
                <c:pt idx="2947">
                  <c:v>1060.5890005477008</c:v>
                </c:pt>
                <c:pt idx="2948">
                  <c:v>1060.3874853185364</c:v>
                </c:pt>
                <c:pt idx="2949">
                  <c:v>1060.1868253227321</c:v>
                </c:pt>
                <c:pt idx="2950">
                  <c:v>1059.987016491619</c:v>
                </c:pt>
                <c:pt idx="2951">
                  <c:v>1059.7880547788382</c:v>
                </c:pt>
                <c:pt idx="2952">
                  <c:v>1059.5899361602105</c:v>
                </c:pt>
                <c:pt idx="2953">
                  <c:v>1059.3926566335881</c:v>
                </c:pt>
                <c:pt idx="2954">
                  <c:v>1059.196212218729</c:v>
                </c:pt>
                <c:pt idx="2955">
                  <c:v>1059.0005989571387</c:v>
                </c:pt>
                <c:pt idx="2956">
                  <c:v>1058.8058129119549</c:v>
                </c:pt>
                <c:pt idx="2957">
                  <c:v>1058.611850167795</c:v>
                </c:pt>
                <c:pt idx="2958">
                  <c:v>1058.4187068306337</c:v>
                </c:pt>
                <c:pt idx="2959">
                  <c:v>1058.2263790276554</c:v>
                </c:pt>
                <c:pt idx="2960">
                  <c:v>1058.0348629071323</c:v>
                </c:pt>
                <c:pt idx="2961">
                  <c:v>1057.8441546382883</c:v>
                </c:pt>
                <c:pt idx="2962">
                  <c:v>1057.6542504111706</c:v>
                </c:pt>
                <c:pt idx="2963">
                  <c:v>1057.4651464365079</c:v>
                </c:pt>
                <c:pt idx="2964">
                  <c:v>1057.2768389455975</c:v>
                </c:pt>
                <c:pt idx="2965">
                  <c:v>1057.089324190164</c:v>
                </c:pt>
                <c:pt idx="2966">
                  <c:v>1056.902598442239</c:v>
                </c:pt>
                <c:pt idx="2967">
                  <c:v>1056.7166579940281</c:v>
                </c:pt>
                <c:pt idx="2968">
                  <c:v>1056.5314991577957</c:v>
                </c:pt>
                <c:pt idx="2969">
                  <c:v>1056.347118265722</c:v>
                </c:pt>
                <c:pt idx="2970">
                  <c:v>1056.1635116698001</c:v>
                </c:pt>
                <c:pt idx="2971">
                  <c:v>1055.9806757416934</c:v>
                </c:pt>
                <c:pt idx="2972">
                  <c:v>1055.7986068726279</c:v>
                </c:pt>
                <c:pt idx="2973">
                  <c:v>1055.6173014732631</c:v>
                </c:pt>
                <c:pt idx="2974">
                  <c:v>1055.4367559735733</c:v>
                </c:pt>
                <c:pt idx="2975">
                  <c:v>1055.2569668227261</c:v>
                </c:pt>
                <c:pt idx="2976">
                  <c:v>1055.0779304889636</c:v>
                </c:pt>
                <c:pt idx="2977">
                  <c:v>1054.8996434594897</c:v>
                </c:pt>
                <c:pt idx="2978">
                  <c:v>1054.722102240343</c:v>
                </c:pt>
                <c:pt idx="2979">
                  <c:v>1054.5453033562862</c:v>
                </c:pt>
                <c:pt idx="2980">
                  <c:v>1054.3692433506981</c:v>
                </c:pt>
                <c:pt idx="2981">
                  <c:v>1054.1939187854332</c:v>
                </c:pt>
                <c:pt idx="2982">
                  <c:v>1054.0193262407408</c:v>
                </c:pt>
                <c:pt idx="2983">
                  <c:v>1053.8454623151235</c:v>
                </c:pt>
                <c:pt idx="2984">
                  <c:v>1053.6723236252444</c:v>
                </c:pt>
                <c:pt idx="2985">
                  <c:v>1053.499906805805</c:v>
                </c:pt>
                <c:pt idx="2986">
                  <c:v>1053.3282085094293</c:v>
                </c:pt>
                <c:pt idx="2987">
                  <c:v>1053.1572254065702</c:v>
                </c:pt>
                <c:pt idx="2988">
                  <c:v>1052.9869541853873</c:v>
                </c:pt>
                <c:pt idx="2989">
                  <c:v>1052.817391551637</c:v>
                </c:pt>
                <c:pt idx="2990">
                  <c:v>1052.6485342285714</c:v>
                </c:pt>
                <c:pt idx="2991">
                  <c:v>1052.4803789568321</c:v>
                </c:pt>
                <c:pt idx="2992">
                  <c:v>1052.3129224943325</c:v>
                </c:pt>
                <c:pt idx="2993">
                  <c:v>1052.1461616161639</c:v>
                </c:pt>
                <c:pt idx="2994">
                  <c:v>1051.9800931144857</c:v>
                </c:pt>
                <c:pt idx="2995">
                  <c:v>1051.814713798419</c:v>
                </c:pt>
                <c:pt idx="2996">
                  <c:v>1051.6500204939459</c:v>
                </c:pt>
                <c:pt idx="2997">
                  <c:v>1051.4860100438073</c:v>
                </c:pt>
                <c:pt idx="2998">
                  <c:v>1051.3226793073957</c:v>
                </c:pt>
                <c:pt idx="2999">
                  <c:v>1051.1600251606635</c:v>
                </c:pt>
                <c:pt idx="3000">
                  <c:v>1050.9980444960086</c:v>
                </c:pt>
                <c:pt idx="3001">
                  <c:v>1050.8367342221875</c:v>
                </c:pt>
                <c:pt idx="3002">
                  <c:v>1050.6760912642023</c:v>
                </c:pt>
                <c:pt idx="3003">
                  <c:v>1050.5161125632183</c:v>
                </c:pt>
                <c:pt idx="3004">
                  <c:v>1050.3567950764545</c:v>
                </c:pt>
                <c:pt idx="3005">
                  <c:v>1050.1981357770846</c:v>
                </c:pt>
                <c:pt idx="3006">
                  <c:v>1050.0401316541486</c:v>
                </c:pt>
                <c:pt idx="3007">
                  <c:v>1049.8827797124516</c:v>
                </c:pt>
                <c:pt idx="3008">
                  <c:v>1049.7260769724701</c:v>
                </c:pt>
                <c:pt idx="3009">
                  <c:v>1049.5700204702539</c:v>
                </c:pt>
                <c:pt idx="3010">
                  <c:v>1049.4146072573378</c:v>
                </c:pt>
                <c:pt idx="3011">
                  <c:v>1049.2598344006433</c:v>
                </c:pt>
                <c:pt idx="3012">
                  <c:v>1049.1056989823883</c:v>
                </c:pt>
                <c:pt idx="3013">
                  <c:v>1048.9521980999916</c:v>
                </c:pt>
                <c:pt idx="3014">
                  <c:v>1048.7993288659891</c:v>
                </c:pt>
                <c:pt idx="3015">
                  <c:v>1048.6470884079292</c:v>
                </c:pt>
                <c:pt idx="3016">
                  <c:v>1048.4954738682977</c:v>
                </c:pt>
                <c:pt idx="3017">
                  <c:v>1048.3444824044175</c:v>
                </c:pt>
                <c:pt idx="3018">
                  <c:v>1048.1941111883639</c:v>
                </c:pt>
                <c:pt idx="3019">
                  <c:v>1048.0443574068768</c:v>
                </c:pt>
                <c:pt idx="3020">
                  <c:v>1047.8952182612657</c:v>
                </c:pt>
                <c:pt idx="3021">
                  <c:v>1047.7466909673353</c:v>
                </c:pt>
                <c:pt idx="3022">
                  <c:v>1047.5987727552854</c:v>
                </c:pt>
                <c:pt idx="3023">
                  <c:v>1047.4514608696338</c:v>
                </c:pt>
                <c:pt idx="3024">
                  <c:v>1047.3047525691263</c:v>
                </c:pt>
                <c:pt idx="3025">
                  <c:v>1047.1586451266528</c:v>
                </c:pt>
                <c:pt idx="3026">
                  <c:v>1047.013135829166</c:v>
                </c:pt>
                <c:pt idx="3027">
                  <c:v>1046.8682219775881</c:v>
                </c:pt>
                <c:pt idx="3028">
                  <c:v>1046.7239008867416</c:v>
                </c:pt>
                <c:pt idx="3029">
                  <c:v>1046.5801698852533</c:v>
                </c:pt>
                <c:pt idx="3030">
                  <c:v>1046.4370263154813</c:v>
                </c:pt>
                <c:pt idx="3031">
                  <c:v>1046.2944675334297</c:v>
                </c:pt>
                <c:pt idx="3032">
                  <c:v>1046.1524909086661</c:v>
                </c:pt>
                <c:pt idx="3033">
                  <c:v>1046.0110938242426</c:v>
                </c:pt>
                <c:pt idx="3034">
                  <c:v>1045.8702736766195</c:v>
                </c:pt>
                <c:pt idx="3035">
                  <c:v>1045.7300278755788</c:v>
                </c:pt>
                <c:pt idx="3036">
                  <c:v>1045.5903538441507</c:v>
                </c:pt>
                <c:pt idx="3037">
                  <c:v>1045.4512490185343</c:v>
                </c:pt>
                <c:pt idx="3038">
                  <c:v>1045.312710848016</c:v>
                </c:pt>
                <c:pt idx="3039">
                  <c:v>1045.1747367948976</c:v>
                </c:pt>
                <c:pt idx="3040">
                  <c:v>1045.0373243344177</c:v>
                </c:pt>
                <c:pt idx="3041">
                  <c:v>1044.9004709546712</c:v>
                </c:pt>
                <c:pt idx="3042">
                  <c:v>1044.7641741565433</c:v>
                </c:pt>
                <c:pt idx="3043">
                  <c:v>1044.628431453619</c:v>
                </c:pt>
                <c:pt idx="3044">
                  <c:v>1044.4932403721248</c:v>
                </c:pt>
                <c:pt idx="3045">
                  <c:v>1044.358598450847</c:v>
                </c:pt>
                <c:pt idx="3046">
                  <c:v>1044.2245032410501</c:v>
                </c:pt>
                <c:pt idx="3047">
                  <c:v>1044.0909523064227</c:v>
                </c:pt>
                <c:pt idx="3048">
                  <c:v>1043.9579432229834</c:v>
                </c:pt>
                <c:pt idx="3049">
                  <c:v>1043.8254735790249</c:v>
                </c:pt>
                <c:pt idx="3050">
                  <c:v>1043.6935409750329</c:v>
                </c:pt>
                <c:pt idx="3051">
                  <c:v>1043.5621430236151</c:v>
                </c:pt>
                <c:pt idx="3052">
                  <c:v>1043.4312773494407</c:v>
                </c:pt>
                <c:pt idx="3053">
                  <c:v>1043.3009415891549</c:v>
                </c:pt>
                <c:pt idx="3054">
                  <c:v>1043.1711333913167</c:v>
                </c:pt>
                <c:pt idx="3055">
                  <c:v>1043.0418504163342</c:v>
                </c:pt>
                <c:pt idx="3056">
                  <c:v>1042.9130903363855</c:v>
                </c:pt>
                <c:pt idx="3057">
                  <c:v>1042.7848508353561</c:v>
                </c:pt>
                <c:pt idx="3058">
                  <c:v>1042.65712960877</c:v>
                </c:pt>
                <c:pt idx="3059">
                  <c:v>1042.5299243637203</c:v>
                </c:pt>
                <c:pt idx="3060">
                  <c:v>1042.4032328188089</c:v>
                </c:pt>
                <c:pt idx="3061">
                  <c:v>1042.2770527040664</c:v>
                </c:pt>
                <c:pt idx="3062">
                  <c:v>1042.1513817609011</c:v>
                </c:pt>
                <c:pt idx="3063">
                  <c:v>1042.0262177420188</c:v>
                </c:pt>
                <c:pt idx="3064">
                  <c:v>1041.9015584113715</c:v>
                </c:pt>
                <c:pt idx="3065">
                  <c:v>1041.7774015440782</c:v>
                </c:pt>
                <c:pt idx="3066">
                  <c:v>1041.6537449263722</c:v>
                </c:pt>
                <c:pt idx="3067">
                  <c:v>1041.5305863555318</c:v>
                </c:pt>
                <c:pt idx="3068">
                  <c:v>1041.4079236398118</c:v>
                </c:pt>
                <c:pt idx="3069">
                  <c:v>1041.2857545983936</c:v>
                </c:pt>
                <c:pt idx="3070">
                  <c:v>1041.1640770613049</c:v>
                </c:pt>
                <c:pt idx="3071">
                  <c:v>1041.0428888693727</c:v>
                </c:pt>
                <c:pt idx="3072">
                  <c:v>1040.9221878741535</c:v>
                </c:pt>
                <c:pt idx="3073">
                  <c:v>1040.8019719378708</c:v>
                </c:pt>
                <c:pt idx="3074">
                  <c:v>1040.682238933359</c:v>
                </c:pt>
                <c:pt idx="3075">
                  <c:v>1040.5629867439984</c:v>
                </c:pt>
                <c:pt idx="3076">
                  <c:v>1040.4442132636525</c:v>
                </c:pt>
                <c:pt idx="3077">
                  <c:v>1040.3259163966168</c:v>
                </c:pt>
                <c:pt idx="3078">
                  <c:v>1040.2080940575493</c:v>
                </c:pt>
                <c:pt idx="3079">
                  <c:v>1040.0907441714182</c:v>
                </c:pt>
                <c:pt idx="3080">
                  <c:v>1039.9738646734402</c:v>
                </c:pt>
                <c:pt idx="3081">
                  <c:v>1039.8574535090197</c:v>
                </c:pt>
                <c:pt idx="3082">
                  <c:v>1039.7415086336978</c:v>
                </c:pt>
                <c:pt idx="3083">
                  <c:v>1039.6260280130837</c:v>
                </c:pt>
                <c:pt idx="3084">
                  <c:v>1039.5110096228102</c:v>
                </c:pt>
                <c:pt idx="3085">
                  <c:v>1039.3964514484642</c:v>
                </c:pt>
                <c:pt idx="3086">
                  <c:v>1039.2823514855386</c:v>
                </c:pt>
                <c:pt idx="3087">
                  <c:v>1039.1687077393758</c:v>
                </c:pt>
                <c:pt idx="3088">
                  <c:v>1039.055518225103</c:v>
                </c:pt>
                <c:pt idx="3089">
                  <c:v>1038.9427809675897</c:v>
                </c:pt>
                <c:pt idx="3090">
                  <c:v>1038.8304940013809</c:v>
                </c:pt>
                <c:pt idx="3091">
                  <c:v>1038.7186553706513</c:v>
                </c:pt>
                <c:pt idx="3092">
                  <c:v>1038.607263129144</c:v>
                </c:pt>
                <c:pt idx="3093">
                  <c:v>1038.4963153401179</c:v>
                </c:pt>
                <c:pt idx="3094">
                  <c:v>1038.3858100763007</c:v>
                </c:pt>
                <c:pt idx="3095">
                  <c:v>1038.2757454198263</c:v>
                </c:pt>
                <c:pt idx="3096">
                  <c:v>1038.1661194621825</c:v>
                </c:pt>
                <c:pt idx="3097">
                  <c:v>1038.0569303041691</c:v>
                </c:pt>
                <c:pt idx="3098">
                  <c:v>1037.9481760558308</c:v>
                </c:pt>
                <c:pt idx="3099">
                  <c:v>1037.8398548364148</c:v>
                </c:pt>
                <c:pt idx="3100">
                  <c:v>1037.7319647743161</c:v>
                </c:pt>
                <c:pt idx="3101">
                  <c:v>1037.6245040070262</c:v>
                </c:pt>
                <c:pt idx="3102">
                  <c:v>1037.5174706810842</c:v>
                </c:pt>
                <c:pt idx="3103">
                  <c:v>1037.410862952019</c:v>
                </c:pt>
                <c:pt idx="3104">
                  <c:v>1037.3046789843095</c:v>
                </c:pt>
                <c:pt idx="3105">
                  <c:v>1037.1989169513281</c:v>
                </c:pt>
                <c:pt idx="3106">
                  <c:v>1037.0935750352889</c:v>
                </c:pt>
                <c:pt idx="3107">
                  <c:v>1036.9886514272032</c:v>
                </c:pt>
                <c:pt idx="3108">
                  <c:v>1036.8841443268291</c:v>
                </c:pt>
                <c:pt idx="3109">
                  <c:v>1036.7800519426214</c:v>
                </c:pt>
                <c:pt idx="3110">
                  <c:v>1036.6763724916852</c:v>
                </c:pt>
                <c:pt idx="3111">
                  <c:v>1036.5731041997224</c:v>
                </c:pt>
                <c:pt idx="3112">
                  <c:v>1036.4702453009943</c:v>
                </c:pt>
                <c:pt idx="3113">
                  <c:v>1036.3677940382613</c:v>
                </c:pt>
                <c:pt idx="3114">
                  <c:v>1036.2657486627459</c:v>
                </c:pt>
                <c:pt idx="3115">
                  <c:v>1036.1641074340791</c:v>
                </c:pt>
                <c:pt idx="3116">
                  <c:v>1036.0628686202585</c:v>
                </c:pt>
                <c:pt idx="3117">
                  <c:v>1035.9620304975972</c:v>
                </c:pt>
                <c:pt idx="3118">
                  <c:v>1035.8615913506867</c:v>
                </c:pt>
                <c:pt idx="3119">
                  <c:v>1035.7615494723359</c:v>
                </c:pt>
                <c:pt idx="3120">
                  <c:v>1035.6619031635421</c:v>
                </c:pt>
                <c:pt idx="3121">
                  <c:v>1035.5626507334316</c:v>
                </c:pt>
                <c:pt idx="3122">
                  <c:v>1035.4637904992289</c:v>
                </c:pt>
                <c:pt idx="3123">
                  <c:v>1035.3653207861996</c:v>
                </c:pt>
                <c:pt idx="3124">
                  <c:v>1035.2672399276121</c:v>
                </c:pt>
                <c:pt idx="3125">
                  <c:v>1035.169546264694</c:v>
                </c:pt>
                <c:pt idx="3126">
                  <c:v>1035.0722381465837</c:v>
                </c:pt>
                <c:pt idx="3127">
                  <c:v>1034.9753139302954</c:v>
                </c:pt>
                <c:pt idx="3128">
                  <c:v>1034.8787719806637</c:v>
                </c:pt>
                <c:pt idx="3129">
                  <c:v>1034.7826106703137</c:v>
                </c:pt>
                <c:pt idx="3130">
                  <c:v>1034.6868283796111</c:v>
                </c:pt>
                <c:pt idx="3131">
                  <c:v>1034.5914234966167</c:v>
                </c:pt>
                <c:pt idx="3132">
                  <c:v>1034.4963944170527</c:v>
                </c:pt>
                <c:pt idx="3133">
                  <c:v>1034.4017395442556</c:v>
                </c:pt>
                <c:pt idx="3134">
                  <c:v>1034.3074572891348</c:v>
                </c:pt>
                <c:pt idx="3135">
                  <c:v>1034.2135460701309</c:v>
                </c:pt>
                <c:pt idx="3136">
                  <c:v>1034.1200043131798</c:v>
                </c:pt>
                <c:pt idx="3137">
                  <c:v>1034.0268304516628</c:v>
                </c:pt>
                <c:pt idx="3138">
                  <c:v>1033.9340229263728</c:v>
                </c:pt>
                <c:pt idx="3139">
                  <c:v>1033.8415801854756</c:v>
                </c:pt>
                <c:pt idx="3140">
                  <c:v>1033.749500684462</c:v>
                </c:pt>
                <c:pt idx="3141">
                  <c:v>1033.6577828861143</c:v>
                </c:pt>
                <c:pt idx="3142">
                  <c:v>1033.5664252604631</c:v>
                </c:pt>
                <c:pt idx="3143">
                  <c:v>1033.4754262847521</c:v>
                </c:pt>
                <c:pt idx="3144">
                  <c:v>1033.3847844433992</c:v>
                </c:pt>
                <c:pt idx="3145">
                  <c:v>1033.2944982279425</c:v>
                </c:pt>
                <c:pt idx="3146">
                  <c:v>1033.2045661370312</c:v>
                </c:pt>
                <c:pt idx="3147">
                  <c:v>1033.1149866763592</c:v>
                </c:pt>
                <c:pt idx="3148">
                  <c:v>1033.0257583586415</c:v>
                </c:pt>
                <c:pt idx="3149">
                  <c:v>1032.9368797035747</c:v>
                </c:pt>
                <c:pt idx="3150">
                  <c:v>1032.8483492377939</c:v>
                </c:pt>
                <c:pt idx="3151">
                  <c:v>1032.7601654948417</c:v>
                </c:pt>
                <c:pt idx="3152">
                  <c:v>1032.6723270151267</c:v>
                </c:pt>
                <c:pt idx="3153">
                  <c:v>1032.5848323458904</c:v>
                </c:pt>
                <c:pt idx="3154">
                  <c:v>1032.4976800411675</c:v>
                </c:pt>
                <c:pt idx="3155">
                  <c:v>1032.410868661749</c:v>
                </c:pt>
                <c:pt idx="3156">
                  <c:v>1032.3243967751469</c:v>
                </c:pt>
                <c:pt idx="3157">
                  <c:v>1032.2382629555616</c:v>
                </c:pt>
                <c:pt idx="3158">
                  <c:v>1032.1524657838395</c:v>
                </c:pt>
                <c:pt idx="3159">
                  <c:v>1032.0670038474445</c:v>
                </c:pt>
                <c:pt idx="3160">
                  <c:v>1031.9818757404123</c:v>
                </c:pt>
                <c:pt idx="3161">
                  <c:v>1031.8970800633294</c:v>
                </c:pt>
                <c:pt idx="3162">
                  <c:v>1031.812615423288</c:v>
                </c:pt>
                <c:pt idx="3163">
                  <c:v>1031.7284804338499</c:v>
                </c:pt>
                <c:pt idx="3164">
                  <c:v>1031.6446737150241</c:v>
                </c:pt>
                <c:pt idx="3165">
                  <c:v>1031.5611938932186</c:v>
                </c:pt>
                <c:pt idx="3166">
                  <c:v>1031.4780396012125</c:v>
                </c:pt>
                <c:pt idx="3167">
                  <c:v>1031.3952094781246</c:v>
                </c:pt>
                <c:pt idx="3168">
                  <c:v>1031.3127021693738</c:v>
                </c:pt>
                <c:pt idx="3169">
                  <c:v>1031.2305163266503</c:v>
                </c:pt>
                <c:pt idx="3170">
                  <c:v>1031.1486506078832</c:v>
                </c:pt>
                <c:pt idx="3171">
                  <c:v>1031.0671036771976</c:v>
                </c:pt>
                <c:pt idx="3172">
                  <c:v>1030.9858742049005</c:v>
                </c:pt>
                <c:pt idx="3173">
                  <c:v>1030.9049608674266</c:v>
                </c:pt>
                <c:pt idx="3174">
                  <c:v>1030.8243623473215</c:v>
                </c:pt>
                <c:pt idx="3175">
                  <c:v>1030.7440773332009</c:v>
                </c:pt>
                <c:pt idx="3176">
                  <c:v>1030.6641045197271</c:v>
                </c:pt>
                <c:pt idx="3177">
                  <c:v>1030.5844426075653</c:v>
                </c:pt>
                <c:pt idx="3178">
                  <c:v>1030.5050903033623</c:v>
                </c:pt>
                <c:pt idx="3179">
                  <c:v>1030.4260463197102</c:v>
                </c:pt>
                <c:pt idx="3180">
                  <c:v>1030.3473093751163</c:v>
                </c:pt>
                <c:pt idx="3181">
                  <c:v>1030.2688781939696</c:v>
                </c:pt>
                <c:pt idx="3182">
                  <c:v>1030.1907515065186</c:v>
                </c:pt>
                <c:pt idx="3183">
                  <c:v>1030.1129280488224</c:v>
                </c:pt>
                <c:pt idx="3184">
                  <c:v>1030.0354065627437</c:v>
                </c:pt>
                <c:pt idx="3185">
                  <c:v>1029.9581857959015</c:v>
                </c:pt>
                <c:pt idx="3186">
                  <c:v>1029.8812645016435</c:v>
                </c:pt>
                <c:pt idx="3187">
                  <c:v>1029.804641439023</c:v>
                </c:pt>
                <c:pt idx="3188">
                  <c:v>1029.7283153727622</c:v>
                </c:pt>
                <c:pt idx="3189">
                  <c:v>1029.6522850732274</c:v>
                </c:pt>
                <c:pt idx="3190">
                  <c:v>1029.5765493163931</c:v>
                </c:pt>
                <c:pt idx="3191">
                  <c:v>1029.5011068838216</c:v>
                </c:pt>
                <c:pt idx="3192">
                  <c:v>1029.4259565626264</c:v>
                </c:pt>
                <c:pt idx="3193">
                  <c:v>1029.3510971454466</c:v>
                </c:pt>
                <c:pt idx="3194">
                  <c:v>1029.2765274304193</c:v>
                </c:pt>
                <c:pt idx="3195">
                  <c:v>1029.202246221146</c:v>
                </c:pt>
                <c:pt idx="3196">
                  <c:v>1029.1282523266711</c:v>
                </c:pt>
                <c:pt idx="3197">
                  <c:v>1029.0545445614493</c:v>
                </c:pt>
                <c:pt idx="3198">
                  <c:v>1028.9811217453157</c:v>
                </c:pt>
                <c:pt idx="3199">
                  <c:v>1028.9079827034648</c:v>
                </c:pt>
                <c:pt idx="3200">
                  <c:v>1028.8351262664166</c:v>
                </c:pt>
                <c:pt idx="3201">
                  <c:v>1028.762551269991</c:v>
                </c:pt>
                <c:pt idx="3202">
                  <c:v>1028.6902565552818</c:v>
                </c:pt>
                <c:pt idx="3203">
                  <c:v>1028.6182409686253</c:v>
                </c:pt>
                <c:pt idx="3204">
                  <c:v>1028.5465033615797</c:v>
                </c:pt>
                <c:pt idx="3205">
                  <c:v>1028.4750425908917</c:v>
                </c:pt>
                <c:pt idx="3206">
                  <c:v>1028.4038575184745</c:v>
                </c:pt>
                <c:pt idx="3207">
                  <c:v>1028.3329470113802</c:v>
                </c:pt>
                <c:pt idx="3208">
                  <c:v>1028.262309941769</c:v>
                </c:pt>
                <c:pt idx="3209">
                  <c:v>1028.1919451868896</c:v>
                </c:pt>
                <c:pt idx="3210">
                  <c:v>1028.1218516290505</c:v>
                </c:pt>
                <c:pt idx="3211">
                  <c:v>1028.0520281555901</c:v>
                </c:pt>
                <c:pt idx="3212">
                  <c:v>1027.9824736588573</c:v>
                </c:pt>
                <c:pt idx="3213">
                  <c:v>1027.9131870361839</c:v>
                </c:pt>
                <c:pt idx="3214">
                  <c:v>1027.8441671898547</c:v>
                </c:pt>
                <c:pt idx="3215">
                  <c:v>1027.7754130270878</c:v>
                </c:pt>
                <c:pt idx="3216">
                  <c:v>1027.7069234600053</c:v>
                </c:pt>
                <c:pt idx="3217">
                  <c:v>1027.638697405614</c:v>
                </c:pt>
                <c:pt idx="3218">
                  <c:v>1027.5707337857732</c:v>
                </c:pt>
                <c:pt idx="3219">
                  <c:v>1027.5030315271722</c:v>
                </c:pt>
                <c:pt idx="3220">
                  <c:v>1027.435589561313</c:v>
                </c:pt>
                <c:pt idx="3221">
                  <c:v>1027.3684068244715</c:v>
                </c:pt>
                <c:pt idx="3222">
                  <c:v>1027.3014822576899</c:v>
                </c:pt>
                <c:pt idx="3223">
                  <c:v>1027.2348148067367</c:v>
                </c:pt>
                <c:pt idx="3224">
                  <c:v>1027.1684034220948</c:v>
                </c:pt>
                <c:pt idx="3225">
                  <c:v>1027.1022470589296</c:v>
                </c:pt>
                <c:pt idx="3226">
                  <c:v>1027.0363446770716</c:v>
                </c:pt>
                <c:pt idx="3227">
                  <c:v>1026.9706952409852</c:v>
                </c:pt>
                <c:pt idx="3228">
                  <c:v>1026.9052977197568</c:v>
                </c:pt>
                <c:pt idx="3229">
                  <c:v>1026.8401510870583</c:v>
                </c:pt>
                <c:pt idx="3230">
                  <c:v>1026.775254321132</c:v>
                </c:pt>
                <c:pt idx="3231">
                  <c:v>1026.7106064047623</c:v>
                </c:pt>
                <c:pt idx="3232">
                  <c:v>1026.6462063252629</c:v>
                </c:pt>
                <c:pt idx="3233">
                  <c:v>1026.582053074439</c:v>
                </c:pt>
                <c:pt idx="3234">
                  <c:v>1026.5181456485809</c:v>
                </c:pt>
                <c:pt idx="3235">
                  <c:v>1026.454483048426</c:v>
                </c:pt>
                <c:pt idx="3236">
                  <c:v>1026.3910642791495</c:v>
                </c:pt>
                <c:pt idx="3237">
                  <c:v>1026.3278883503315</c:v>
                </c:pt>
                <c:pt idx="3238">
                  <c:v>1026.2649542759407</c:v>
                </c:pt>
                <c:pt idx="3239">
                  <c:v>1026.2022610743152</c:v>
                </c:pt>
                <c:pt idx="3240">
                  <c:v>1026.1398077681301</c:v>
                </c:pt>
                <c:pt idx="3241">
                  <c:v>1026.0775933843904</c:v>
                </c:pt>
                <c:pt idx="3242">
                  <c:v>1026.0156169543957</c:v>
                </c:pt>
                <c:pt idx="3243">
                  <c:v>1025.9538775137239</c:v>
                </c:pt>
                <c:pt idx="3244">
                  <c:v>1025.8923741022145</c:v>
                </c:pt>
                <c:pt idx="3245">
                  <c:v>1025.8311057639394</c:v>
                </c:pt>
                <c:pt idx="3246">
                  <c:v>1025.7700715471872</c:v>
                </c:pt>
                <c:pt idx="3247">
                  <c:v>1025.7092705044408</c:v>
                </c:pt>
                <c:pt idx="3248">
                  <c:v>1025.6487016923559</c:v>
                </c:pt>
                <c:pt idx="3249">
                  <c:v>1025.5883641717392</c:v>
                </c:pt>
                <c:pt idx="3250">
                  <c:v>1025.5282570075299</c:v>
                </c:pt>
                <c:pt idx="3251">
                  <c:v>1025.4683792687786</c:v>
                </c:pt>
                <c:pt idx="3252">
                  <c:v>1025.4087300286267</c:v>
                </c:pt>
                <c:pt idx="3253">
                  <c:v>1025.3493083642852</c:v>
                </c:pt>
                <c:pt idx="3254">
                  <c:v>1025.2901133570163</c:v>
                </c:pt>
                <c:pt idx="3255">
                  <c:v>1025.2311440921128</c:v>
                </c:pt>
                <c:pt idx="3256">
                  <c:v>1025.1723996588757</c:v>
                </c:pt>
                <c:pt idx="3257">
                  <c:v>1025.1138791505987</c:v>
                </c:pt>
                <c:pt idx="3258">
                  <c:v>1025.0555816645422</c:v>
                </c:pt>
                <c:pt idx="3259">
                  <c:v>1024.9975063019242</c:v>
                </c:pt>
                <c:pt idx="3260">
                  <c:v>1024.9396521678859</c:v>
                </c:pt>
                <c:pt idx="3261">
                  <c:v>1024.8820183714881</c:v>
                </c:pt>
                <c:pt idx="3262">
                  <c:v>1024.8246040256806</c:v>
                </c:pt>
                <c:pt idx="3263">
                  <c:v>1024.7674082472872</c:v>
                </c:pt>
                <c:pt idx="3264">
                  <c:v>1024.7104301569889</c:v>
                </c:pt>
                <c:pt idx="3265">
                  <c:v>1024.653668879298</c:v>
                </c:pt>
                <c:pt idx="3266">
                  <c:v>1024.5971235425477</c:v>
                </c:pt>
                <c:pt idx="3267">
                  <c:v>1024.5407932788651</c:v>
                </c:pt>
                <c:pt idx="3268">
                  <c:v>1024.4846772241606</c:v>
                </c:pt>
                <c:pt idx="3269">
                  <c:v>1024.4287745181066</c:v>
                </c:pt>
                <c:pt idx="3270">
                  <c:v>1024.3730843041121</c:v>
                </c:pt>
                <c:pt idx="3271">
                  <c:v>1024.3176057293144</c:v>
                </c:pt>
                <c:pt idx="3272">
                  <c:v>1024.2623379445563</c:v>
                </c:pt>
                <c:pt idx="3273">
                  <c:v>1024.2072801043687</c:v>
                </c:pt>
                <c:pt idx="3274">
                  <c:v>1024.1524313669518</c:v>
                </c:pt>
                <c:pt idx="3275">
                  <c:v>1024.0977908941575</c:v>
                </c:pt>
                <c:pt idx="3276">
                  <c:v>1024.0433578514733</c:v>
                </c:pt>
                <c:pt idx="3277">
                  <c:v>1023.9891314079998</c:v>
                </c:pt>
                <c:pt idx="3278">
                  <c:v>1023.9351107364404</c:v>
                </c:pt>
                <c:pt idx="3279">
                  <c:v>1023.8812950130776</c:v>
                </c:pt>
                <c:pt idx="3280">
                  <c:v>1023.8276834177587</c:v>
                </c:pt>
                <c:pt idx="3281">
                  <c:v>1023.7742751338779</c:v>
                </c:pt>
                <c:pt idx="3282">
                  <c:v>1023.7210693483568</c:v>
                </c:pt>
                <c:pt idx="3283">
                  <c:v>1023.6680652516309</c:v>
                </c:pt>
                <c:pt idx="3284">
                  <c:v>1023.6152620376301</c:v>
                </c:pt>
                <c:pt idx="3285">
                  <c:v>1023.562658903766</c:v>
                </c:pt>
                <c:pt idx="3286">
                  <c:v>1023.5102550509054</c:v>
                </c:pt>
                <c:pt idx="3287">
                  <c:v>1023.4580496833656</c:v>
                </c:pt>
                <c:pt idx="3288">
                  <c:v>1023.4060420088879</c:v>
                </c:pt>
                <c:pt idx="3289">
                  <c:v>1023.3542312386278</c:v>
                </c:pt>
                <c:pt idx="3290">
                  <c:v>1023.3026165871357</c:v>
                </c:pt>
                <c:pt idx="3291">
                  <c:v>1023.2511972723395</c:v>
                </c:pt>
                <c:pt idx="3292">
                  <c:v>1023.1999725155299</c:v>
                </c:pt>
                <c:pt idx="3293">
                  <c:v>1023.1489415413431</c:v>
                </c:pt>
                <c:pt idx="3294">
                  <c:v>1023.0981035777485</c:v>
                </c:pt>
                <c:pt idx="3295">
                  <c:v>1023.047457856027</c:v>
                </c:pt>
                <c:pt idx="3296">
                  <c:v>1022.9970036107568</c:v>
                </c:pt>
                <c:pt idx="3297">
                  <c:v>1022.9467400798015</c:v>
                </c:pt>
                <c:pt idx="3298">
                  <c:v>1022.8966665042892</c:v>
                </c:pt>
                <c:pt idx="3299">
                  <c:v>1022.8467821286008</c:v>
                </c:pt>
                <c:pt idx="3300">
                  <c:v>1022.7970862003485</c:v>
                </c:pt>
                <c:pt idx="3301">
                  <c:v>1022.7475779703713</c:v>
                </c:pt>
                <c:pt idx="3302">
                  <c:v>1022.6982566927038</c:v>
                </c:pt>
                <c:pt idx="3303">
                  <c:v>1022.6491216245787</c:v>
                </c:pt>
                <c:pt idx="3304">
                  <c:v>1022.6001720263986</c:v>
                </c:pt>
                <c:pt idx="3305">
                  <c:v>1022.5514071617225</c:v>
                </c:pt>
                <c:pt idx="3306">
                  <c:v>1022.5028262972594</c:v>
                </c:pt>
                <c:pt idx="3307">
                  <c:v>1022.4544287028402</c:v>
                </c:pt>
                <c:pt idx="3308">
                  <c:v>1022.4062136514148</c:v>
                </c:pt>
                <c:pt idx="3309">
                  <c:v>1022.3581804190288</c:v>
                </c:pt>
                <c:pt idx="3310">
                  <c:v>1022.3103282848156</c:v>
                </c:pt>
                <c:pt idx="3311">
                  <c:v>1022.2626565309745</c:v>
                </c:pt>
                <c:pt idx="3312">
                  <c:v>1022.2151644427655</c:v>
                </c:pt>
                <c:pt idx="3313">
                  <c:v>1022.1678513084803</c:v>
                </c:pt>
                <c:pt idx="3314">
                  <c:v>1022.1207164194461</c:v>
                </c:pt>
                <c:pt idx="3315">
                  <c:v>1022.0737590699953</c:v>
                </c:pt>
                <c:pt idx="3316">
                  <c:v>1022.0269785574607</c:v>
                </c:pt>
                <c:pt idx="3317">
                  <c:v>1021.9803741821581</c:v>
                </c:pt>
                <c:pt idx="3318">
                  <c:v>1021.9339452473756</c:v>
                </c:pt>
                <c:pt idx="3319">
                  <c:v>1021.8876910593506</c:v>
                </c:pt>
                <c:pt idx="3320">
                  <c:v>1021.8416109272646</c:v>
                </c:pt>
                <c:pt idx="3321">
                  <c:v>1021.7957041632303</c:v>
                </c:pt>
                <c:pt idx="3322">
                  <c:v>1021.7499700822682</c:v>
                </c:pt>
                <c:pt idx="3323">
                  <c:v>1021.7044080022993</c:v>
                </c:pt>
                <c:pt idx="3324">
                  <c:v>1021.6590172441377</c:v>
                </c:pt>
                <c:pt idx="3325">
                  <c:v>1021.6137971314606</c:v>
                </c:pt>
                <c:pt idx="3326">
                  <c:v>1021.5687469908121</c:v>
                </c:pt>
                <c:pt idx="3327">
                  <c:v>1021.5238661515759</c:v>
                </c:pt>
                <c:pt idx="3328">
                  <c:v>1021.4791539459728</c:v>
                </c:pt>
                <c:pt idx="3329">
                  <c:v>1021.4346097090429</c:v>
                </c:pt>
                <c:pt idx="3330">
                  <c:v>1021.3902327786267</c:v>
                </c:pt>
                <c:pt idx="3331">
                  <c:v>1021.3460224953621</c:v>
                </c:pt>
                <c:pt idx="3332">
                  <c:v>1021.3019782026678</c:v>
                </c:pt>
                <c:pt idx="3333">
                  <c:v>1021.2580992467247</c:v>
                </c:pt>
                <c:pt idx="3334">
                  <c:v>1021.2143849764701</c:v>
                </c:pt>
                <c:pt idx="3335">
                  <c:v>1021.1708347435809</c:v>
                </c:pt>
                <c:pt idx="3336">
                  <c:v>1021.1274479024644</c:v>
                </c:pt>
                <c:pt idx="3337">
                  <c:v>1021.0842238102421</c:v>
                </c:pt>
                <c:pt idx="3338">
                  <c:v>1021.0411618267366</c:v>
                </c:pt>
                <c:pt idx="3339">
                  <c:v>1020.9982613144605</c:v>
                </c:pt>
                <c:pt idx="3340">
                  <c:v>1020.9555216386078</c:v>
                </c:pt>
                <c:pt idx="3341">
                  <c:v>1020.9129421670337</c:v>
                </c:pt>
                <c:pt idx="3342">
                  <c:v>1020.8705222702463</c:v>
                </c:pt>
                <c:pt idx="3343">
                  <c:v>1020.8282613213976</c:v>
                </c:pt>
                <c:pt idx="3344">
                  <c:v>1020.7861586962648</c:v>
                </c:pt>
                <c:pt idx="3345">
                  <c:v>1020.7442137732405</c:v>
                </c:pt>
                <c:pt idx="3346">
                  <c:v>1020.7024259333208</c:v>
                </c:pt>
                <c:pt idx="3347">
                  <c:v>1020.6607945600988</c:v>
                </c:pt>
                <c:pt idx="3348">
                  <c:v>1020.619319039739</c:v>
                </c:pt>
                <c:pt idx="3349">
                  <c:v>1020.577998760982</c:v>
                </c:pt>
                <c:pt idx="3350">
                  <c:v>1020.5368331151165</c:v>
                </c:pt>
                <c:pt idx="3351">
                  <c:v>1020.4958214959829</c:v>
                </c:pt>
                <c:pt idx="3352">
                  <c:v>1020.4549632999494</c:v>
                </c:pt>
                <c:pt idx="3353">
                  <c:v>1020.4142579259021</c:v>
                </c:pt>
                <c:pt idx="3354">
                  <c:v>1020.3737047752422</c:v>
                </c:pt>
                <c:pt idx="3355">
                  <c:v>1020.3333032518683</c:v>
                </c:pt>
                <c:pt idx="3356">
                  <c:v>1020.2930527621605</c:v>
                </c:pt>
                <c:pt idx="3357">
                  <c:v>1020.252952714973</c:v>
                </c:pt>
                <c:pt idx="3358">
                  <c:v>1020.2130025216305</c:v>
                </c:pt>
                <c:pt idx="3359">
                  <c:v>1020.1732015958995</c:v>
                </c:pt>
                <c:pt idx="3360">
                  <c:v>1020.1335493539968</c:v>
                </c:pt>
                <c:pt idx="3361">
                  <c:v>1020.0940452145609</c:v>
                </c:pt>
                <c:pt idx="3362">
                  <c:v>1020.0546885986532</c:v>
                </c:pt>
                <c:pt idx="3363">
                  <c:v>1020.0154789297396</c:v>
                </c:pt>
                <c:pt idx="3364">
                  <c:v>1019.9764156336834</c:v>
                </c:pt>
                <c:pt idx="3365">
                  <c:v>1019.9374981387336</c:v>
                </c:pt>
                <c:pt idx="3366">
                  <c:v>1019.898725875512</c:v>
                </c:pt>
                <c:pt idx="3367">
                  <c:v>1019.8600982770042</c:v>
                </c:pt>
                <c:pt idx="3368">
                  <c:v>1019.8216147785483</c:v>
                </c:pt>
                <c:pt idx="3369">
                  <c:v>1019.7832748178246</c:v>
                </c:pt>
                <c:pt idx="3370">
                  <c:v>1019.7450778348419</c:v>
                </c:pt>
                <c:pt idx="3371">
                  <c:v>1019.7070232719368</c:v>
                </c:pt>
                <c:pt idx="3372">
                  <c:v>1019.6691105737457</c:v>
                </c:pt>
                <c:pt idx="3373">
                  <c:v>1019.6313391872133</c:v>
                </c:pt>
                <c:pt idx="3374">
                  <c:v>1019.5937085615691</c:v>
                </c:pt>
                <c:pt idx="3375">
                  <c:v>1019.5562181483182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75-443A-B277-A7E168006C5F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CO2_Zone_3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Sheet2!$D$2:$D$3377</c:f>
              <c:numCache>
                <c:formatCode>General</c:formatCode>
                <c:ptCount val="3376"/>
                <c:pt idx="0">
                  <c:v>300</c:v>
                </c:pt>
                <c:pt idx="1">
                  <c:v>303.82949242456868</c:v>
                </c:pt>
                <c:pt idx="2">
                  <c:v>307.62773403639943</c:v>
                </c:pt>
                <c:pt idx="3">
                  <c:v>311.39504472449306</c:v>
                </c:pt>
                <c:pt idx="4">
                  <c:v>315.13171953177817</c:v>
                </c:pt>
                <c:pt idx="5">
                  <c:v>318.83803734177127</c:v>
                </c:pt>
                <c:pt idx="6">
                  <c:v>322.51426604479531</c:v>
                </c:pt>
                <c:pt idx="7">
                  <c:v>326.16066567130815</c:v>
                </c:pt>
                <c:pt idx="8">
                  <c:v>329.77749033085712</c:v>
                </c:pt>
                <c:pt idx="9">
                  <c:v>333.36498943956155</c:v>
                </c:pt>
                <c:pt idx="10">
                  <c:v>336.92340851726647</c:v>
                </c:pt>
                <c:pt idx="11">
                  <c:v>340.45298971987154</c:v>
                </c:pt>
                <c:pt idx="12">
                  <c:v>343.95397220544328</c:v>
                </c:pt>
                <c:pt idx="13">
                  <c:v>347.42659239383272</c:v>
                </c:pt>
                <c:pt idx="14">
                  <c:v>350.87108415658656</c:v>
                </c:pt>
                <c:pt idx="15">
                  <c:v>354.28767896003649</c:v>
                </c:pt>
                <c:pt idx="16">
                  <c:v>357.67660597631334</c:v>
                </c:pt>
                <c:pt idx="17">
                  <c:v>361.03809217180492</c:v>
                </c:pt>
                <c:pt idx="18">
                  <c:v>364.37236237937731</c:v>
                </c:pt>
                <c:pt idx="19">
                  <c:v>367.67963935869301</c:v>
                </c:pt>
                <c:pt idx="20">
                  <c:v>370.96014384761099</c:v>
                </c:pt>
                <c:pt idx="21">
                  <c:v>374.21409460675522</c:v>
                </c:pt>
                <c:pt idx="22">
                  <c:v>377.44170845877079</c:v>
                </c:pt>
                <c:pt idx="23">
                  <c:v>380.64320032342215</c:v>
                </c:pt>
                <c:pt idx="24">
                  <c:v>383.81878324931648</c:v>
                </c:pt>
                <c:pt idx="25">
                  <c:v>386.96866844292379</c:v>
                </c:pt>
                <c:pt idx="26">
                  <c:v>390.09306529534433</c:v>
                </c:pt>
                <c:pt idx="27">
                  <c:v>393.25684380270928</c:v>
                </c:pt>
                <c:pt idx="28">
                  <c:v>396.40764599850291</c:v>
                </c:pt>
                <c:pt idx="29">
                  <c:v>399.54547632910356</c:v>
                </c:pt>
                <c:pt idx="30">
                  <c:v>402.67033995036195</c:v>
                </c:pt>
                <c:pt idx="31">
                  <c:v>405.78224272139596</c:v>
                </c:pt>
                <c:pt idx="32">
                  <c:v>408.88119119785591</c:v>
                </c:pt>
                <c:pt idx="33">
                  <c:v>411.96719262461539</c:v>
                </c:pt>
                <c:pt idx="34">
                  <c:v>415.04025492815981</c:v>
                </c:pt>
                <c:pt idx="35">
                  <c:v>418.10038670856699</c:v>
                </c:pt>
                <c:pt idx="36">
                  <c:v>421.14759723124871</c:v>
                </c:pt>
                <c:pt idx="37">
                  <c:v>424.18189641844521</c:v>
                </c:pt>
                <c:pt idx="38">
                  <c:v>427.2032948406025</c:v>
                </c:pt>
                <c:pt idx="39">
                  <c:v>430.21180370750307</c:v>
                </c:pt>
                <c:pt idx="40">
                  <c:v>433.20743485940176</c:v>
                </c:pt>
                <c:pt idx="41">
                  <c:v>436.19020075799239</c:v>
                </c:pt>
                <c:pt idx="42">
                  <c:v>439.16011447734411</c:v>
                </c:pt>
                <c:pt idx="43">
                  <c:v>442.11718969480523</c:v>
                </c:pt>
                <c:pt idx="44">
                  <c:v>445.06144068185375</c:v>
                </c:pt>
                <c:pt idx="45">
                  <c:v>447.99288229497716</c:v>
                </c:pt>
                <c:pt idx="46">
                  <c:v>450.91152996651329</c:v>
                </c:pt>
                <c:pt idx="47">
                  <c:v>453.81739969553428</c:v>
                </c:pt>
                <c:pt idx="48">
                  <c:v>456.71050803873601</c:v>
                </c:pt>
                <c:pt idx="49">
                  <c:v>459.59113326851246</c:v>
                </c:pt>
                <c:pt idx="50">
                  <c:v>462.45933978572447</c:v>
                </c:pt>
                <c:pt idx="51">
                  <c:v>465.31519133780324</c:v>
                </c:pt>
                <c:pt idx="52">
                  <c:v>468.15875102919517</c:v>
                </c:pt>
                <c:pt idx="53">
                  <c:v>470.99008133160095</c:v>
                </c:pt>
                <c:pt idx="54">
                  <c:v>473.80924409403815</c:v>
                </c:pt>
                <c:pt idx="55">
                  <c:v>476.61630055271115</c:v>
                </c:pt>
                <c:pt idx="56">
                  <c:v>479.41131134064921</c:v>
                </c:pt>
                <c:pt idx="57">
                  <c:v>482.19433649723476</c:v>
                </c:pt>
                <c:pt idx="58">
                  <c:v>484.96543547749553</c:v>
                </c:pt>
                <c:pt idx="59">
                  <c:v>487.72466716128383</c:v>
                </c:pt>
                <c:pt idx="60">
                  <c:v>490.47208986223097</c:v>
                </c:pt>
                <c:pt idx="61">
                  <c:v>493.2077613366252</c:v>
                </c:pt>
                <c:pt idx="62">
                  <c:v>495.93173879202908</c:v>
                </c:pt>
                <c:pt idx="63">
                  <c:v>498.6440788958235</c:v>
                </c:pt>
                <c:pt idx="64">
                  <c:v>501.34483778359112</c:v>
                </c:pt>
                <c:pt idx="65">
                  <c:v>504.0340710673392</c:v>
                </c:pt>
                <c:pt idx="66">
                  <c:v>506.71183384358648</c:v>
                </c:pt>
                <c:pt idx="67">
                  <c:v>509.37818070130135</c:v>
                </c:pt>
                <c:pt idx="68">
                  <c:v>512.03316572974745</c:v>
                </c:pt>
                <c:pt idx="69">
                  <c:v>514.67684252614083</c:v>
                </c:pt>
                <c:pt idx="70">
                  <c:v>517.30926420323647</c:v>
                </c:pt>
                <c:pt idx="71">
                  <c:v>519.93048445154227</c:v>
                </c:pt>
                <c:pt idx="72">
                  <c:v>522.5405566721746</c:v>
                </c:pt>
                <c:pt idx="73">
                  <c:v>525.13953397778437</c:v>
                </c:pt>
                <c:pt idx="74">
                  <c:v>527.72746919349242</c:v>
                </c:pt>
                <c:pt idx="75">
                  <c:v>530.30441485787208</c:v>
                </c:pt>
                <c:pt idx="76">
                  <c:v>532.87042322391562</c:v>
                </c:pt>
                <c:pt idx="77">
                  <c:v>535.42554626004267</c:v>
                </c:pt>
                <c:pt idx="78">
                  <c:v>537.96983565106871</c:v>
                </c:pt>
                <c:pt idx="79">
                  <c:v>540.50334279924868</c:v>
                </c:pt>
                <c:pt idx="80">
                  <c:v>543.02611882524968</c:v>
                </c:pt>
                <c:pt idx="81">
                  <c:v>545.53821456922833</c:v>
                </c:pt>
                <c:pt idx="82">
                  <c:v>548.03968059181352</c:v>
                </c:pt>
                <c:pt idx="83">
                  <c:v>550.53056717521031</c:v>
                </c:pt>
                <c:pt idx="84">
                  <c:v>553.01092432422195</c:v>
                </c:pt>
                <c:pt idx="85">
                  <c:v>555.48080176733936</c:v>
                </c:pt>
                <c:pt idx="86">
                  <c:v>557.94024895779285</c:v>
                </c:pt>
                <c:pt idx="87">
                  <c:v>560.38931507468249</c:v>
                </c:pt>
                <c:pt idx="88">
                  <c:v>562.82804902403609</c:v>
                </c:pt>
                <c:pt idx="89">
                  <c:v>565.25649943992869</c:v>
                </c:pt>
                <c:pt idx="90">
                  <c:v>567.67471468561018</c:v>
                </c:pt>
                <c:pt idx="91">
                  <c:v>570.08274285459925</c:v>
                </c:pt>
                <c:pt idx="92">
                  <c:v>572.48063177187692</c:v>
                </c:pt>
                <c:pt idx="93">
                  <c:v>574.86842899919247</c:v>
                </c:pt>
                <c:pt idx="94">
                  <c:v>577.24618183702682</c:v>
                </c:pt>
                <c:pt idx="95">
                  <c:v>579.61393732629142</c:v>
                </c:pt>
                <c:pt idx="96">
                  <c:v>581.97174225022934</c:v>
                </c:pt>
                <c:pt idx="97">
                  <c:v>584.31964313612229</c:v>
                </c:pt>
                <c:pt idx="98">
                  <c:v>586.65768625707767</c:v>
                </c:pt>
                <c:pt idx="99">
                  <c:v>588.98591763377226</c:v>
                </c:pt>
                <c:pt idx="100">
                  <c:v>591.3043830361371</c:v>
                </c:pt>
                <c:pt idx="101">
                  <c:v>593.61312798506481</c:v>
                </c:pt>
                <c:pt idx="102">
                  <c:v>595.91219775409627</c:v>
                </c:pt>
                <c:pt idx="103">
                  <c:v>598.20163737105065</c:v>
                </c:pt>
                <c:pt idx="104">
                  <c:v>600.48149161969627</c:v>
                </c:pt>
                <c:pt idx="105">
                  <c:v>602.75180504134244</c:v>
                </c:pt>
                <c:pt idx="106">
                  <c:v>605.01262193644232</c:v>
                </c:pt>
                <c:pt idx="107">
                  <c:v>607.26398636619774</c:v>
                </c:pt>
                <c:pt idx="108">
                  <c:v>609.50594215411195</c:v>
                </c:pt>
                <c:pt idx="109">
                  <c:v>611.73853288751809</c:v>
                </c:pt>
                <c:pt idx="110">
                  <c:v>613.96180191914584</c:v>
                </c:pt>
                <c:pt idx="111">
                  <c:v>616.17579236862935</c:v>
                </c:pt>
                <c:pt idx="112">
                  <c:v>618.38054712400265</c:v>
                </c:pt>
                <c:pt idx="113">
                  <c:v>620.57610884319627</c:v>
                </c:pt>
                <c:pt idx="114">
                  <c:v>622.76251995547227</c:v>
                </c:pt>
                <c:pt idx="115">
                  <c:v>624.93982266295995</c:v>
                </c:pt>
                <c:pt idx="116">
                  <c:v>627.10805894204907</c:v>
                </c:pt>
                <c:pt idx="117">
                  <c:v>629.26727054489061</c:v>
                </c:pt>
                <c:pt idx="118">
                  <c:v>631.41749900081675</c:v>
                </c:pt>
                <c:pt idx="119">
                  <c:v>633.55878561776194</c:v>
                </c:pt>
                <c:pt idx="120">
                  <c:v>635.69117148367491</c:v>
                </c:pt>
                <c:pt idx="121">
                  <c:v>637.81469746792698</c:v>
                </c:pt>
                <c:pt idx="122">
                  <c:v>639.92940422273045</c:v>
                </c:pt>
                <c:pt idx="123">
                  <c:v>642.03533218445762</c:v>
                </c:pt>
                <c:pt idx="124">
                  <c:v>644.13252157509135</c:v>
                </c:pt>
                <c:pt idx="125">
                  <c:v>646.22101240351185</c:v>
                </c:pt>
                <c:pt idx="126">
                  <c:v>648.3008444668734</c:v>
                </c:pt>
                <c:pt idx="127">
                  <c:v>650.37205735198609</c:v>
                </c:pt>
                <c:pt idx="128">
                  <c:v>652.43469043654534</c:v>
                </c:pt>
                <c:pt idx="129">
                  <c:v>654.48878289056688</c:v>
                </c:pt>
                <c:pt idx="130">
                  <c:v>656.53437367758079</c:v>
                </c:pt>
                <c:pt idx="131">
                  <c:v>658.57150155602449</c:v>
                </c:pt>
                <c:pt idx="132">
                  <c:v>660.60020508045102</c:v>
                </c:pt>
                <c:pt idx="133">
                  <c:v>662.62052260286748</c:v>
                </c:pt>
                <c:pt idx="134">
                  <c:v>664.63249227397512</c:v>
                </c:pt>
                <c:pt idx="135">
                  <c:v>666.63615204442829</c:v>
                </c:pt>
                <c:pt idx="136">
                  <c:v>668.63153966605728</c:v>
                </c:pt>
                <c:pt idx="137">
                  <c:v>670.6186926931673</c:v>
                </c:pt>
                <c:pt idx="138">
                  <c:v>672.59764848371231</c:v>
                </c:pt>
                <c:pt idx="139">
                  <c:v>674.56844420053494</c:v>
                </c:pt>
                <c:pt idx="140">
                  <c:v>676.53111681257303</c:v>
                </c:pt>
                <c:pt idx="141">
                  <c:v>678.48570309608419</c:v>
                </c:pt>
                <c:pt idx="142">
                  <c:v>680.4322396357685</c:v>
                </c:pt>
                <c:pt idx="143">
                  <c:v>682.37076282605346</c:v>
                </c:pt>
                <c:pt idx="144">
                  <c:v>684.30130887217592</c:v>
                </c:pt>
                <c:pt idx="145">
                  <c:v>686.22391379142084</c:v>
                </c:pt>
                <c:pt idx="146">
                  <c:v>688.13861341418954</c:v>
                </c:pt>
                <c:pt idx="147">
                  <c:v>690.04544338526341</c:v>
                </c:pt>
                <c:pt idx="148">
                  <c:v>691.94443916483624</c:v>
                </c:pt>
                <c:pt idx="149">
                  <c:v>693.83563602969593</c:v>
                </c:pt>
                <c:pt idx="150">
                  <c:v>695.71906907436528</c:v>
                </c:pt>
                <c:pt idx="151">
                  <c:v>697.59477321217582</c:v>
                </c:pt>
                <c:pt idx="152">
                  <c:v>699.4627831763936</c:v>
                </c:pt>
                <c:pt idx="153">
                  <c:v>701.3231335212937</c:v>
                </c:pt>
                <c:pt idx="154">
                  <c:v>703.17585862332533</c:v>
                </c:pt>
                <c:pt idx="155">
                  <c:v>705.02099268209281</c:v>
                </c:pt>
                <c:pt idx="156">
                  <c:v>706.85856972149293</c:v>
                </c:pt>
                <c:pt idx="157">
                  <c:v>708.68862359076559</c:v>
                </c:pt>
                <c:pt idx="158">
                  <c:v>710.51118796555977</c:v>
                </c:pt>
                <c:pt idx="159">
                  <c:v>712.3262963489708</c:v>
                </c:pt>
                <c:pt idx="160">
                  <c:v>714.13398207258751</c:v>
                </c:pt>
                <c:pt idx="161">
                  <c:v>715.93427829753784</c:v>
                </c:pt>
                <c:pt idx="162">
                  <c:v>717.72721801551734</c:v>
                </c:pt>
                <c:pt idx="163">
                  <c:v>719.51283404980393</c:v>
                </c:pt>
                <c:pt idx="164">
                  <c:v>721.29115905625213</c:v>
                </c:pt>
                <c:pt idx="165">
                  <c:v>723.06222552435133</c:v>
                </c:pt>
                <c:pt idx="166">
                  <c:v>724.8260657781625</c:v>
                </c:pt>
                <c:pt idx="167">
                  <c:v>726.58271197736633</c:v>
                </c:pt>
                <c:pt idx="168">
                  <c:v>728.33219611820596</c:v>
                </c:pt>
                <c:pt idx="169">
                  <c:v>730.07455003450059</c:v>
                </c:pt>
                <c:pt idx="170">
                  <c:v>731.80980539857592</c:v>
                </c:pt>
                <c:pt idx="171">
                  <c:v>733.53799372228173</c:v>
                </c:pt>
                <c:pt idx="172">
                  <c:v>735.25914635788251</c:v>
                </c:pt>
                <c:pt idx="173">
                  <c:v>736.97329449908023</c:v>
                </c:pt>
                <c:pt idx="174">
                  <c:v>738.68046918189293</c:v>
                </c:pt>
                <c:pt idx="175">
                  <c:v>740.38070128564823</c:v>
                </c:pt>
                <c:pt idx="176">
                  <c:v>742.07402153385431</c:v>
                </c:pt>
                <c:pt idx="177">
                  <c:v>743.76046049519539</c:v>
                </c:pt>
                <c:pt idx="178">
                  <c:v>745.44004858438132</c:v>
                </c:pt>
                <c:pt idx="179">
                  <c:v>747.11281606312548</c:v>
                </c:pt>
                <c:pt idx="180">
                  <c:v>748.77879304095586</c:v>
                </c:pt>
                <c:pt idx="181">
                  <c:v>750.43800947622981</c:v>
                </c:pt>
                <c:pt idx="182">
                  <c:v>752.09049517692347</c:v>
                </c:pt>
                <c:pt idx="183">
                  <c:v>753.73627980159881</c:v>
                </c:pt>
                <c:pt idx="184">
                  <c:v>755.37539286021695</c:v>
                </c:pt>
                <c:pt idx="185">
                  <c:v>757.00786371504887</c:v>
                </c:pt>
                <c:pt idx="186">
                  <c:v>758.63372158155551</c:v>
                </c:pt>
                <c:pt idx="187">
                  <c:v>760.25299552919216</c:v>
                </c:pt>
                <c:pt idx="188">
                  <c:v>761.86571448234668</c:v>
                </c:pt>
                <c:pt idx="189">
                  <c:v>763.47190722110679</c:v>
                </c:pt>
                <c:pt idx="190">
                  <c:v>765.07160238217068</c:v>
                </c:pt>
                <c:pt idx="191">
                  <c:v>766.66482845963003</c:v>
                </c:pt>
                <c:pt idx="192">
                  <c:v>768.25161380584393</c:v>
                </c:pt>
                <c:pt idx="193">
                  <c:v>769.83198663225767</c:v>
                </c:pt>
                <c:pt idx="194">
                  <c:v>771.40597501021182</c:v>
                </c:pt>
                <c:pt idx="195">
                  <c:v>772.97360687172863</c:v>
                </c:pt>
                <c:pt idx="196">
                  <c:v>774.53491001041277</c:v>
                </c:pt>
                <c:pt idx="197">
                  <c:v>776.08991208215934</c:v>
                </c:pt>
                <c:pt idx="198">
                  <c:v>777.63864060600724</c:v>
                </c:pt>
                <c:pt idx="199">
                  <c:v>779.18112296489915</c:v>
                </c:pt>
                <c:pt idx="200">
                  <c:v>780.71738640651506</c:v>
                </c:pt>
                <c:pt idx="201">
                  <c:v>782.24745804401095</c:v>
                </c:pt>
                <c:pt idx="202">
                  <c:v>783.77136485679796</c:v>
                </c:pt>
                <c:pt idx="203">
                  <c:v>785.28913369135205</c:v>
                </c:pt>
                <c:pt idx="204">
                  <c:v>786.80079126195506</c:v>
                </c:pt>
                <c:pt idx="205">
                  <c:v>788.30636415143829</c:v>
                </c:pt>
                <c:pt idx="206">
                  <c:v>789.80587881197812</c:v>
                </c:pt>
                <c:pt idx="207">
                  <c:v>791.29936156581482</c:v>
                </c:pt>
                <c:pt idx="208">
                  <c:v>792.78683860602644</c:v>
                </c:pt>
                <c:pt idx="209">
                  <c:v>794.26833599723636</c:v>
                </c:pt>
                <c:pt idx="210">
                  <c:v>795.74387967637415</c:v>
                </c:pt>
                <c:pt idx="211">
                  <c:v>797.21349545342457</c:v>
                </c:pt>
                <c:pt idx="212">
                  <c:v>798.67720901208907</c:v>
                </c:pt>
                <c:pt idx="213">
                  <c:v>800.13504591058302</c:v>
                </c:pt>
                <c:pt idx="214">
                  <c:v>801.58703158230276</c:v>
                </c:pt>
                <c:pt idx="215">
                  <c:v>803.03319133653019</c:v>
                </c:pt>
                <c:pt idx="216">
                  <c:v>804.47355035922021</c:v>
                </c:pt>
                <c:pt idx="217">
                  <c:v>805.90813371358774</c:v>
                </c:pt>
                <c:pt idx="218">
                  <c:v>807.33696634088767</c:v>
                </c:pt>
                <c:pt idx="219">
                  <c:v>808.76007306107363</c:v>
                </c:pt>
                <c:pt idx="220">
                  <c:v>810.17747857349866</c:v>
                </c:pt>
                <c:pt idx="221">
                  <c:v>811.58920745760292</c:v>
                </c:pt>
                <c:pt idx="222">
                  <c:v>812.99528417356805</c:v>
                </c:pt>
                <c:pt idx="223">
                  <c:v>814.39573306302179</c:v>
                </c:pt>
                <c:pt idx="224">
                  <c:v>815.79057834969615</c:v>
                </c:pt>
                <c:pt idx="225">
                  <c:v>817.17984414008311</c:v>
                </c:pt>
                <c:pt idx="226">
                  <c:v>818.5635544241004</c:v>
                </c:pt>
                <c:pt idx="227">
                  <c:v>819.94173307577898</c:v>
                </c:pt>
                <c:pt idx="228">
                  <c:v>821.31440385387077</c:v>
                </c:pt>
                <c:pt idx="229">
                  <c:v>822.68159040250259</c:v>
                </c:pt>
                <c:pt idx="230">
                  <c:v>824.04331625187865</c:v>
                </c:pt>
                <c:pt idx="231">
                  <c:v>825.39960481881428</c:v>
                </c:pt>
                <c:pt idx="232">
                  <c:v>826.75047940748755</c:v>
                </c:pt>
                <c:pt idx="233">
                  <c:v>828.09596320999583</c:v>
                </c:pt>
                <c:pt idx="234">
                  <c:v>829.43607930699216</c:v>
                </c:pt>
                <c:pt idx="235">
                  <c:v>830.77085066832092</c:v>
                </c:pt>
                <c:pt idx="236">
                  <c:v>832.10030015365703</c:v>
                </c:pt>
                <c:pt idx="237">
                  <c:v>833.42445051308425</c:v>
                </c:pt>
                <c:pt idx="238">
                  <c:v>834.74332438771626</c:v>
                </c:pt>
                <c:pt idx="239">
                  <c:v>836.0569443103268</c:v>
                </c:pt>
                <c:pt idx="240">
                  <c:v>837.3653327059103</c:v>
                </c:pt>
                <c:pt idx="241">
                  <c:v>838.668511892335</c:v>
                </c:pt>
                <c:pt idx="242">
                  <c:v>839.96650408088033</c:v>
                </c:pt>
                <c:pt idx="243">
                  <c:v>841.25933137685718</c:v>
                </c:pt>
                <c:pt idx="244">
                  <c:v>842.54701578023275</c:v>
                </c:pt>
                <c:pt idx="245">
                  <c:v>843.82957918613624</c:v>
                </c:pt>
                <c:pt idx="246">
                  <c:v>845.10704338549499</c:v>
                </c:pt>
                <c:pt idx="247">
                  <c:v>846.37943006559419</c:v>
                </c:pt>
                <c:pt idx="248">
                  <c:v>847.64676081065272</c:v>
                </c:pt>
                <c:pt idx="249">
                  <c:v>848.90905710238167</c:v>
                </c:pt>
                <c:pt idx="250">
                  <c:v>850.16634032054617</c:v>
                </c:pt>
                <c:pt idx="251">
                  <c:v>851.41863174355763</c:v>
                </c:pt>
                <c:pt idx="252">
                  <c:v>852.66595254901574</c:v>
                </c:pt>
                <c:pt idx="253">
                  <c:v>853.90832381423695</c:v>
                </c:pt>
                <c:pt idx="254">
                  <c:v>855.14576651684604</c:v>
                </c:pt>
                <c:pt idx="255">
                  <c:v>856.37830153526886</c:v>
                </c:pt>
                <c:pt idx="256">
                  <c:v>857.60594964936979</c:v>
                </c:pt>
                <c:pt idx="257">
                  <c:v>858.82873154087349</c:v>
                </c:pt>
                <c:pt idx="258">
                  <c:v>860.04666779397382</c:v>
                </c:pt>
                <c:pt idx="259">
                  <c:v>861.25977889590729</c:v>
                </c:pt>
                <c:pt idx="260">
                  <c:v>862.46808523734376</c:v>
                </c:pt>
                <c:pt idx="261">
                  <c:v>863.67160711306985</c:v>
                </c:pt>
                <c:pt idx="262">
                  <c:v>864.87036472239424</c:v>
                </c:pt>
                <c:pt idx="263">
                  <c:v>866.06437816974881</c:v>
                </c:pt>
                <c:pt idx="264">
                  <c:v>867.25366746513407</c:v>
                </c:pt>
                <c:pt idx="265">
                  <c:v>868.43825252470845</c:v>
                </c:pt>
                <c:pt idx="266">
                  <c:v>869.61815317122125</c:v>
                </c:pt>
                <c:pt idx="267">
                  <c:v>870.79338913457093</c:v>
                </c:pt>
                <c:pt idx="268">
                  <c:v>871.96398005229901</c:v>
                </c:pt>
                <c:pt idx="269">
                  <c:v>873.12994547008395</c:v>
                </c:pt>
                <c:pt idx="270">
                  <c:v>874.29130484222185</c:v>
                </c:pt>
                <c:pt idx="271">
                  <c:v>875.44807753215377</c:v>
                </c:pt>
                <c:pt idx="272">
                  <c:v>876.6002828129366</c:v>
                </c:pt>
                <c:pt idx="273">
                  <c:v>877.7479398677375</c:v>
                </c:pt>
                <c:pt idx="274">
                  <c:v>878.89106779030317</c:v>
                </c:pt>
                <c:pt idx="275">
                  <c:v>880.02968558546388</c:v>
                </c:pt>
                <c:pt idx="276">
                  <c:v>881.16381216960212</c:v>
                </c:pt>
                <c:pt idx="277">
                  <c:v>882.29346637111894</c:v>
                </c:pt>
                <c:pt idx="278">
                  <c:v>883.41866693090992</c:v>
                </c:pt>
                <c:pt idx="279">
                  <c:v>884.53943250286989</c:v>
                </c:pt>
                <c:pt idx="280">
                  <c:v>885.65578165429724</c:v>
                </c:pt>
                <c:pt idx="281">
                  <c:v>886.76773286638854</c:v>
                </c:pt>
                <c:pt idx="282">
                  <c:v>887.87530453473084</c:v>
                </c:pt>
                <c:pt idx="283">
                  <c:v>888.97851496968906</c:v>
                </c:pt>
                <c:pt idx="284">
                  <c:v>890.07738239694356</c:v>
                </c:pt>
                <c:pt idx="285">
                  <c:v>891.17192495786389</c:v>
                </c:pt>
                <c:pt idx="286">
                  <c:v>892.26216071000499</c:v>
                </c:pt>
                <c:pt idx="287">
                  <c:v>893.34810762755626</c:v>
                </c:pt>
                <c:pt idx="288">
                  <c:v>894.42978360174027</c:v>
                </c:pt>
                <c:pt idx="289">
                  <c:v>895.50720644132844</c:v>
                </c:pt>
                <c:pt idx="290">
                  <c:v>896.58039387299073</c:v>
                </c:pt>
                <c:pt idx="291">
                  <c:v>897.64936354180384</c:v>
                </c:pt>
                <c:pt idx="292">
                  <c:v>898.71413301164171</c:v>
                </c:pt>
                <c:pt idx="293">
                  <c:v>899.77471976564095</c:v>
                </c:pt>
                <c:pt idx="294">
                  <c:v>900.83114120658786</c:v>
                </c:pt>
                <c:pt idx="295">
                  <c:v>901.88341465736721</c:v>
                </c:pt>
                <c:pt idx="296">
                  <c:v>902.93155736138237</c:v>
                </c:pt>
                <c:pt idx="297">
                  <c:v>903.97558648295808</c:v>
                </c:pt>
                <c:pt idx="298">
                  <c:v>905.01551910781495</c:v>
                </c:pt>
                <c:pt idx="299">
                  <c:v>906.05137224338716</c:v>
                </c:pt>
                <c:pt idx="300">
                  <c:v>907.08316281931423</c:v>
                </c:pt>
                <c:pt idx="301">
                  <c:v>908.11090768784493</c:v>
                </c:pt>
                <c:pt idx="302">
                  <c:v>909.13462362416738</c:v>
                </c:pt>
                <c:pt idx="303">
                  <c:v>910.15432732693375</c:v>
                </c:pt>
                <c:pt idx="304">
                  <c:v>911.17003541853069</c:v>
                </c:pt>
                <c:pt idx="305">
                  <c:v>912.18176444561482</c:v>
                </c:pt>
                <c:pt idx="306">
                  <c:v>913.18953087939087</c:v>
                </c:pt>
                <c:pt idx="307">
                  <c:v>914.19335111607552</c:v>
                </c:pt>
                <c:pt idx="308">
                  <c:v>915.19324147726206</c:v>
                </c:pt>
                <c:pt idx="309">
                  <c:v>916.18921821031347</c:v>
                </c:pt>
                <c:pt idx="310">
                  <c:v>917.18129748877595</c:v>
                </c:pt>
                <c:pt idx="311">
                  <c:v>918.16949541272686</c:v>
                </c:pt>
                <c:pt idx="312">
                  <c:v>919.15382800915495</c:v>
                </c:pt>
                <c:pt idx="313">
                  <c:v>920.13431123237922</c:v>
                </c:pt>
                <c:pt idx="314">
                  <c:v>921.11096096441418</c:v>
                </c:pt>
                <c:pt idx="315">
                  <c:v>922.08379301530817</c:v>
                </c:pt>
                <c:pt idx="316">
                  <c:v>923.05282312358122</c:v>
                </c:pt>
                <c:pt idx="317">
                  <c:v>924.01806695651987</c:v>
                </c:pt>
                <c:pt idx="318">
                  <c:v>924.9795401106046</c:v>
                </c:pt>
                <c:pt idx="319">
                  <c:v>925.93725811187301</c:v>
                </c:pt>
                <c:pt idx="320">
                  <c:v>926.89123641625213</c:v>
                </c:pt>
                <c:pt idx="321">
                  <c:v>927.84149040994168</c:v>
                </c:pt>
                <c:pt idx="322">
                  <c:v>928.7880354097548</c:v>
                </c:pt>
                <c:pt idx="323">
                  <c:v>929.73088666353237</c:v>
                </c:pt>
                <c:pt idx="324">
                  <c:v>930.67005935042619</c:v>
                </c:pt>
                <c:pt idx="325">
                  <c:v>931.60556858126711</c:v>
                </c:pt>
                <c:pt idx="326">
                  <c:v>932.53742939898291</c:v>
                </c:pt>
                <c:pt idx="327">
                  <c:v>933.46565677886235</c:v>
                </c:pt>
                <c:pt idx="328">
                  <c:v>934.39026562895174</c:v>
                </c:pt>
                <c:pt idx="329">
                  <c:v>935.31127079035366</c:v>
                </c:pt>
                <c:pt idx="330">
                  <c:v>936.22868703766994</c:v>
                </c:pt>
                <c:pt idx="331">
                  <c:v>937.14252907921298</c:v>
                </c:pt>
                <c:pt idx="332">
                  <c:v>938.05281155743421</c:v>
                </c:pt>
                <c:pt idx="333">
                  <c:v>938.95954904923803</c:v>
                </c:pt>
                <c:pt idx="334">
                  <c:v>939.86275606628033</c:v>
                </c:pt>
                <c:pt idx="335">
                  <c:v>940.7624470553834</c:v>
                </c:pt>
                <c:pt idx="336">
                  <c:v>941.6586363987908</c:v>
                </c:pt>
                <c:pt idx="337">
                  <c:v>942.55133841450515</c:v>
                </c:pt>
                <c:pt idx="338">
                  <c:v>943.44056735665697</c:v>
                </c:pt>
                <c:pt idx="339">
                  <c:v>944.32633741580446</c:v>
                </c:pt>
                <c:pt idx="340">
                  <c:v>945.2086627192466</c:v>
                </c:pt>
                <c:pt idx="341">
                  <c:v>946.08755733136502</c:v>
                </c:pt>
                <c:pt idx="342">
                  <c:v>946.96303525392284</c:v>
                </c:pt>
                <c:pt idx="343">
                  <c:v>947.83511042640794</c:v>
                </c:pt>
                <c:pt idx="344">
                  <c:v>948.70379672632851</c:v>
                </c:pt>
                <c:pt idx="345">
                  <c:v>949.56910796950626</c:v>
                </c:pt>
                <c:pt idx="346">
                  <c:v>950.43105791045321</c:v>
                </c:pt>
                <c:pt idx="347">
                  <c:v>951.28966024262991</c:v>
                </c:pt>
                <c:pt idx="348">
                  <c:v>952.14492859874781</c:v>
                </c:pt>
                <c:pt idx="349">
                  <c:v>952.99687655110745</c:v>
                </c:pt>
                <c:pt idx="350">
                  <c:v>953.84551761188175</c:v>
                </c:pt>
                <c:pt idx="351">
                  <c:v>954.69086523343424</c:v>
                </c:pt>
                <c:pt idx="352">
                  <c:v>955.53293280862954</c:v>
                </c:pt>
                <c:pt idx="353">
                  <c:v>956.37173367107232</c:v>
                </c:pt>
                <c:pt idx="354">
                  <c:v>957.2072810954694</c:v>
                </c:pt>
                <c:pt idx="355">
                  <c:v>958.03958829791497</c:v>
                </c:pt>
                <c:pt idx="356">
                  <c:v>958.86866843615473</c:v>
                </c:pt>
                <c:pt idx="357">
                  <c:v>959.69453460988655</c:v>
                </c:pt>
                <c:pt idx="358">
                  <c:v>960.51719986111448</c:v>
                </c:pt>
                <c:pt idx="359">
                  <c:v>961.33667717432115</c:v>
                </c:pt>
                <c:pt idx="360">
                  <c:v>962.15297947684439</c:v>
                </c:pt>
                <c:pt idx="361">
                  <c:v>962.96611963912449</c:v>
                </c:pt>
                <c:pt idx="362">
                  <c:v>963.77611047503262</c:v>
                </c:pt>
                <c:pt idx="363">
                  <c:v>964.58296474209874</c:v>
                </c:pt>
                <c:pt idx="364">
                  <c:v>965.38669514178741</c:v>
                </c:pt>
                <c:pt idx="365">
                  <c:v>966.18731431982928</c:v>
                </c:pt>
                <c:pt idx="366">
                  <c:v>966.98483486648445</c:v>
                </c:pt>
                <c:pt idx="367">
                  <c:v>967.7792693167894</c:v>
                </c:pt>
                <c:pt idx="368">
                  <c:v>968.57063015083327</c:v>
                </c:pt>
                <c:pt idx="369">
                  <c:v>969.35892979406503</c:v>
                </c:pt>
                <c:pt idx="370">
                  <c:v>970.14418061754054</c:v>
                </c:pt>
                <c:pt idx="371">
                  <c:v>970.92639493818911</c:v>
                </c:pt>
                <c:pt idx="372">
                  <c:v>971.7055850190817</c:v>
                </c:pt>
                <c:pt idx="373">
                  <c:v>972.48176306972766</c:v>
                </c:pt>
                <c:pt idx="374">
                  <c:v>973.25494124627085</c:v>
                </c:pt>
                <c:pt idx="375">
                  <c:v>974.02513165184041</c:v>
                </c:pt>
                <c:pt idx="376">
                  <c:v>974.7923463367481</c:v>
                </c:pt>
                <c:pt idx="377">
                  <c:v>975.55659729877107</c:v>
                </c:pt>
                <c:pt idx="378">
                  <c:v>976.31789648340498</c:v>
                </c:pt>
                <c:pt idx="379">
                  <c:v>977.07625578413592</c:v>
                </c:pt>
                <c:pt idx="380">
                  <c:v>977.83168704265086</c:v>
                </c:pt>
                <c:pt idx="381">
                  <c:v>978.58420204918377</c:v>
                </c:pt>
                <c:pt idx="382">
                  <c:v>979.33381254266351</c:v>
                </c:pt>
                <c:pt idx="383">
                  <c:v>980.08053021102239</c:v>
                </c:pt>
                <c:pt idx="384">
                  <c:v>980.82436669144579</c:v>
                </c:pt>
                <c:pt idx="385">
                  <c:v>981.56533357058868</c:v>
                </c:pt>
                <c:pt idx="386">
                  <c:v>982.30344238489181</c:v>
                </c:pt>
                <c:pt idx="387">
                  <c:v>983.03870462073075</c:v>
                </c:pt>
                <c:pt idx="388">
                  <c:v>983.77113171473707</c:v>
                </c:pt>
                <c:pt idx="389">
                  <c:v>984.50073505400132</c:v>
                </c:pt>
                <c:pt idx="390">
                  <c:v>985.22752597633666</c:v>
                </c:pt>
                <c:pt idx="391">
                  <c:v>985.95151577050194</c:v>
                </c:pt>
                <c:pt idx="392">
                  <c:v>986.6727156764407</c:v>
                </c:pt>
                <c:pt idx="393">
                  <c:v>987.39113688555562</c:v>
                </c:pt>
                <c:pt idx="394">
                  <c:v>988.10679054088985</c:v>
                </c:pt>
                <c:pt idx="395">
                  <c:v>988.81968773737742</c:v>
                </c:pt>
                <c:pt idx="396">
                  <c:v>989.52983952213197</c:v>
                </c:pt>
                <c:pt idx="397">
                  <c:v>990.2372568945982</c:v>
                </c:pt>
                <c:pt idx="398">
                  <c:v>990.9419508067989</c:v>
                </c:pt>
                <c:pt idx="399">
                  <c:v>991.64393216362726</c:v>
                </c:pt>
                <c:pt idx="400">
                  <c:v>992.34321182302176</c:v>
                </c:pt>
                <c:pt idx="401">
                  <c:v>993.03980059617425</c:v>
                </c:pt>
                <c:pt idx="402">
                  <c:v>993.73370924780079</c:v>
                </c:pt>
                <c:pt idx="403">
                  <c:v>994.42494849636876</c:v>
                </c:pt>
                <c:pt idx="404">
                  <c:v>995.11352901427551</c:v>
                </c:pt>
                <c:pt idx="405">
                  <c:v>995.79946142810354</c:v>
                </c:pt>
                <c:pt idx="406">
                  <c:v>996.48275631883826</c:v>
                </c:pt>
                <c:pt idx="407">
                  <c:v>997.16342422205298</c:v>
                </c:pt>
                <c:pt idx="408">
                  <c:v>997.84147562820601</c:v>
                </c:pt>
                <c:pt idx="409">
                  <c:v>998.51692098277533</c:v>
                </c:pt>
                <c:pt idx="410">
                  <c:v>999.18977068649872</c:v>
                </c:pt>
                <c:pt idx="411">
                  <c:v>999.8600350956109</c:v>
                </c:pt>
                <c:pt idx="412">
                  <c:v>1000.527724522066</c:v>
                </c:pt>
                <c:pt idx="413">
                  <c:v>1001.1928492336909</c:v>
                </c:pt>
                <c:pt idx="414">
                  <c:v>1001.8554194544238</c:v>
                </c:pt>
                <c:pt idx="415">
                  <c:v>1002.5154453645814</c:v>
                </c:pt>
                <c:pt idx="416">
                  <c:v>1003.1729371009694</c:v>
                </c:pt>
                <c:pt idx="417">
                  <c:v>1003.8279047571592</c:v>
                </c:pt>
                <c:pt idx="418">
                  <c:v>1004.4803583836813</c:v>
                </c:pt>
                <c:pt idx="419">
                  <c:v>1005.1303079882065</c:v>
                </c:pt>
                <c:pt idx="420">
                  <c:v>1005.777763535767</c:v>
                </c:pt>
                <c:pt idx="421">
                  <c:v>1006.4227349489835</c:v>
                </c:pt>
                <c:pt idx="422">
                  <c:v>1007.0652321082132</c:v>
                </c:pt>
                <c:pt idx="423">
                  <c:v>1007.7052648517979</c:v>
                </c:pt>
                <c:pt idx="424">
                  <c:v>1008.3428429762274</c:v>
                </c:pt>
                <c:pt idx="425">
                  <c:v>1008.977976236388</c:v>
                </c:pt>
                <c:pt idx="426">
                  <c:v>1009.6106743456797</c:v>
                </c:pt>
                <c:pt idx="427">
                  <c:v>1010.240946976313</c:v>
                </c:pt>
                <c:pt idx="428">
                  <c:v>1010.8688037594353</c:v>
                </c:pt>
                <c:pt idx="429">
                  <c:v>1011.4942542853056</c:v>
                </c:pt>
                <c:pt idx="430">
                  <c:v>1012.1173081035815</c:v>
                </c:pt>
                <c:pt idx="431">
                  <c:v>1012.7379747234269</c:v>
                </c:pt>
                <c:pt idx="432">
                  <c:v>1013.3562636137068</c:v>
                </c:pt>
                <c:pt idx="433">
                  <c:v>1013.9721842032545</c:v>
                </c:pt>
                <c:pt idx="434">
                  <c:v>1014.5857458809453</c:v>
                </c:pt>
                <c:pt idx="435">
                  <c:v>1015.1969579960021</c:v>
                </c:pt>
                <c:pt idx="436">
                  <c:v>1015.8058298580939</c:v>
                </c:pt>
                <c:pt idx="437">
                  <c:v>1016.4123707375519</c:v>
                </c:pt>
                <c:pt idx="438">
                  <c:v>1017.0165898655797</c:v>
                </c:pt>
                <c:pt idx="439">
                  <c:v>1017.6184964343926</c:v>
                </c:pt>
                <c:pt idx="440">
                  <c:v>1018.2180995974355</c:v>
                </c:pt>
                <c:pt idx="441">
                  <c:v>1018.8154084695378</c:v>
                </c:pt>
                <c:pt idx="442">
                  <c:v>1019.410432127112</c:v>
                </c:pt>
                <c:pt idx="443">
                  <c:v>1020.0031796083482</c:v>
                </c:pt>
                <c:pt idx="444">
                  <c:v>1020.5936599133316</c:v>
                </c:pt>
                <c:pt idx="445">
                  <c:v>1021.1818820043204</c:v>
                </c:pt>
                <c:pt idx="446">
                  <c:v>1021.7678548057985</c:v>
                </c:pt>
                <c:pt idx="447">
                  <c:v>1022.3515872048006</c:v>
                </c:pt>
                <c:pt idx="448">
                  <c:v>1022.933088050912</c:v>
                </c:pt>
                <c:pt idx="449">
                  <c:v>1023.5123661566081</c:v>
                </c:pt>
                <c:pt idx="450">
                  <c:v>1024.0894302973416</c:v>
                </c:pt>
                <c:pt idx="451">
                  <c:v>1024.6642892116965</c:v>
                </c:pt>
                <c:pt idx="452">
                  <c:v>1025.2369516016238</c:v>
                </c:pt>
                <c:pt idx="453">
                  <c:v>1025.8074261325642</c:v>
                </c:pt>
                <c:pt idx="454">
                  <c:v>1026.3757214336422</c:v>
                </c:pt>
                <c:pt idx="455">
                  <c:v>1026.9418460978377</c:v>
                </c:pt>
                <c:pt idx="456">
                  <c:v>1027.5058086821007</c:v>
                </c:pt>
                <c:pt idx="457">
                  <c:v>1028.06761770761</c:v>
                </c:pt>
                <c:pt idx="458">
                  <c:v>1028.6272816598537</c:v>
                </c:pt>
                <c:pt idx="459">
                  <c:v>1029.1848089888454</c:v>
                </c:pt>
                <c:pt idx="460">
                  <c:v>1029.7402081092616</c:v>
                </c:pt>
                <c:pt idx="461">
                  <c:v>1030.2934874006401</c:v>
                </c:pt>
                <c:pt idx="462">
                  <c:v>1030.8446552074777</c:v>
                </c:pt>
                <c:pt idx="463">
                  <c:v>1031.3937198394715</c:v>
                </c:pt>
                <c:pt idx="464">
                  <c:v>1031.9406895716177</c:v>
                </c:pt>
                <c:pt idx="465">
                  <c:v>1032.4855726444025</c:v>
                </c:pt>
                <c:pt idx="466">
                  <c:v>1033.0283772639552</c:v>
                </c:pt>
                <c:pt idx="467">
                  <c:v>1033.5691116021967</c:v>
                </c:pt>
                <c:pt idx="468">
                  <c:v>1034.1077837969901</c:v>
                </c:pt>
                <c:pt idx="469">
                  <c:v>1034.6444019523558</c:v>
                </c:pt>
                <c:pt idx="470">
                  <c:v>1035.178974138546</c:v>
                </c:pt>
                <c:pt idx="471">
                  <c:v>1035.7115083922392</c:v>
                </c:pt>
                <c:pt idx="472">
                  <c:v>1036.2420127167093</c:v>
                </c:pt>
                <c:pt idx="473">
                  <c:v>1036.7704950819336</c:v>
                </c:pt>
                <c:pt idx="474">
                  <c:v>1037.2969634248009</c:v>
                </c:pt>
                <c:pt idx="475">
                  <c:v>1037.8214256492302</c:v>
                </c:pt>
                <c:pt idx="476">
                  <c:v>1038.3438896262955</c:v>
                </c:pt>
                <c:pt idx="477">
                  <c:v>1038.8643631944499</c:v>
                </c:pt>
                <c:pt idx="478">
                  <c:v>1039.3828541596056</c:v>
                </c:pt>
                <c:pt idx="479">
                  <c:v>1039.8993702953057</c:v>
                </c:pt>
                <c:pt idx="480">
                  <c:v>1040.4139193428955</c:v>
                </c:pt>
                <c:pt idx="481">
                  <c:v>1040.9265090116373</c:v>
                </c:pt>
                <c:pt idx="482">
                  <c:v>1041.4371469788391</c:v>
                </c:pt>
                <c:pt idx="483">
                  <c:v>1041.9458408900875</c:v>
                </c:pt>
                <c:pt idx="484">
                  <c:v>1042.4525983592891</c:v>
                </c:pt>
                <c:pt idx="485">
                  <c:v>1042.957426968859</c:v>
                </c:pt>
                <c:pt idx="486">
                  <c:v>1043.4603342699008</c:v>
                </c:pt>
                <c:pt idx="487">
                  <c:v>1043.9613277822659</c:v>
                </c:pt>
                <c:pt idx="488">
                  <c:v>1044.4604149947584</c:v>
                </c:pt>
                <c:pt idx="489">
                  <c:v>1044.9576033652825</c:v>
                </c:pt>
                <c:pt idx="490">
                  <c:v>1045.4529003209195</c:v>
                </c:pt>
                <c:pt idx="491">
                  <c:v>1045.9463132581332</c:v>
                </c:pt>
                <c:pt idx="492">
                  <c:v>1046.4378495428714</c:v>
                </c:pt>
                <c:pt idx="493">
                  <c:v>1046.9275165107256</c:v>
                </c:pt>
                <c:pt idx="494">
                  <c:v>1047.4153214670475</c:v>
                </c:pt>
                <c:pt idx="495">
                  <c:v>1047.9012716870798</c:v>
                </c:pt>
                <c:pt idx="496">
                  <c:v>1048.3853744161422</c:v>
                </c:pt>
                <c:pt idx="497">
                  <c:v>1048.867636869709</c:v>
                </c:pt>
                <c:pt idx="498">
                  <c:v>1049.3480662335612</c:v>
                </c:pt>
                <c:pt idx="499">
                  <c:v>1049.8266696639625</c:v>
                </c:pt>
                <c:pt idx="500">
                  <c:v>1050.3034542877069</c:v>
                </c:pt>
                <c:pt idx="501">
                  <c:v>1050.7784272023266</c:v>
                </c:pt>
                <c:pt idx="502">
                  <c:v>1051.2515954761957</c:v>
                </c:pt>
                <c:pt idx="503">
                  <c:v>1051.7229661486715</c:v>
                </c:pt>
                <c:pt idx="504">
                  <c:v>1052.1925462301856</c:v>
                </c:pt>
                <c:pt idx="505">
                  <c:v>1052.6603427024284</c:v>
                </c:pt>
                <c:pt idx="506">
                  <c:v>1053.1263625184476</c:v>
                </c:pt>
                <c:pt idx="507">
                  <c:v>1053.5906126027837</c:v>
                </c:pt>
                <c:pt idx="508">
                  <c:v>1054.0530998515906</c:v>
                </c:pt>
                <c:pt idx="509">
                  <c:v>1054.5138311327944</c:v>
                </c:pt>
                <c:pt idx="510">
                  <c:v>1054.9728132861442</c:v>
                </c:pt>
                <c:pt idx="511">
                  <c:v>1055.430053123433</c:v>
                </c:pt>
                <c:pt idx="512">
                  <c:v>1055.8855574285599</c:v>
                </c:pt>
                <c:pt idx="513">
                  <c:v>1056.3393329576766</c:v>
                </c:pt>
                <c:pt idx="514">
                  <c:v>1056.7913864393149</c:v>
                </c:pt>
                <c:pt idx="515">
                  <c:v>1057.2417245744691</c:v>
                </c:pt>
                <c:pt idx="516">
                  <c:v>1057.6903540367823</c:v>
                </c:pt>
                <c:pt idx="517">
                  <c:v>1058.1372814726424</c:v>
                </c:pt>
                <c:pt idx="518">
                  <c:v>1058.5825135012904</c:v>
                </c:pt>
                <c:pt idx="519">
                  <c:v>1059.0260567149235</c:v>
                </c:pt>
                <c:pt idx="520">
                  <c:v>1059.4679176788834</c:v>
                </c:pt>
                <c:pt idx="521">
                  <c:v>1059.9081029317213</c:v>
                </c:pt>
                <c:pt idx="522">
                  <c:v>1060.3466189852984</c:v>
                </c:pt>
                <c:pt idx="523">
                  <c:v>1060.7834723249696</c:v>
                </c:pt>
                <c:pt idx="524">
                  <c:v>1061.2186694096758</c:v>
                </c:pt>
                <c:pt idx="525">
                  <c:v>1061.6522166720115</c:v>
                </c:pt>
                <c:pt idx="526">
                  <c:v>1062.0841205184083</c:v>
                </c:pt>
                <c:pt idx="527">
                  <c:v>1062.5143873292284</c:v>
                </c:pt>
                <c:pt idx="528">
                  <c:v>1062.9430234588683</c:v>
                </c:pt>
                <c:pt idx="529">
                  <c:v>1063.3700352358826</c:v>
                </c:pt>
                <c:pt idx="530">
                  <c:v>1063.7954289630884</c:v>
                </c:pt>
                <c:pt idx="531">
                  <c:v>1064.2192109176879</c:v>
                </c:pt>
                <c:pt idx="532">
                  <c:v>1064.6413873514239</c:v>
                </c:pt>
                <c:pt idx="533">
                  <c:v>1065.0619644905705</c:v>
                </c:pt>
                <c:pt idx="534">
                  <c:v>1065.4809485361973</c:v>
                </c:pt>
                <c:pt idx="535">
                  <c:v>1065.8983456641874</c:v>
                </c:pt>
                <c:pt idx="536">
                  <c:v>1066.3141620253286</c:v>
                </c:pt>
                <c:pt idx="537">
                  <c:v>1066.7284037455165</c:v>
                </c:pt>
                <c:pt idx="538">
                  <c:v>1067.1410769257936</c:v>
                </c:pt>
                <c:pt idx="539">
                  <c:v>1067.5521876424555</c:v>
                </c:pt>
                <c:pt idx="540">
                  <c:v>1067.9617419472236</c:v>
                </c:pt>
                <c:pt idx="541">
                  <c:v>1068.3697458672691</c:v>
                </c:pt>
                <c:pt idx="542">
                  <c:v>1068.7762054053846</c:v>
                </c:pt>
                <c:pt idx="543">
                  <c:v>1069.1811265400504</c:v>
                </c:pt>
                <c:pt idx="544">
                  <c:v>1069.5845152255802</c:v>
                </c:pt>
                <c:pt idx="545">
                  <c:v>1069.9863773921904</c:v>
                </c:pt>
                <c:pt idx="546">
                  <c:v>1070.3867189461305</c:v>
                </c:pt>
                <c:pt idx="547">
                  <c:v>1070.7855457697699</c:v>
                </c:pt>
                <c:pt idx="548">
                  <c:v>1071.1828637217111</c:v>
                </c:pt>
                <c:pt idx="549">
                  <c:v>1071.5786786369158</c:v>
                </c:pt>
                <c:pt idx="550">
                  <c:v>1071.9729963267298</c:v>
                </c:pt>
                <c:pt idx="551">
                  <c:v>1072.3658225790953</c:v>
                </c:pt>
                <c:pt idx="552">
                  <c:v>1072.7571631586045</c:v>
                </c:pt>
                <c:pt idx="553">
                  <c:v>1073.1470238065435</c:v>
                </c:pt>
                <c:pt idx="554">
                  <c:v>1073.5354102410843</c:v>
                </c:pt>
                <c:pt idx="555">
                  <c:v>1073.9223281573622</c:v>
                </c:pt>
                <c:pt idx="556">
                  <c:v>1074.3077832275226</c:v>
                </c:pt>
                <c:pt idx="557">
                  <c:v>1074.691781100883</c:v>
                </c:pt>
                <c:pt idx="558">
                  <c:v>1075.0743274039976</c:v>
                </c:pt>
                <c:pt idx="559">
                  <c:v>1075.4554277408067</c:v>
                </c:pt>
                <c:pt idx="560">
                  <c:v>1075.835087692649</c:v>
                </c:pt>
                <c:pt idx="561">
                  <c:v>1076.2133128184212</c:v>
                </c:pt>
                <c:pt idx="562">
                  <c:v>1076.5901086546812</c:v>
                </c:pt>
                <c:pt idx="563">
                  <c:v>1076.9654807157074</c:v>
                </c:pt>
                <c:pt idx="564">
                  <c:v>1077.3394344936135</c:v>
                </c:pt>
                <c:pt idx="565">
                  <c:v>1077.7119754584555</c:v>
                </c:pt>
                <c:pt idx="566">
                  <c:v>1078.0831090582935</c:v>
                </c:pt>
                <c:pt idx="567">
                  <c:v>1078.4528407193413</c:v>
                </c:pt>
                <c:pt idx="568">
                  <c:v>1078.8211758460036</c:v>
                </c:pt>
                <c:pt idx="569">
                  <c:v>1079.1881198210069</c:v>
                </c:pt>
                <c:pt idx="570">
                  <c:v>1079.5536780054781</c:v>
                </c:pt>
                <c:pt idx="571">
                  <c:v>1079.9178557390489</c:v>
                </c:pt>
                <c:pt idx="572">
                  <c:v>1080.2806583399447</c:v>
                </c:pt>
                <c:pt idx="573">
                  <c:v>1080.6420911050525</c:v>
                </c:pt>
                <c:pt idx="574">
                  <c:v>1081.0021593100537</c:v>
                </c:pt>
                <c:pt idx="575">
                  <c:v>1081.3608682094698</c:v>
                </c:pt>
                <c:pt idx="576">
                  <c:v>1081.7182230368292</c:v>
                </c:pt>
                <c:pt idx="577">
                  <c:v>1082.0742290046742</c:v>
                </c:pt>
                <c:pt idx="578">
                  <c:v>1082.4288913046594</c:v>
                </c:pt>
                <c:pt idx="579">
                  <c:v>1082.7822151077387</c:v>
                </c:pt>
                <c:pt idx="580">
                  <c:v>1083.1342055641092</c:v>
                </c:pt>
                <c:pt idx="581">
                  <c:v>1083.4848678034052</c:v>
                </c:pt>
                <c:pt idx="582">
                  <c:v>1083.8342069347837</c:v>
                </c:pt>
                <c:pt idx="583">
                  <c:v>1084.1822280469285</c:v>
                </c:pt>
                <c:pt idx="584">
                  <c:v>1084.5289362082344</c:v>
                </c:pt>
                <c:pt idx="585">
                  <c:v>1084.8743364668394</c:v>
                </c:pt>
                <c:pt idx="586">
                  <c:v>1085.2184338507077</c:v>
                </c:pt>
                <c:pt idx="587">
                  <c:v>1085.5612333677761</c:v>
                </c:pt>
                <c:pt idx="588">
                  <c:v>1085.9027400059642</c:v>
                </c:pt>
                <c:pt idx="589">
                  <c:v>1086.2429587332792</c:v>
                </c:pt>
                <c:pt idx="590">
                  <c:v>1086.5818944979665</c:v>
                </c:pt>
                <c:pt idx="591">
                  <c:v>1086.9195522285022</c:v>
                </c:pt>
                <c:pt idx="592">
                  <c:v>1087.2559368337193</c:v>
                </c:pt>
                <c:pt idx="593">
                  <c:v>1087.5910532029238</c:v>
                </c:pt>
                <c:pt idx="594">
                  <c:v>1087.9249062058893</c:v>
                </c:pt>
                <c:pt idx="595">
                  <c:v>1088.2575006930392</c:v>
                </c:pt>
                <c:pt idx="596">
                  <c:v>1088.5888414954748</c:v>
                </c:pt>
                <c:pt idx="597">
                  <c:v>1088.9189334250527</c:v>
                </c:pt>
                <c:pt idx="598">
                  <c:v>1089.247781274519</c:v>
                </c:pt>
                <c:pt idx="599">
                  <c:v>1089.5753898175171</c:v>
                </c:pt>
                <c:pt idx="600">
                  <c:v>1089.9017638087121</c:v>
                </c:pt>
                <c:pt idx="601">
                  <c:v>1090.2269079838645</c:v>
                </c:pt>
                <c:pt idx="602">
                  <c:v>1090.550827059941</c:v>
                </c:pt>
                <c:pt idx="603">
                  <c:v>1090.8735257351404</c:v>
                </c:pt>
                <c:pt idx="604">
                  <c:v>1091.1950086889806</c:v>
                </c:pt>
                <c:pt idx="605">
                  <c:v>1091.5152805824237</c:v>
                </c:pt>
                <c:pt idx="606">
                  <c:v>1091.834346057899</c:v>
                </c:pt>
                <c:pt idx="607">
                  <c:v>1092.1522097394545</c:v>
                </c:pt>
                <c:pt idx="608">
                  <c:v>1092.4688762327414</c:v>
                </c:pt>
                <c:pt idx="609">
                  <c:v>1092.7843501251539</c:v>
                </c:pt>
                <c:pt idx="610">
                  <c:v>1093.0986359858928</c:v>
                </c:pt>
                <c:pt idx="611">
                  <c:v>1093.41173836604</c:v>
                </c:pt>
                <c:pt idx="612">
                  <c:v>1093.7236617986548</c:v>
                </c:pt>
                <c:pt idx="613">
                  <c:v>1094.0344107988146</c:v>
                </c:pt>
                <c:pt idx="614">
                  <c:v>1094.3439898636934</c:v>
                </c:pt>
                <c:pt idx="615">
                  <c:v>1094.6524034726781</c:v>
                </c:pt>
                <c:pt idx="616">
                  <c:v>1094.9596560874127</c:v>
                </c:pt>
                <c:pt idx="617">
                  <c:v>1095.2657521518718</c:v>
                </c:pt>
                <c:pt idx="618">
                  <c:v>1095.5706960924413</c:v>
                </c:pt>
                <c:pt idx="619">
                  <c:v>1095.8744923180013</c:v>
                </c:pt>
                <c:pt idx="620">
                  <c:v>1096.1771452199657</c:v>
                </c:pt>
                <c:pt idx="621">
                  <c:v>1096.4786591724196</c:v>
                </c:pt>
                <c:pt idx="622">
                  <c:v>1096.7790385321355</c:v>
                </c:pt>
                <c:pt idx="623">
                  <c:v>1097.0782876386586</c:v>
                </c:pt>
                <c:pt idx="624">
                  <c:v>1097.3764108143853</c:v>
                </c:pt>
                <c:pt idx="625">
                  <c:v>1097.6734123646527</c:v>
                </c:pt>
                <c:pt idx="626">
                  <c:v>1097.9692965777708</c:v>
                </c:pt>
                <c:pt idx="627">
                  <c:v>1098.2640677251381</c:v>
                </c:pt>
                <c:pt idx="628">
                  <c:v>1098.5577300612688</c:v>
                </c:pt>
                <c:pt idx="629">
                  <c:v>1098.8502878238876</c:v>
                </c:pt>
                <c:pt idx="630">
                  <c:v>1099.1417452340381</c:v>
                </c:pt>
                <c:pt idx="631">
                  <c:v>1099.4321064960488</c:v>
                </c:pt>
                <c:pt idx="632">
                  <c:v>1099.721375797697</c:v>
                </c:pt>
                <c:pt idx="633">
                  <c:v>1100.0095573102806</c:v>
                </c:pt>
                <c:pt idx="634">
                  <c:v>1100.2966551885941</c:v>
                </c:pt>
                <c:pt idx="635">
                  <c:v>1100.5826735711041</c:v>
                </c:pt>
                <c:pt idx="636">
                  <c:v>1100.8676165799536</c:v>
                </c:pt>
                <c:pt idx="637">
                  <c:v>1101.1514883210339</c:v>
                </c:pt>
                <c:pt idx="638">
                  <c:v>1101.434292884104</c:v>
                </c:pt>
                <c:pt idx="639">
                  <c:v>1101.7160343427861</c:v>
                </c:pt>
                <c:pt idx="640">
                  <c:v>1101.9967167546788</c:v>
                </c:pt>
                <c:pt idx="641">
                  <c:v>1102.2763441614363</c:v>
                </c:pt>
                <c:pt idx="642">
                  <c:v>1102.5549205887683</c:v>
                </c:pt>
                <c:pt idx="643">
                  <c:v>1102.8324500465746</c:v>
                </c:pt>
                <c:pt idx="644">
                  <c:v>1103.1089365290022</c:v>
                </c:pt>
                <c:pt idx="645">
                  <c:v>1103.3843840144534</c:v>
                </c:pt>
                <c:pt idx="646">
                  <c:v>1103.6587964657372</c:v>
                </c:pt>
                <c:pt idx="647">
                  <c:v>1103.9321778300409</c:v>
                </c:pt>
                <c:pt idx="648">
                  <c:v>1104.2045320390996</c:v>
                </c:pt>
                <c:pt idx="649">
                  <c:v>1104.4758630091649</c:v>
                </c:pt>
                <c:pt idx="650">
                  <c:v>1104.7461746411113</c:v>
                </c:pt>
                <c:pt idx="651">
                  <c:v>1105.0154708205296</c:v>
                </c:pt>
                <c:pt idx="652">
                  <c:v>1105.2837554177129</c:v>
                </c:pt>
                <c:pt idx="653">
                  <c:v>1105.5510322878233</c:v>
                </c:pt>
                <c:pt idx="654">
                  <c:v>1105.8173052708314</c:v>
                </c:pt>
                <c:pt idx="655">
                  <c:v>1106.0825781916976</c:v>
                </c:pt>
                <c:pt idx="656">
                  <c:v>1106.3468548603605</c:v>
                </c:pt>
                <c:pt idx="657">
                  <c:v>1106.6101390718286</c:v>
                </c:pt>
                <c:pt idx="658">
                  <c:v>1106.8724346062165</c:v>
                </c:pt>
                <c:pt idx="659">
                  <c:v>1107.1337452288394</c:v>
                </c:pt>
                <c:pt idx="660">
                  <c:v>1107.394074690267</c:v>
                </c:pt>
                <c:pt idx="661">
                  <c:v>1107.6534267263605</c:v>
                </c:pt>
                <c:pt idx="662">
                  <c:v>1107.9118050583609</c:v>
                </c:pt>
                <c:pt idx="663">
                  <c:v>1108.169213392951</c:v>
                </c:pt>
                <c:pt idx="664">
                  <c:v>1108.4256554222475</c:v>
                </c:pt>
                <c:pt idx="665">
                  <c:v>1108.6811348239912</c:v>
                </c:pt>
                <c:pt idx="666">
                  <c:v>1108.935655261484</c:v>
                </c:pt>
                <c:pt idx="667">
                  <c:v>1109.1892203837119</c:v>
                </c:pt>
                <c:pt idx="668">
                  <c:v>1109.4418338253781</c:v>
                </c:pt>
                <c:pt idx="669">
                  <c:v>1109.6934992069876</c:v>
                </c:pt>
                <c:pt idx="670">
                  <c:v>1109.9442201348902</c:v>
                </c:pt>
                <c:pt idx="671">
                  <c:v>1110.1940002013077</c:v>
                </c:pt>
                <c:pt idx="672">
                  <c:v>1110.4428429844711</c:v>
                </c:pt>
                <c:pt idx="673">
                  <c:v>1110.6907520486084</c:v>
                </c:pt>
                <c:pt idx="674">
                  <c:v>1110.9377309440181</c:v>
                </c:pt>
                <c:pt idx="675">
                  <c:v>1111.1837832071312</c:v>
                </c:pt>
                <c:pt idx="676">
                  <c:v>1111.428912360592</c:v>
                </c:pt>
                <c:pt idx="677">
                  <c:v>1111.6731219132585</c:v>
                </c:pt>
                <c:pt idx="678">
                  <c:v>1111.9164153603442</c:v>
                </c:pt>
                <c:pt idx="679">
                  <c:v>1112.1587961833668</c:v>
                </c:pt>
                <c:pt idx="680">
                  <c:v>1112.4002678502923</c:v>
                </c:pt>
                <c:pt idx="681">
                  <c:v>1112.6408338155529</c:v>
                </c:pt>
                <c:pt idx="682">
                  <c:v>1112.8804975201301</c:v>
                </c:pt>
                <c:pt idx="683">
                  <c:v>1113.1192623915401</c:v>
                </c:pt>
                <c:pt idx="684">
                  <c:v>1113.3571318439829</c:v>
                </c:pt>
                <c:pt idx="685">
                  <c:v>1113.5941092783296</c:v>
                </c:pt>
                <c:pt idx="686">
                  <c:v>1113.8301980822173</c:v>
                </c:pt>
                <c:pt idx="687">
                  <c:v>1114.0654016300566</c:v>
                </c:pt>
                <c:pt idx="688">
                  <c:v>1114.2997232831335</c:v>
                </c:pt>
                <c:pt idx="689">
                  <c:v>1114.533166389642</c:v>
                </c:pt>
                <c:pt idx="690">
                  <c:v>1114.7657342847342</c:v>
                </c:pt>
                <c:pt idx="691">
                  <c:v>1114.9974302906014</c:v>
                </c:pt>
                <c:pt idx="692">
                  <c:v>1115.2282577164619</c:v>
                </c:pt>
                <c:pt idx="693">
                  <c:v>1115.4582198586947</c:v>
                </c:pt>
                <c:pt idx="694">
                  <c:v>1115.6873200008492</c:v>
                </c:pt>
                <c:pt idx="695">
                  <c:v>1115.9155614136698</c:v>
                </c:pt>
                <c:pt idx="696">
                  <c:v>1116.1429473552253</c:v>
                </c:pt>
                <c:pt idx="697">
                  <c:v>1116.3694810708789</c:v>
                </c:pt>
                <c:pt idx="698">
                  <c:v>1116.5951657934104</c:v>
                </c:pt>
                <c:pt idx="699">
                  <c:v>1116.8200047430039</c:v>
                </c:pt>
                <c:pt idx="700">
                  <c:v>1117.0440011273656</c:v>
                </c:pt>
                <c:pt idx="701">
                  <c:v>1117.2671581416871</c:v>
                </c:pt>
                <c:pt idx="702">
                  <c:v>1117.4894789688005</c:v>
                </c:pt>
                <c:pt idx="703">
                  <c:v>1117.7109667791467</c:v>
                </c:pt>
                <c:pt idx="704">
                  <c:v>1117.93162473086</c:v>
                </c:pt>
                <c:pt idx="705">
                  <c:v>1118.1514559698116</c:v>
                </c:pt>
                <c:pt idx="706">
                  <c:v>1118.3704636296729</c:v>
                </c:pt>
                <c:pt idx="707">
                  <c:v>1118.5886508319579</c:v>
                </c:pt>
                <c:pt idx="708">
                  <c:v>1118.8060206860273</c:v>
                </c:pt>
                <c:pt idx="709">
                  <c:v>1119.022576289223</c:v>
                </c:pt>
                <c:pt idx="710">
                  <c:v>1119.238320726867</c:v>
                </c:pt>
                <c:pt idx="711">
                  <c:v>1119.4532570723022</c:v>
                </c:pt>
                <c:pt idx="712">
                  <c:v>1119.6673883869505</c:v>
                </c:pt>
                <c:pt idx="713">
                  <c:v>1119.880717720378</c:v>
                </c:pt>
                <c:pt idx="714">
                  <c:v>1120.0932481103353</c:v>
                </c:pt>
                <c:pt idx="715">
                  <c:v>1120.3049825828002</c:v>
                </c:pt>
                <c:pt idx="716">
                  <c:v>1120.5159241519914</c:v>
                </c:pt>
                <c:pt idx="717">
                  <c:v>1120.7260758204989</c:v>
                </c:pt>
                <c:pt idx="718">
                  <c:v>1120.9354405792558</c:v>
                </c:pt>
                <c:pt idx="719">
                  <c:v>1121.1440214076092</c:v>
                </c:pt>
                <c:pt idx="720">
                  <c:v>1121.3518212734039</c:v>
                </c:pt>
                <c:pt idx="721">
                  <c:v>1121.2316391626102</c:v>
                </c:pt>
                <c:pt idx="722">
                  <c:v>1121.1132000688303</c:v>
                </c:pt>
                <c:pt idx="723">
                  <c:v>1120.9965131093775</c:v>
                </c:pt>
                <c:pt idx="724">
                  <c:v>1120.8815785955528</c:v>
                </c:pt>
                <c:pt idx="725">
                  <c:v>1120.7683914313352</c:v>
                </c:pt>
                <c:pt idx="726">
                  <c:v>1120.6569431363998</c:v>
                </c:pt>
                <c:pt idx="727">
                  <c:v>1120.5472230701585</c:v>
                </c:pt>
                <c:pt idx="728">
                  <c:v>1120.4392191865152</c:v>
                </c:pt>
                <c:pt idx="729">
                  <c:v>1120.3329185089176</c:v>
                </c:pt>
                <c:pt idx="730">
                  <c:v>1120.2283074364498</c:v>
                </c:pt>
                <c:pt idx="731">
                  <c:v>1120.1253719458848</c:v>
                </c:pt>
                <c:pt idx="732">
                  <c:v>1120.0240977282983</c:v>
                </c:pt>
                <c:pt idx="733">
                  <c:v>1119.9244702841661</c:v>
                </c:pt>
                <c:pt idx="734">
                  <c:v>1119.8264749908149</c:v>
                </c:pt>
                <c:pt idx="735">
                  <c:v>1119.7300971516622</c:v>
                </c:pt>
                <c:pt idx="736">
                  <c:v>1119.6353220329586</c:v>
                </c:pt>
                <c:pt idx="737">
                  <c:v>1119.5421348915559</c:v>
                </c:pt>
                <c:pt idx="738">
                  <c:v>1119.4505209964375</c:v>
                </c:pt>
                <c:pt idx="739">
                  <c:v>1119.3604656456241</c:v>
                </c:pt>
                <c:pt idx="740">
                  <c:v>1119.2719541795871</c:v>
                </c:pt>
                <c:pt idx="741">
                  <c:v>1119.1849719920515</c:v>
                </c:pt>
                <c:pt idx="742">
                  <c:v>1119.0995045386762</c:v>
                </c:pt>
                <c:pt idx="743">
                  <c:v>1119.0141170583738</c:v>
                </c:pt>
                <c:pt idx="744">
                  <c:v>1118.9288180999913</c:v>
                </c:pt>
                <c:pt idx="745">
                  <c:v>1118.843616013985</c:v>
                </c:pt>
                <c:pt idx="746">
                  <c:v>1118.7585189594765</c:v>
                </c:pt>
                <c:pt idx="747">
                  <c:v>1118.6735349104956</c:v>
                </c:pt>
                <c:pt idx="748">
                  <c:v>1118.5886716618318</c:v>
                </c:pt>
                <c:pt idx="749">
                  <c:v>1118.50393683422</c:v>
                </c:pt>
                <c:pt idx="750">
                  <c:v>1118.4193378791422</c:v>
                </c:pt>
                <c:pt idx="751">
                  <c:v>1118.3348820832989</c:v>
                </c:pt>
                <c:pt idx="752">
                  <c:v>1118.2505765727503</c:v>
                </c:pt>
                <c:pt idx="753">
                  <c:v>1118.166428316759</c:v>
                </c:pt>
                <c:pt idx="754">
                  <c:v>1118.0824441314496</c:v>
                </c:pt>
                <c:pt idx="755">
                  <c:v>1117.9986306831595</c:v>
                </c:pt>
                <c:pt idx="756">
                  <c:v>1117.9149944917503</c:v>
                </c:pt>
                <c:pt idx="757">
                  <c:v>1117.8315419336329</c:v>
                </c:pt>
                <c:pt idx="758">
                  <c:v>1117.748279244689</c:v>
                </c:pt>
                <c:pt idx="759">
                  <c:v>1117.665212523073</c:v>
                </c:pt>
                <c:pt idx="760">
                  <c:v>1117.5823477318775</c:v>
                </c:pt>
                <c:pt idx="761">
                  <c:v>1117.4996907017044</c:v>
                </c:pt>
                <c:pt idx="762">
                  <c:v>1117.4172471331365</c:v>
                </c:pt>
                <c:pt idx="763">
                  <c:v>1117.3350225990937</c:v>
                </c:pt>
                <c:pt idx="764">
                  <c:v>1117.253022547193</c:v>
                </c:pt>
                <c:pt idx="765">
                  <c:v>1117.1712465654423</c:v>
                </c:pt>
                <c:pt idx="766">
                  <c:v>1117.0896942599068</c:v>
                </c:pt>
                <c:pt idx="767">
                  <c:v>1117.0083652545923</c:v>
                </c:pt>
                <c:pt idx="768">
                  <c:v>1116.9272591911881</c:v>
                </c:pt>
                <c:pt idx="769">
                  <c:v>1116.8463757288846</c:v>
                </c:pt>
                <c:pt idx="770">
                  <c:v>1116.7657145441553</c:v>
                </c:pt>
                <c:pt idx="771">
                  <c:v>1116.685275330479</c:v>
                </c:pt>
                <c:pt idx="772">
                  <c:v>1116.6050577980941</c:v>
                </c:pt>
                <c:pt idx="773">
                  <c:v>1116.5250616736789</c:v>
                </c:pt>
                <c:pt idx="774">
                  <c:v>1116.4452867000928</c:v>
                </c:pt>
                <c:pt idx="775">
                  <c:v>1116.3657326360672</c:v>
                </c:pt>
                <c:pt idx="776">
                  <c:v>1116.28639925584</c:v>
                </c:pt>
                <c:pt idx="777">
                  <c:v>1116.2072863488727</c:v>
                </c:pt>
                <c:pt idx="778">
                  <c:v>1116.1283937195469</c:v>
                </c:pt>
                <c:pt idx="779">
                  <c:v>1116.0497211867582</c:v>
                </c:pt>
                <c:pt idx="780">
                  <c:v>1115.9712685836143</c:v>
                </c:pt>
                <c:pt idx="781">
                  <c:v>1115.8930357571032</c:v>
                </c:pt>
                <c:pt idx="782">
                  <c:v>1115.8150225677196</c:v>
                </c:pt>
                <c:pt idx="783">
                  <c:v>1115.7372288891331</c:v>
                </c:pt>
                <c:pt idx="784">
                  <c:v>1115.6596546078338</c:v>
                </c:pt>
                <c:pt idx="785">
                  <c:v>1115.5822996228103</c:v>
                </c:pt>
                <c:pt idx="786">
                  <c:v>1115.5051638451207</c:v>
                </c:pt>
                <c:pt idx="787">
                  <c:v>1115.4282471744698</c:v>
                </c:pt>
                <c:pt idx="788">
                  <c:v>1115.3515494995788</c:v>
                </c:pt>
                <c:pt idx="789">
                  <c:v>1115.2750706985501</c:v>
                </c:pt>
                <c:pt idx="790">
                  <c:v>1115.1988106392344</c:v>
                </c:pt>
                <c:pt idx="791">
                  <c:v>1115.1227691796685</c:v>
                </c:pt>
                <c:pt idx="792">
                  <c:v>1115.0469461683088</c:v>
                </c:pt>
                <c:pt idx="793">
                  <c:v>1114.9713414444809</c:v>
                </c:pt>
                <c:pt idx="794">
                  <c:v>1114.895954838659</c:v>
                </c:pt>
                <c:pt idx="795">
                  <c:v>1114.8207861727378</c:v>
                </c:pt>
                <c:pt idx="796">
                  <c:v>1114.7458352604397</c:v>
                </c:pt>
                <c:pt idx="797">
                  <c:v>1114.6711019075394</c:v>
                </c:pt>
                <c:pt idx="798">
                  <c:v>1114.5965859121718</c:v>
                </c:pt>
                <c:pt idx="799">
                  <c:v>1114.5222870650912</c:v>
                </c:pt>
                <c:pt idx="800">
                  <c:v>1114.4482051500001</c:v>
                </c:pt>
                <c:pt idx="801">
                  <c:v>1114.3743399437406</c:v>
                </c:pt>
                <c:pt idx="802">
                  <c:v>1114.300691216589</c:v>
                </c:pt>
                <c:pt idx="803">
                  <c:v>1114.2272587325044</c:v>
                </c:pt>
                <c:pt idx="804">
                  <c:v>1114.1540422493324</c:v>
                </c:pt>
                <c:pt idx="805">
                  <c:v>1114.0810415190872</c:v>
                </c:pt>
                <c:pt idx="806">
                  <c:v>1114.0082562881155</c:v>
                </c:pt>
                <c:pt idx="807">
                  <c:v>1113.9356862973841</c:v>
                </c:pt>
                <c:pt idx="808">
                  <c:v>1113.8633312826178</c:v>
                </c:pt>
                <c:pt idx="809">
                  <c:v>1113.7911909744862</c:v>
                </c:pt>
                <c:pt idx="810">
                  <c:v>1113.7192650986162</c:v>
                </c:pt>
                <c:pt idx="811">
                  <c:v>1113.6475533758035</c:v>
                </c:pt>
                <c:pt idx="812">
                  <c:v>1113.5760555220311</c:v>
                </c:pt>
                <c:pt idx="813">
                  <c:v>1113.504771248626</c:v>
                </c:pt>
                <c:pt idx="814">
                  <c:v>1113.4337002623447</c:v>
                </c:pt>
                <c:pt idx="815">
                  <c:v>1113.3628422654454</c:v>
                </c:pt>
                <c:pt idx="816">
                  <c:v>1113.2921969558183</c:v>
                </c:pt>
                <c:pt idx="817">
                  <c:v>1113.2217640270428</c:v>
                </c:pt>
                <c:pt idx="818">
                  <c:v>1113.1515431685104</c:v>
                </c:pt>
                <c:pt idx="819">
                  <c:v>1113.0815340655461</c:v>
                </c:pt>
                <c:pt idx="820">
                  <c:v>1113.0117363993936</c:v>
                </c:pt>
                <c:pt idx="821">
                  <c:v>1112.9421498474032</c:v>
                </c:pt>
                <c:pt idx="822">
                  <c:v>1112.8727740830627</c:v>
                </c:pt>
                <c:pt idx="823">
                  <c:v>1112.8036087761393</c:v>
                </c:pt>
                <c:pt idx="824">
                  <c:v>1112.7346535926447</c:v>
                </c:pt>
                <c:pt idx="825">
                  <c:v>1112.6659081950861</c:v>
                </c:pt>
                <c:pt idx="826">
                  <c:v>1112.5973722423794</c:v>
                </c:pt>
                <c:pt idx="827">
                  <c:v>1112.5290453900295</c:v>
                </c:pt>
                <c:pt idx="828">
                  <c:v>1112.4609272902107</c:v>
                </c:pt>
                <c:pt idx="829">
                  <c:v>1112.393017591743</c:v>
                </c:pt>
                <c:pt idx="830">
                  <c:v>1112.3253159403134</c:v>
                </c:pt>
                <c:pt idx="831">
                  <c:v>1112.2578219784173</c:v>
                </c:pt>
                <c:pt idx="832">
                  <c:v>1112.1905353455033</c:v>
                </c:pt>
                <c:pt idx="833">
                  <c:v>1112.1234556780253</c:v>
                </c:pt>
                <c:pt idx="834">
                  <c:v>1112.0565826095101</c:v>
                </c:pt>
                <c:pt idx="835">
                  <c:v>1111.9899157706366</c:v>
                </c:pt>
                <c:pt idx="836">
                  <c:v>1111.9234547892729</c:v>
                </c:pt>
                <c:pt idx="837">
                  <c:v>1111.8571992905565</c:v>
                </c:pt>
                <c:pt idx="838">
                  <c:v>1111.791148896986</c:v>
                </c:pt>
                <c:pt idx="839">
                  <c:v>1111.7253032284432</c:v>
                </c:pt>
                <c:pt idx="840">
                  <c:v>1111.6596619022648</c:v>
                </c:pt>
                <c:pt idx="841">
                  <c:v>1111.5942245333042</c:v>
                </c:pt>
                <c:pt idx="842">
                  <c:v>1111.5289907339959</c:v>
                </c:pt>
                <c:pt idx="843">
                  <c:v>1111.4639601144222</c:v>
                </c:pt>
                <c:pt idx="844">
                  <c:v>1111.3991322823467</c:v>
                </c:pt>
                <c:pt idx="845">
                  <c:v>1111.3345068432634</c:v>
                </c:pt>
                <c:pt idx="846">
                  <c:v>1111.2700834005029</c:v>
                </c:pt>
                <c:pt idx="847">
                  <c:v>1111.2058615552126</c:v>
                </c:pt>
                <c:pt idx="848">
                  <c:v>1111.1418409064786</c:v>
                </c:pt>
                <c:pt idx="849">
                  <c:v>1111.0780210513315</c:v>
                </c:pt>
                <c:pt idx="850">
                  <c:v>1111.0144015848196</c:v>
                </c:pt>
                <c:pt idx="851">
                  <c:v>1110.9509821000256</c:v>
                </c:pt>
                <c:pt idx="852">
                  <c:v>1110.8877621881775</c:v>
                </c:pt>
                <c:pt idx="853">
                  <c:v>1110.8247414386201</c:v>
                </c:pt>
                <c:pt idx="854">
                  <c:v>1110.761919438937</c:v>
                </c:pt>
                <c:pt idx="855">
                  <c:v>1110.6992957749405</c:v>
                </c:pt>
                <c:pt idx="856">
                  <c:v>1110.6368700307423</c:v>
                </c:pt>
                <c:pt idx="857">
                  <c:v>1110.574641788806</c:v>
                </c:pt>
                <c:pt idx="858">
                  <c:v>1110.5126106299535</c:v>
                </c:pt>
                <c:pt idx="859">
                  <c:v>1110.4507761334521</c:v>
                </c:pt>
                <c:pt idx="860">
                  <c:v>1110.3891378770209</c:v>
                </c:pt>
                <c:pt idx="861">
                  <c:v>1110.3276954369321</c:v>
                </c:pt>
                <c:pt idx="862">
                  <c:v>1110.2664483879441</c:v>
                </c:pt>
                <c:pt idx="863">
                  <c:v>1110.2053963034757</c:v>
                </c:pt>
                <c:pt idx="864">
                  <c:v>1110.144538755525</c:v>
                </c:pt>
                <c:pt idx="865">
                  <c:v>1110.0838753147943</c:v>
                </c:pt>
                <c:pt idx="866">
                  <c:v>1110.0234055506814</c:v>
                </c:pt>
                <c:pt idx="867">
                  <c:v>1109.9631290313239</c:v>
                </c:pt>
                <c:pt idx="868">
                  <c:v>1109.9030453236671</c:v>
                </c:pt>
                <c:pt idx="869">
                  <c:v>1109.8431539934477</c:v>
                </c:pt>
                <c:pt idx="870">
                  <c:v>1109.7834546052943</c:v>
                </c:pt>
                <c:pt idx="871">
                  <c:v>1109.7239467226802</c:v>
                </c:pt>
                <c:pt idx="872">
                  <c:v>1109.6646299080646</c:v>
                </c:pt>
                <c:pt idx="873">
                  <c:v>1109.6055037228045</c:v>
                </c:pt>
                <c:pt idx="874">
                  <c:v>1109.5465677273064</c:v>
                </c:pt>
                <c:pt idx="875">
                  <c:v>1109.487821480968</c:v>
                </c:pt>
                <c:pt idx="876">
                  <c:v>1109.4292645422661</c:v>
                </c:pt>
                <c:pt idx="877">
                  <c:v>1109.370896468763</c:v>
                </c:pt>
                <c:pt idx="878">
                  <c:v>1109.3127168171375</c:v>
                </c:pt>
                <c:pt idx="879">
                  <c:v>1109.2547251432372</c:v>
                </c:pt>
                <c:pt idx="880">
                  <c:v>1109.1969210020909</c:v>
                </c:pt>
                <c:pt idx="881">
                  <c:v>1109.1393039479276</c:v>
                </c:pt>
                <c:pt idx="882">
                  <c:v>1109.0818735342418</c:v>
                </c:pt>
                <c:pt idx="883">
                  <c:v>1109.0246293137911</c:v>
                </c:pt>
                <c:pt idx="884">
                  <c:v>1108.9675708386294</c:v>
                </c:pt>
                <c:pt idx="885">
                  <c:v>1108.9106976601599</c:v>
                </c:pt>
                <c:pt idx="886">
                  <c:v>1108.8540093291372</c:v>
                </c:pt>
                <c:pt idx="887">
                  <c:v>1108.79750539568</c:v>
                </c:pt>
                <c:pt idx="888">
                  <c:v>1108.7411854093443</c:v>
                </c:pt>
                <c:pt idx="889">
                  <c:v>1108.6850489191108</c:v>
                </c:pt>
                <c:pt idx="890">
                  <c:v>1108.6290954734554</c:v>
                </c:pt>
                <c:pt idx="891">
                  <c:v>1108.5733246202888</c:v>
                </c:pt>
                <c:pt idx="892">
                  <c:v>1108.5177359070765</c:v>
                </c:pt>
                <c:pt idx="893">
                  <c:v>1108.4623288808327</c:v>
                </c:pt>
                <c:pt idx="894">
                  <c:v>1108.4071030881094</c:v>
                </c:pt>
                <c:pt idx="895">
                  <c:v>1108.3520580750449</c:v>
                </c:pt>
                <c:pt idx="896">
                  <c:v>1108.2971933874112</c:v>
                </c:pt>
                <c:pt idx="897">
                  <c:v>1108.24250857062</c:v>
                </c:pt>
                <c:pt idx="898">
                  <c:v>1108.1880031697131</c:v>
                </c:pt>
                <c:pt idx="899">
                  <c:v>1108.1336767294333</c:v>
                </c:pt>
                <c:pt idx="900">
                  <c:v>1108.0795287942296</c:v>
                </c:pt>
                <c:pt idx="901">
                  <c:v>1108.0255589082683</c:v>
                </c:pt>
                <c:pt idx="902">
                  <c:v>1107.97176661545</c:v>
                </c:pt>
                <c:pt idx="903">
                  <c:v>1107.9181514594859</c:v>
                </c:pt>
                <c:pt idx="904">
                  <c:v>1107.8647129838107</c:v>
                </c:pt>
                <c:pt idx="905">
                  <c:v>1107.8114507317407</c:v>
                </c:pt>
                <c:pt idx="906">
                  <c:v>1107.7583642463603</c:v>
                </c:pt>
                <c:pt idx="907">
                  <c:v>1107.7054530706569</c:v>
                </c:pt>
                <c:pt idx="908">
                  <c:v>1107.6527167474273</c:v>
                </c:pt>
                <c:pt idx="909">
                  <c:v>1107.6001548194226</c:v>
                </c:pt>
                <c:pt idx="910">
                  <c:v>1107.5477668292403</c:v>
                </c:pt>
                <c:pt idx="911">
                  <c:v>1107.4955523194592</c:v>
                </c:pt>
                <c:pt idx="912">
                  <c:v>1107.4435108325549</c:v>
                </c:pt>
                <c:pt idx="913">
                  <c:v>1107.3916419109958</c:v>
                </c:pt>
                <c:pt idx="914">
                  <c:v>1107.3399450972242</c:v>
                </c:pt>
                <c:pt idx="915">
                  <c:v>1107.2884199336802</c:v>
                </c:pt>
                <c:pt idx="916">
                  <c:v>1107.2370659628248</c:v>
                </c:pt>
                <c:pt idx="917">
                  <c:v>1107.1858827271183</c:v>
                </c:pt>
                <c:pt idx="918">
                  <c:v>1107.1348697691292</c:v>
                </c:pt>
                <c:pt idx="919">
                  <c:v>1107.0840266314408</c:v>
                </c:pt>
                <c:pt idx="920">
                  <c:v>1107.0333528567419</c:v>
                </c:pt>
                <c:pt idx="921">
                  <c:v>1106.9828479878304</c:v>
                </c:pt>
                <c:pt idx="922">
                  <c:v>1106.9325115675738</c:v>
                </c:pt>
                <c:pt idx="923">
                  <c:v>1106.8823431390317</c:v>
                </c:pt>
                <c:pt idx="924">
                  <c:v>1106.832342245345</c:v>
                </c:pt>
                <c:pt idx="925">
                  <c:v>1106.7825084298629</c:v>
                </c:pt>
                <c:pt idx="926">
                  <c:v>1106.7328412360905</c:v>
                </c:pt>
                <c:pt idx="927">
                  <c:v>1106.6833402077179</c:v>
                </c:pt>
                <c:pt idx="928">
                  <c:v>1106.6340048886514</c:v>
                </c:pt>
                <c:pt idx="929">
                  <c:v>1106.5848348229863</c:v>
                </c:pt>
                <c:pt idx="930">
                  <c:v>1106.5358295550911</c:v>
                </c:pt>
                <c:pt idx="931">
                  <c:v>1106.4869886295578</c:v>
                </c:pt>
                <c:pt idx="932">
                  <c:v>1106.4383115912251</c:v>
                </c:pt>
                <c:pt idx="933">
                  <c:v>1106.3897979852254</c:v>
                </c:pt>
                <c:pt idx="934">
                  <c:v>1106.3414473569655</c:v>
                </c:pt>
                <c:pt idx="935">
                  <c:v>1106.2932592521458</c:v>
                </c:pt>
                <c:pt idx="936">
                  <c:v>1106.2452332167766</c:v>
                </c:pt>
                <c:pt idx="937">
                  <c:v>1106.1973687972213</c:v>
                </c:pt>
                <c:pt idx="938">
                  <c:v>1106.1496655401313</c:v>
                </c:pt>
                <c:pt idx="939">
                  <c:v>1106.1021229925232</c:v>
                </c:pt>
                <c:pt idx="940">
                  <c:v>1106.0547407018041</c:v>
                </c:pt>
                <c:pt idx="941">
                  <c:v>1106.0075182157034</c:v>
                </c:pt>
                <c:pt idx="942">
                  <c:v>1105.960455082356</c:v>
                </c:pt>
                <c:pt idx="943">
                  <c:v>1105.9135508502839</c:v>
                </c:pt>
                <c:pt idx="944">
                  <c:v>1105.8668050684241</c:v>
                </c:pt>
                <c:pt idx="945">
                  <c:v>1105.8202172861268</c:v>
                </c:pt>
                <c:pt idx="946">
                  <c:v>1105.7737870531528</c:v>
                </c:pt>
                <c:pt idx="947">
                  <c:v>1105.7275139197163</c:v>
                </c:pt>
                <c:pt idx="948">
                  <c:v>1105.6813974364638</c:v>
                </c:pt>
                <c:pt idx="949">
                  <c:v>1105.6354371545226</c:v>
                </c:pt>
                <c:pt idx="950">
                  <c:v>1105.5896326254456</c:v>
                </c:pt>
                <c:pt idx="951">
                  <c:v>1105.5439834013159</c:v>
                </c:pt>
                <c:pt idx="952">
                  <c:v>1105.49848903467</c:v>
                </c:pt>
                <c:pt idx="953">
                  <c:v>1105.4531490785405</c:v>
                </c:pt>
                <c:pt idx="954">
                  <c:v>1105.4079630864856</c:v>
                </c:pt>
                <c:pt idx="955">
                  <c:v>1105.3629306125511</c:v>
                </c:pt>
                <c:pt idx="956">
                  <c:v>1105.3180512113263</c:v>
                </c:pt>
                <c:pt idx="957">
                  <c:v>1105.2733244379447</c:v>
                </c:pt>
                <c:pt idx="958">
                  <c:v>1105.22874984805</c:v>
                </c:pt>
                <c:pt idx="959">
                  <c:v>1105.1843269978556</c:v>
                </c:pt>
                <c:pt idx="960">
                  <c:v>1105.1400554441389</c:v>
                </c:pt>
                <c:pt idx="961">
                  <c:v>1105.0959347442383</c:v>
                </c:pt>
                <c:pt idx="962">
                  <c:v>1105.05196445606</c:v>
                </c:pt>
                <c:pt idx="963">
                  <c:v>1105.0081441381019</c:v>
                </c:pt>
                <c:pt idx="964">
                  <c:v>1104.9644733494563</c:v>
                </c:pt>
                <c:pt idx="965">
                  <c:v>1104.9209516498249</c:v>
                </c:pt>
                <c:pt idx="966">
                  <c:v>1104.8775785994835</c:v>
                </c:pt>
                <c:pt idx="967">
                  <c:v>1104.8343537593528</c:v>
                </c:pt>
                <c:pt idx="968">
                  <c:v>1104.7912766909728</c:v>
                </c:pt>
                <c:pt idx="969">
                  <c:v>1104.7483469564979</c:v>
                </c:pt>
                <c:pt idx="970">
                  <c:v>1104.7055641187292</c:v>
                </c:pt>
                <c:pt idx="971">
                  <c:v>1104.66292774112</c:v>
                </c:pt>
                <c:pt idx="972">
                  <c:v>1104.6204373877492</c:v>
                </c:pt>
                <c:pt idx="973">
                  <c:v>1104.5780926233683</c:v>
                </c:pt>
                <c:pt idx="974">
                  <c:v>1104.5358930134073</c:v>
                </c:pt>
                <c:pt idx="975">
                  <c:v>1104.4938381239508</c:v>
                </c:pt>
                <c:pt idx="976">
                  <c:v>1104.4519275217481</c:v>
                </c:pt>
                <c:pt idx="977">
                  <c:v>1104.4101607742643</c:v>
                </c:pt>
                <c:pt idx="978">
                  <c:v>1104.3685374496188</c:v>
                </c:pt>
                <c:pt idx="979">
                  <c:v>1104.3270571166563</c:v>
                </c:pt>
                <c:pt idx="980">
                  <c:v>1104.2857193449063</c:v>
                </c:pt>
                <c:pt idx="981">
                  <c:v>1104.2445237045995</c:v>
                </c:pt>
                <c:pt idx="982">
                  <c:v>1104.2034697667073</c:v>
                </c:pt>
                <c:pt idx="983">
                  <c:v>1104.1625571029015</c:v>
                </c:pt>
                <c:pt idx="984">
                  <c:v>1104.1217852855621</c:v>
                </c:pt>
                <c:pt idx="985">
                  <c:v>1104.0811538878372</c:v>
                </c:pt>
                <c:pt idx="986">
                  <c:v>1104.0406624835734</c:v>
                </c:pt>
                <c:pt idx="987">
                  <c:v>1104.0003106473866</c:v>
                </c:pt>
                <c:pt idx="988">
                  <c:v>1103.960097954621</c:v>
                </c:pt>
                <c:pt idx="989">
                  <c:v>1103.9200239813724</c:v>
                </c:pt>
                <c:pt idx="990">
                  <c:v>1103.8800883044869</c:v>
                </c:pt>
                <c:pt idx="991">
                  <c:v>1103.8402905016032</c:v>
                </c:pt>
                <c:pt idx="992">
                  <c:v>1103.8006301510738</c:v>
                </c:pt>
                <c:pt idx="993">
                  <c:v>1103.76110683207</c:v>
                </c:pt>
                <c:pt idx="994">
                  <c:v>1103.7217201245116</c:v>
                </c:pt>
                <c:pt idx="995">
                  <c:v>1103.6824696090957</c:v>
                </c:pt>
                <c:pt idx="996">
                  <c:v>1103.6433548673074</c:v>
                </c:pt>
                <c:pt idx="997">
                  <c:v>1103.6043754814245</c:v>
                </c:pt>
                <c:pt idx="998">
                  <c:v>1103.5655310345028</c:v>
                </c:pt>
                <c:pt idx="999">
                  <c:v>1103.5268211104139</c:v>
                </c:pt>
                <c:pt idx="1000">
                  <c:v>1103.4882452938127</c:v>
                </c:pt>
                <c:pt idx="1001">
                  <c:v>1103.4498031701635</c:v>
                </c:pt>
                <c:pt idx="1002">
                  <c:v>1103.4114943257289</c:v>
                </c:pt>
                <c:pt idx="1003">
                  <c:v>1103.3733183476147</c:v>
                </c:pt>
                <c:pt idx="1004">
                  <c:v>1103.3352748236882</c:v>
                </c:pt>
                <c:pt idx="1005">
                  <c:v>1103.2973633426893</c:v>
                </c:pt>
                <c:pt idx="1006">
                  <c:v>1103.2595834941408</c:v>
                </c:pt>
                <c:pt idx="1007">
                  <c:v>1103.22193486841</c:v>
                </c:pt>
                <c:pt idx="1008">
                  <c:v>1103.1844170566894</c:v>
                </c:pt>
                <c:pt idx="1009">
                  <c:v>1103.1470296510099</c:v>
                </c:pt>
                <c:pt idx="1010">
                  <c:v>1103.1097722442132</c:v>
                </c:pt>
                <c:pt idx="1011">
                  <c:v>1103.0726444300192</c:v>
                </c:pt>
                <c:pt idx="1012">
                  <c:v>1103.0356458029607</c:v>
                </c:pt>
                <c:pt idx="1013">
                  <c:v>1102.9987759584162</c:v>
                </c:pt>
                <c:pt idx="1014">
                  <c:v>1102.9620344926257</c:v>
                </c:pt>
                <c:pt idx="1015">
                  <c:v>1102.9254210026525</c:v>
                </c:pt>
                <c:pt idx="1016">
                  <c:v>1102.8889350864654</c:v>
                </c:pt>
                <c:pt idx="1017">
                  <c:v>1102.8525763428281</c:v>
                </c:pt>
                <c:pt idx="1018">
                  <c:v>1102.8163443713979</c:v>
                </c:pt>
                <c:pt idx="1019">
                  <c:v>1102.7802387726956</c:v>
                </c:pt>
                <c:pt idx="1020">
                  <c:v>1102.7442591480876</c:v>
                </c:pt>
                <c:pt idx="1021">
                  <c:v>1102.7084050998178</c:v>
                </c:pt>
                <c:pt idx="1022">
                  <c:v>1102.6726762309897</c:v>
                </c:pt>
                <c:pt idx="1023">
                  <c:v>1102.6370721455887</c:v>
                </c:pt>
                <c:pt idx="1024">
                  <c:v>1102.6015924484589</c:v>
                </c:pt>
                <c:pt idx="1025">
                  <c:v>1102.5662367453515</c:v>
                </c:pt>
                <c:pt idx="1026">
                  <c:v>1102.5310046428447</c:v>
                </c:pt>
                <c:pt idx="1027">
                  <c:v>1102.4958957484509</c:v>
                </c:pt>
                <c:pt idx="1028">
                  <c:v>1102.4609096705233</c:v>
                </c:pt>
                <c:pt idx="1029">
                  <c:v>1102.4260460183045</c:v>
                </c:pt>
                <c:pt idx="1030">
                  <c:v>1102.3913044019459</c:v>
                </c:pt>
                <c:pt idx="1031">
                  <c:v>1102.3566844324525</c:v>
                </c:pt>
                <c:pt idx="1032">
                  <c:v>1102.3221857217552</c:v>
                </c:pt>
                <c:pt idx="1033">
                  <c:v>1102.2878078826536</c:v>
                </c:pt>
                <c:pt idx="1034">
                  <c:v>1102.253550528834</c:v>
                </c:pt>
                <c:pt idx="1035">
                  <c:v>1102.2194132749007</c:v>
                </c:pt>
                <c:pt idx="1036">
                  <c:v>1102.1853957363144</c:v>
                </c:pt>
                <c:pt idx="1037">
                  <c:v>1102.151497529476</c:v>
                </c:pt>
                <c:pt idx="1038">
                  <c:v>1102.1177182716724</c:v>
                </c:pt>
                <c:pt idx="1039">
                  <c:v>1102.0840575810641</c:v>
                </c:pt>
                <c:pt idx="1040">
                  <c:v>1102.050515076736</c:v>
                </c:pt>
                <c:pt idx="1041">
                  <c:v>1102.0170903786934</c:v>
                </c:pt>
                <c:pt idx="1042">
                  <c:v>1101.9837831078048</c:v>
                </c:pt>
                <c:pt idx="1043">
                  <c:v>1101.9505928858607</c:v>
                </c:pt>
                <c:pt idx="1044">
                  <c:v>1101.9175193355845</c:v>
                </c:pt>
                <c:pt idx="1045">
                  <c:v>1101.8845620805594</c:v>
                </c:pt>
                <c:pt idx="1046">
                  <c:v>1101.8517207453219</c:v>
                </c:pt>
                <c:pt idx="1047">
                  <c:v>1101.8189949552834</c:v>
                </c:pt>
                <c:pt idx="1048">
                  <c:v>1101.7863843367832</c:v>
                </c:pt>
                <c:pt idx="1049">
                  <c:v>1101.7538885170661</c:v>
                </c:pt>
                <c:pt idx="1050">
                  <c:v>1101.7215071242972</c:v>
                </c:pt>
                <c:pt idx="1051">
                  <c:v>1101.6892397875438</c:v>
                </c:pt>
                <c:pt idx="1052">
                  <c:v>1101.6570861368041</c:v>
                </c:pt>
                <c:pt idx="1053">
                  <c:v>1101.6250458029631</c:v>
                </c:pt>
                <c:pt idx="1054">
                  <c:v>1101.5931184178514</c:v>
                </c:pt>
                <c:pt idx="1055">
                  <c:v>1101.5613036142006</c:v>
                </c:pt>
                <c:pt idx="1056">
                  <c:v>1101.5296010256479</c:v>
                </c:pt>
                <c:pt idx="1057">
                  <c:v>1101.4980102867717</c:v>
                </c:pt>
                <c:pt idx="1058">
                  <c:v>1101.4665310330599</c:v>
                </c:pt>
                <c:pt idx="1059">
                  <c:v>1101.4351629009154</c:v>
                </c:pt>
                <c:pt idx="1060">
                  <c:v>1101.4039055276526</c:v>
                </c:pt>
                <c:pt idx="1061">
                  <c:v>1101.3727585515105</c:v>
                </c:pt>
                <c:pt idx="1062">
                  <c:v>1101.3417216116616</c:v>
                </c:pt>
                <c:pt idx="1063">
                  <c:v>1101.3107943481796</c:v>
                </c:pt>
                <c:pt idx="1064">
                  <c:v>1101.279976402072</c:v>
                </c:pt>
                <c:pt idx="1065">
                  <c:v>1101.2492674152693</c:v>
                </c:pt>
                <c:pt idx="1066">
                  <c:v>1101.2186670305864</c:v>
                </c:pt>
                <c:pt idx="1067">
                  <c:v>1101.1881748918097</c:v>
                </c:pt>
                <c:pt idx="1068">
                  <c:v>1101.157790643626</c:v>
                </c:pt>
                <c:pt idx="1069">
                  <c:v>1101.1275139316338</c:v>
                </c:pt>
                <c:pt idx="1070">
                  <c:v>1101.0973444023634</c:v>
                </c:pt>
                <c:pt idx="1071">
                  <c:v>1101.0672817032612</c:v>
                </c:pt>
                <c:pt idx="1072">
                  <c:v>1101.0373254827198</c:v>
                </c:pt>
                <c:pt idx="1073">
                  <c:v>1101.0074753900053</c:v>
                </c:pt>
                <c:pt idx="1074">
                  <c:v>1100.9777310753498</c:v>
                </c:pt>
                <c:pt idx="1075">
                  <c:v>1100.948092189883</c:v>
                </c:pt>
                <c:pt idx="1076">
                  <c:v>1100.9185583856779</c:v>
                </c:pt>
                <c:pt idx="1077">
                  <c:v>1100.8891293157014</c:v>
                </c:pt>
                <c:pt idx="1078">
                  <c:v>1100.8598046338552</c:v>
                </c:pt>
                <c:pt idx="1079">
                  <c:v>1100.8305839949528</c:v>
                </c:pt>
                <c:pt idx="1080">
                  <c:v>1100.8014670547577</c:v>
                </c:pt>
                <c:pt idx="1081">
                  <c:v>1100.8175434045315</c:v>
                </c:pt>
                <c:pt idx="1082">
                  <c:v>1100.8333445317458</c:v>
                </c:pt>
                <c:pt idx="1083">
                  <c:v>1100.8488760892778</c:v>
                </c:pt>
                <c:pt idx="1084">
                  <c:v>1100.8641427168945</c:v>
                </c:pt>
                <c:pt idx="1085">
                  <c:v>1100.8791484167416</c:v>
                </c:pt>
                <c:pt idx="1086">
                  <c:v>1100.8938967769241</c:v>
                </c:pt>
                <c:pt idx="1087">
                  <c:v>1100.9083911069536</c:v>
                </c:pt>
                <c:pt idx="1088">
                  <c:v>1100.9226345213533</c:v>
                </c:pt>
                <c:pt idx="1089">
                  <c:v>1100.9366299925191</c:v>
                </c:pt>
                <c:pt idx="1090">
                  <c:v>1100.9503803847622</c:v>
                </c:pt>
                <c:pt idx="1091">
                  <c:v>1100.9638884770247</c:v>
                </c:pt>
                <c:pt idx="1092">
                  <c:v>1100.9771569782399</c:v>
                </c:pt>
                <c:pt idx="1093">
                  <c:v>1100.9901885382371</c:v>
                </c:pt>
                <c:pt idx="1094">
                  <c:v>1101.0029857554398</c:v>
                </c:pt>
                <c:pt idx="1095">
                  <c:v>1101.0155511827231</c:v>
                </c:pt>
                <c:pt idx="1096">
                  <c:v>1101.027887331712</c:v>
                </c:pt>
                <c:pt idx="1097">
                  <c:v>1101.0399966762329</c:v>
                </c:pt>
                <c:pt idx="1098">
                  <c:v>1101.0518816550007</c:v>
                </c:pt>
                <c:pt idx="1099">
                  <c:v>1101.0635446737754</c:v>
                </c:pt>
                <c:pt idx="1100">
                  <c:v>1101.0749881072104</c:v>
                </c:pt>
                <c:pt idx="1101">
                  <c:v>1101.0862143002923</c:v>
                </c:pt>
                <c:pt idx="1102">
                  <c:v>1101.097225569692</c:v>
                </c:pt>
                <c:pt idx="1103">
                  <c:v>1101.1081515401575</c:v>
                </c:pt>
                <c:pt idx="1104">
                  <c:v>1101.1189924173436</c:v>
                </c:pt>
                <c:pt idx="1105">
                  <c:v>1101.1297484064157</c:v>
                </c:pt>
                <c:pt idx="1106">
                  <c:v>1101.1404197124641</c:v>
                </c:pt>
                <c:pt idx="1107">
                  <c:v>1101.1510065409464</c:v>
                </c:pt>
                <c:pt idx="1108">
                  <c:v>1101.161509098009</c:v>
                </c:pt>
                <c:pt idx="1109">
                  <c:v>1101.1719275907799</c:v>
                </c:pt>
                <c:pt idx="1110">
                  <c:v>1101.1822622275781</c:v>
                </c:pt>
                <c:pt idx="1111">
                  <c:v>1101.1925132181739</c:v>
                </c:pt>
                <c:pt idx="1112">
                  <c:v>1101.2026807738873</c:v>
                </c:pt>
                <c:pt idx="1113">
                  <c:v>1101.2127651078165</c:v>
                </c:pt>
                <c:pt idx="1114">
                  <c:v>1101.2227664348954</c:v>
                </c:pt>
                <c:pt idx="1115">
                  <c:v>1101.2326849720052</c:v>
                </c:pt>
                <c:pt idx="1116">
                  <c:v>1101.2425209381017</c:v>
                </c:pt>
                <c:pt idx="1117">
                  <c:v>1101.2522745542269</c:v>
                </c:pt>
                <c:pt idx="1118">
                  <c:v>1101.2619460436028</c:v>
                </c:pt>
                <c:pt idx="1119">
                  <c:v>1101.2715356316546</c:v>
                </c:pt>
                <c:pt idx="1120">
                  <c:v>1101.2810435460985</c:v>
                </c:pt>
                <c:pt idx="1121">
                  <c:v>1101.2904700168658</c:v>
                </c:pt>
                <c:pt idx="1122">
                  <c:v>1101.2998152762304</c:v>
                </c:pt>
                <c:pt idx="1123">
                  <c:v>1101.3090795587525</c:v>
                </c:pt>
                <c:pt idx="1124">
                  <c:v>1101.3182631013181</c:v>
                </c:pt>
                <c:pt idx="1125">
                  <c:v>1101.3273666573964</c:v>
                </c:pt>
                <c:pt idx="1126">
                  <c:v>1101.3363909703123</c:v>
                </c:pt>
                <c:pt idx="1127">
                  <c:v>1101.3453367734492</c:v>
                </c:pt>
                <c:pt idx="1128">
                  <c:v>1101.3542047903829</c:v>
                </c:pt>
                <c:pt idx="1129">
                  <c:v>1101.3629957350847</c:v>
                </c:pt>
                <c:pt idx="1130">
                  <c:v>1101.3717103121298</c:v>
                </c:pt>
                <c:pt idx="1131">
                  <c:v>1101.3803492168231</c:v>
                </c:pt>
                <c:pt idx="1132">
                  <c:v>1101.3889131353671</c:v>
                </c:pt>
                <c:pt idx="1133">
                  <c:v>1101.3974027450533</c:v>
                </c:pt>
                <c:pt idx="1134">
                  <c:v>1101.4058187143746</c:v>
                </c:pt>
                <c:pt idx="1135">
                  <c:v>1101.4141617032071</c:v>
                </c:pt>
                <c:pt idx="1136">
                  <c:v>1101.422432362953</c:v>
                </c:pt>
                <c:pt idx="1137">
                  <c:v>1101.4306313366626</c:v>
                </c:pt>
                <c:pt idx="1138">
                  <c:v>1101.4387592592075</c:v>
                </c:pt>
                <c:pt idx="1139">
                  <c:v>1101.4468167573816</c:v>
                </c:pt>
                <c:pt idx="1140">
                  <c:v>1101.4548044500759</c:v>
                </c:pt>
                <c:pt idx="1141">
                  <c:v>1101.4627229483563</c:v>
                </c:pt>
                <c:pt idx="1142">
                  <c:v>1101.470572855636</c:v>
                </c:pt>
                <c:pt idx="1143">
                  <c:v>1101.478354767778</c:v>
                </c:pt>
                <c:pt idx="1144">
                  <c:v>1101.4860692732277</c:v>
                </c:pt>
                <c:pt idx="1145">
                  <c:v>1101.4937169531163</c:v>
                </c:pt>
                <c:pt idx="1146">
                  <c:v>1101.5012983814006</c:v>
                </c:pt>
                <c:pt idx="1147">
                  <c:v>1101.508814127023</c:v>
                </c:pt>
                <c:pt idx="1148">
                  <c:v>1101.5162647539855</c:v>
                </c:pt>
                <c:pt idx="1149">
                  <c:v>1101.523650821385</c:v>
                </c:pt>
                <c:pt idx="1150">
                  <c:v>1101.5309728834438</c:v>
                </c:pt>
                <c:pt idx="1151">
                  <c:v>1101.5382314895919</c:v>
                </c:pt>
                <c:pt idx="1152">
                  <c:v>1101.5454271844237</c:v>
                </c:pt>
                <c:pt idx="1153">
                  <c:v>1101.5525605078542</c:v>
                </c:pt>
                <c:pt idx="1154">
                  <c:v>1101.5596319950523</c:v>
                </c:pt>
                <c:pt idx="1155">
                  <c:v>1101.5666421765652</c:v>
                </c:pt>
                <c:pt idx="1156">
                  <c:v>1101.5735915782957</c:v>
                </c:pt>
                <c:pt idx="1157">
                  <c:v>1101.5804807215675</c:v>
                </c:pt>
                <c:pt idx="1158">
                  <c:v>1101.5873101231568</c:v>
                </c:pt>
                <c:pt idx="1159">
                  <c:v>1101.5940802953567</c:v>
                </c:pt>
                <c:pt idx="1160">
                  <c:v>1101.6007917459783</c:v>
                </c:pt>
                <c:pt idx="1161">
                  <c:v>1101.6074449783764</c:v>
                </c:pt>
                <c:pt idx="1162">
                  <c:v>1101.61404049155</c:v>
                </c:pt>
                <c:pt idx="1163">
                  <c:v>1101.6205787801141</c:v>
                </c:pt>
                <c:pt idx="1164">
                  <c:v>1101.6270603343526</c:v>
                </c:pt>
                <c:pt idx="1165">
                  <c:v>1101.6334856402955</c:v>
                </c:pt>
                <c:pt idx="1166">
                  <c:v>1101.639855179656</c:v>
                </c:pt>
                <c:pt idx="1167">
                  <c:v>1101.6461694299933</c:v>
                </c:pt>
                <c:pt idx="1168">
                  <c:v>1101.6524288646344</c:v>
                </c:pt>
                <c:pt idx="1169">
                  <c:v>1101.6586339527692</c:v>
                </c:pt>
                <c:pt idx="1170">
                  <c:v>1101.6647851594932</c:v>
                </c:pt>
                <c:pt idx="1171">
                  <c:v>1101.6708829458421</c:v>
                </c:pt>
                <c:pt idx="1172">
                  <c:v>1101.6769277688013</c:v>
                </c:pt>
                <c:pt idx="1173">
                  <c:v>1101.6829200814102</c:v>
                </c:pt>
                <c:pt idx="1174">
                  <c:v>1101.6888603327336</c:v>
                </c:pt>
                <c:pt idx="1175">
                  <c:v>1101.6947489679467</c:v>
                </c:pt>
                <c:pt idx="1176">
                  <c:v>1101.7005864283522</c:v>
                </c:pt>
                <c:pt idx="1177">
                  <c:v>1101.7063731514204</c:v>
                </c:pt>
                <c:pt idx="1178">
                  <c:v>1101.7121095708128</c:v>
                </c:pt>
                <c:pt idx="1179">
                  <c:v>1101.7177961164568</c:v>
                </c:pt>
                <c:pt idx="1180">
                  <c:v>1101.7234332145476</c:v>
                </c:pt>
                <c:pt idx="1181">
                  <c:v>1101.7290212875935</c:v>
                </c:pt>
                <c:pt idx="1182">
                  <c:v>1101.734560754443</c:v>
                </c:pt>
                <c:pt idx="1183">
                  <c:v>1101.7400520303281</c:v>
                </c:pt>
                <c:pt idx="1184">
                  <c:v>1101.7454955269097</c:v>
                </c:pt>
                <c:pt idx="1185">
                  <c:v>1101.7508916522866</c:v>
                </c:pt>
                <c:pt idx="1186">
                  <c:v>1101.7562408110402</c:v>
                </c:pt>
                <c:pt idx="1187">
                  <c:v>1101.7615434042627</c:v>
                </c:pt>
                <c:pt idx="1188">
                  <c:v>1101.7667998296095</c:v>
                </c:pt>
                <c:pt idx="1189">
                  <c:v>1101.7720104812859</c:v>
                </c:pt>
                <c:pt idx="1190">
                  <c:v>1101.7771757501359</c:v>
                </c:pt>
                <c:pt idx="1191">
                  <c:v>1101.7822960236365</c:v>
                </c:pt>
                <c:pt idx="1192">
                  <c:v>1101.7873716859208</c:v>
                </c:pt>
                <c:pt idx="1193">
                  <c:v>1101.7924031178363</c:v>
                </c:pt>
                <c:pt idx="1194">
                  <c:v>1101.7973906969723</c:v>
                </c:pt>
                <c:pt idx="1195">
                  <c:v>1101.8023347976502</c:v>
                </c:pt>
                <c:pt idx="1196">
                  <c:v>1101.8072357910194</c:v>
                </c:pt>
                <c:pt idx="1197">
                  <c:v>1101.8120940450169</c:v>
                </c:pt>
                <c:pt idx="1198">
                  <c:v>1101.8169099244415</c:v>
                </c:pt>
                <c:pt idx="1199">
                  <c:v>1101.8216837909745</c:v>
                </c:pt>
                <c:pt idx="1200">
                  <c:v>1101.8264160031827</c:v>
                </c:pt>
                <c:pt idx="1201">
                  <c:v>1101.8311069165961</c:v>
                </c:pt>
                <c:pt idx="1202">
                  <c:v>1101.8357568836834</c:v>
                </c:pt>
                <c:pt idx="1203">
                  <c:v>1101.840366253912</c:v>
                </c:pt>
                <c:pt idx="1204">
                  <c:v>1101.8449353737335</c:v>
                </c:pt>
                <c:pt idx="1205">
                  <c:v>1101.849464586682</c:v>
                </c:pt>
                <c:pt idx="1206">
                  <c:v>1101.8539542333481</c:v>
                </c:pt>
                <c:pt idx="1207">
                  <c:v>1101.8584046513854</c:v>
                </c:pt>
                <c:pt idx="1208">
                  <c:v>1101.8628161756169</c:v>
                </c:pt>
                <c:pt idx="1209">
                  <c:v>1101.8671891379613</c:v>
                </c:pt>
                <c:pt idx="1210">
                  <c:v>1101.871523867542</c:v>
                </c:pt>
                <c:pt idx="1211">
                  <c:v>1101.8758206906668</c:v>
                </c:pt>
                <c:pt idx="1212">
                  <c:v>1101.8800799308651</c:v>
                </c:pt>
                <c:pt idx="1213">
                  <c:v>1101.884301908907</c:v>
                </c:pt>
                <c:pt idx="1214">
                  <c:v>1101.8884869428298</c:v>
                </c:pt>
                <c:pt idx="1215">
                  <c:v>1101.8926353479694</c:v>
                </c:pt>
                <c:pt idx="1216">
                  <c:v>1101.8967474369776</c:v>
                </c:pt>
                <c:pt idx="1217">
                  <c:v>1101.9008235198492</c:v>
                </c:pt>
                <c:pt idx="1218">
                  <c:v>1101.9048639039429</c:v>
                </c:pt>
                <c:pt idx="1219">
                  <c:v>1101.9088688939987</c:v>
                </c:pt>
                <c:pt idx="1220">
                  <c:v>1101.9128387921539</c:v>
                </c:pt>
                <c:pt idx="1221">
                  <c:v>1101.9167738980159</c:v>
                </c:pt>
                <c:pt idx="1222">
                  <c:v>1101.9206745086224</c:v>
                </c:pt>
                <c:pt idx="1223">
                  <c:v>1101.9245409184766</c:v>
                </c:pt>
                <c:pt idx="1224">
                  <c:v>1101.9283734196058</c:v>
                </c:pt>
                <c:pt idx="1225">
                  <c:v>1101.9321723015489</c:v>
                </c:pt>
                <c:pt idx="1226">
                  <c:v>1101.9359378513889</c:v>
                </c:pt>
                <c:pt idx="1227">
                  <c:v>1101.9396703537702</c:v>
                </c:pt>
                <c:pt idx="1228">
                  <c:v>1101.9433700909181</c:v>
                </c:pt>
                <c:pt idx="1229">
                  <c:v>1101.9470373426666</c:v>
                </c:pt>
                <c:pt idx="1230">
                  <c:v>1101.9506723864981</c:v>
                </c:pt>
                <c:pt idx="1231">
                  <c:v>1101.9542754975084</c:v>
                </c:pt>
                <c:pt idx="1232">
                  <c:v>1101.9578469484979</c:v>
                </c:pt>
                <c:pt idx="1233">
                  <c:v>1101.9613870099092</c:v>
                </c:pt>
                <c:pt idx="1234">
                  <c:v>1101.9648959499314</c:v>
                </c:pt>
                <c:pt idx="1235">
                  <c:v>1101.9683740344817</c:v>
                </c:pt>
                <c:pt idx="1236">
                  <c:v>1101.9718215272007</c:v>
                </c:pt>
                <c:pt idx="1237">
                  <c:v>1101.9752386895161</c:v>
                </c:pt>
                <c:pt idx="1238">
                  <c:v>1101.978625780639</c:v>
                </c:pt>
                <c:pt idx="1239">
                  <c:v>1101.9819830575757</c:v>
                </c:pt>
                <c:pt idx="1240">
                  <c:v>1101.9853107751615</c:v>
                </c:pt>
                <c:pt idx="1241">
                  <c:v>1101.9886091860906</c:v>
                </c:pt>
                <c:pt idx="1242">
                  <c:v>1101.9918785409018</c:v>
                </c:pt>
                <c:pt idx="1243">
                  <c:v>1101.9951190880201</c:v>
                </c:pt>
                <c:pt idx="1244">
                  <c:v>1101.9983310737721</c:v>
                </c:pt>
                <c:pt idx="1245">
                  <c:v>1102.0015147424024</c:v>
                </c:pt>
                <c:pt idx="1246">
                  <c:v>1102.0046703360701</c:v>
                </c:pt>
                <c:pt idx="1247">
                  <c:v>1102.0077980949131</c:v>
                </c:pt>
                <c:pt idx="1248">
                  <c:v>1102.0108982570396</c:v>
                </c:pt>
                <c:pt idx="1249">
                  <c:v>1102.0139710585217</c:v>
                </c:pt>
                <c:pt idx="1250">
                  <c:v>1102.0170167334572</c:v>
                </c:pt>
                <c:pt idx="1251">
                  <c:v>1102.0200355139568</c:v>
                </c:pt>
                <c:pt idx="1252">
                  <c:v>1102.0230276301766</c:v>
                </c:pt>
                <c:pt idx="1253">
                  <c:v>1102.0259933103036</c:v>
                </c:pt>
                <c:pt idx="1254">
                  <c:v>1102.028932780644</c:v>
                </c:pt>
                <c:pt idx="1255">
                  <c:v>1102.0318462655487</c:v>
                </c:pt>
                <c:pt idx="1256">
                  <c:v>1102.0347339874954</c:v>
                </c:pt>
                <c:pt idx="1257">
                  <c:v>1102.0375961670898</c:v>
                </c:pt>
                <c:pt idx="1258">
                  <c:v>1102.0404330230422</c:v>
                </c:pt>
                <c:pt idx="1259">
                  <c:v>1102.0432447722551</c:v>
                </c:pt>
                <c:pt idx="1260">
                  <c:v>1102.0460316297731</c:v>
                </c:pt>
                <c:pt idx="1261">
                  <c:v>1102.0487938088381</c:v>
                </c:pt>
                <c:pt idx="1262">
                  <c:v>1102.0515315209061</c:v>
                </c:pt>
                <c:pt idx="1263">
                  <c:v>1102.0542449756031</c:v>
                </c:pt>
                <c:pt idx="1264">
                  <c:v>1102.0569343808331</c:v>
                </c:pt>
                <c:pt idx="1265">
                  <c:v>1102.0595999427219</c:v>
                </c:pt>
                <c:pt idx="1266">
                  <c:v>1102.0622418656765</c:v>
                </c:pt>
                <c:pt idx="1267">
                  <c:v>1102.0648603523432</c:v>
                </c:pt>
                <c:pt idx="1268">
                  <c:v>1102.0674556036879</c:v>
                </c:pt>
                <c:pt idx="1269">
                  <c:v>1102.0700278189888</c:v>
                </c:pt>
                <c:pt idx="1270">
                  <c:v>1102.0725771958009</c:v>
                </c:pt>
                <c:pt idx="1271">
                  <c:v>1102.0751039300683</c:v>
                </c:pt>
                <c:pt idx="1272">
                  <c:v>1102.0776082160376</c:v>
                </c:pt>
                <c:pt idx="1273">
                  <c:v>1102.0800902463329</c:v>
                </c:pt>
                <c:pt idx="1274">
                  <c:v>1102.0825502119637</c:v>
                </c:pt>
                <c:pt idx="1275">
                  <c:v>1102.0849883023227</c:v>
                </c:pt>
                <c:pt idx="1276">
                  <c:v>1102.0874047051943</c:v>
                </c:pt>
                <c:pt idx="1277">
                  <c:v>1102.0897996068054</c:v>
                </c:pt>
                <c:pt idx="1278">
                  <c:v>1102.0921731917686</c:v>
                </c:pt>
                <c:pt idx="1279">
                  <c:v>1102.0945256431958</c:v>
                </c:pt>
                <c:pt idx="1280">
                  <c:v>1102.0968571426195</c:v>
                </c:pt>
                <c:pt idx="1281">
                  <c:v>1102.0991678700404</c:v>
                </c:pt>
                <c:pt idx="1282">
                  <c:v>1102.1014580039628</c:v>
                </c:pt>
                <c:pt idx="1283">
                  <c:v>1102.1037277213684</c:v>
                </c:pt>
                <c:pt idx="1284">
                  <c:v>1102.1059771977534</c:v>
                </c:pt>
                <c:pt idx="1285">
                  <c:v>1102.1082066071499</c:v>
                </c:pt>
                <c:pt idx="1286">
                  <c:v>1102.1104161220865</c:v>
                </c:pt>
                <c:pt idx="1287">
                  <c:v>1102.1126059136818</c:v>
                </c:pt>
                <c:pt idx="1288">
                  <c:v>1102.1147761515797</c:v>
                </c:pt>
                <c:pt idx="1289">
                  <c:v>1102.1169270040034</c:v>
                </c:pt>
                <c:pt idx="1290">
                  <c:v>1102.1190586377695</c:v>
                </c:pt>
                <c:pt idx="1291">
                  <c:v>1102.1211712182742</c:v>
                </c:pt>
                <c:pt idx="1292">
                  <c:v>1102.1232649095268</c:v>
                </c:pt>
                <c:pt idx="1293">
                  <c:v>1102.1253398741558</c:v>
                </c:pt>
                <c:pt idx="1294">
                  <c:v>1102.1273962734103</c:v>
                </c:pt>
                <c:pt idx="1295">
                  <c:v>1102.1294342672049</c:v>
                </c:pt>
                <c:pt idx="1296">
                  <c:v>1102.1314540140688</c:v>
                </c:pt>
                <c:pt idx="1297">
                  <c:v>1102.133455671232</c:v>
                </c:pt>
                <c:pt idx="1298">
                  <c:v>1102.1354393945762</c:v>
                </c:pt>
                <c:pt idx="1299">
                  <c:v>1102.1374053386876</c:v>
                </c:pt>
                <c:pt idx="1300">
                  <c:v>1102.1393536568355</c:v>
                </c:pt>
                <c:pt idx="1301">
                  <c:v>1102.1412845009902</c:v>
                </c:pt>
                <c:pt idx="1302">
                  <c:v>1102.1431980218724</c:v>
                </c:pt>
                <c:pt idx="1303">
                  <c:v>1102.1450943689113</c:v>
                </c:pt>
                <c:pt idx="1304">
                  <c:v>1102.1469736902768</c:v>
                </c:pt>
                <c:pt idx="1305">
                  <c:v>1102.148836132887</c:v>
                </c:pt>
                <c:pt idx="1306">
                  <c:v>1102.1506818424396</c:v>
                </c:pt>
                <c:pt idx="1307">
                  <c:v>1102.1525109633926</c:v>
                </c:pt>
                <c:pt idx="1308">
                  <c:v>1102.1543236389894</c:v>
                </c:pt>
                <c:pt idx="1309">
                  <c:v>1102.1561200112646</c:v>
                </c:pt>
                <c:pt idx="1310">
                  <c:v>1102.1579002210556</c:v>
                </c:pt>
                <c:pt idx="1311">
                  <c:v>1102.1596644080203</c:v>
                </c:pt>
                <c:pt idx="1312">
                  <c:v>1102.1614127106382</c:v>
                </c:pt>
                <c:pt idx="1313">
                  <c:v>1102.1631452661984</c:v>
                </c:pt>
                <c:pt idx="1314">
                  <c:v>1102.1648622108869</c:v>
                </c:pt>
                <c:pt idx="1315">
                  <c:v>1102.1665636796733</c:v>
                </c:pt>
                <c:pt idx="1316">
                  <c:v>1102.1682498064524</c:v>
                </c:pt>
                <c:pt idx="1317">
                  <c:v>1102.1699207239599</c:v>
                </c:pt>
                <c:pt idx="1318">
                  <c:v>1102.1715765638035</c:v>
                </c:pt>
                <c:pt idx="1319">
                  <c:v>1102.1732174565061</c:v>
                </c:pt>
                <c:pt idx="1320">
                  <c:v>1102.1748435314857</c:v>
                </c:pt>
                <c:pt idx="1321">
                  <c:v>1102.1764549170466</c:v>
                </c:pt>
                <c:pt idx="1322">
                  <c:v>1102.1780517404513</c:v>
                </c:pt>
                <c:pt idx="1323">
                  <c:v>1102.1796341278446</c:v>
                </c:pt>
                <c:pt idx="1324">
                  <c:v>1102.1812022043537</c:v>
                </c:pt>
                <c:pt idx="1325">
                  <c:v>1102.1827560940217</c:v>
                </c:pt>
                <c:pt idx="1326">
                  <c:v>1102.1842959198489</c:v>
                </c:pt>
                <c:pt idx="1327">
                  <c:v>1102.1858218038101</c:v>
                </c:pt>
                <c:pt idx="1328">
                  <c:v>1102.1873338668452</c:v>
                </c:pt>
                <c:pt idx="1329">
                  <c:v>1102.1888322288746</c:v>
                </c:pt>
                <c:pt idx="1330">
                  <c:v>1102.1903170088062</c:v>
                </c:pt>
                <c:pt idx="1331">
                  <c:v>1102.191788324553</c:v>
                </c:pt>
                <c:pt idx="1332">
                  <c:v>1102.1932462930242</c:v>
                </c:pt>
                <c:pt idx="1333">
                  <c:v>1102.1946910301554</c:v>
                </c:pt>
                <c:pt idx="1334">
                  <c:v>1102.1961226508915</c:v>
                </c:pt>
                <c:pt idx="1335">
                  <c:v>1102.1975412692204</c:v>
                </c:pt>
                <c:pt idx="1336">
                  <c:v>1102.1989469981509</c:v>
                </c:pt>
                <c:pt idx="1337">
                  <c:v>1102.2003399497755</c:v>
                </c:pt>
                <c:pt idx="1338">
                  <c:v>1102.2017202351874</c:v>
                </c:pt>
                <c:pt idx="1339">
                  <c:v>1102.2030879646031</c:v>
                </c:pt>
                <c:pt idx="1340">
                  <c:v>1102.2044432472553</c:v>
                </c:pt>
                <c:pt idx="1341">
                  <c:v>1102.2057861914909</c:v>
                </c:pt>
                <c:pt idx="1342">
                  <c:v>1102.2071169047331</c:v>
                </c:pt>
                <c:pt idx="1343">
                  <c:v>1102.2084354934959</c:v>
                </c:pt>
                <c:pt idx="1344">
                  <c:v>1102.2097420633966</c:v>
                </c:pt>
                <c:pt idx="1345">
                  <c:v>1102.2110367191558</c:v>
                </c:pt>
                <c:pt idx="1346">
                  <c:v>1102.2123195646329</c:v>
                </c:pt>
                <c:pt idx="1347">
                  <c:v>1102.2135907027764</c:v>
                </c:pt>
                <c:pt idx="1348">
                  <c:v>1102.2148502357027</c:v>
                </c:pt>
                <c:pt idx="1349">
                  <c:v>1102.2160982646367</c:v>
                </c:pt>
                <c:pt idx="1350">
                  <c:v>1102.2173348899607</c:v>
                </c:pt>
                <c:pt idx="1351">
                  <c:v>1102.2185602112268</c:v>
                </c:pt>
                <c:pt idx="1352">
                  <c:v>1102.2197743271083</c:v>
                </c:pt>
                <c:pt idx="1353">
                  <c:v>1102.2209773354825</c:v>
                </c:pt>
                <c:pt idx="1354">
                  <c:v>1102.2221693333879</c:v>
                </c:pt>
                <c:pt idx="1355">
                  <c:v>1102.223350417026</c:v>
                </c:pt>
                <c:pt idx="1356">
                  <c:v>1102.2245206818218</c:v>
                </c:pt>
                <c:pt idx="1357">
                  <c:v>1102.2256802223687</c:v>
                </c:pt>
                <c:pt idx="1358">
                  <c:v>1102.2268291324731</c:v>
                </c:pt>
                <c:pt idx="1359">
                  <c:v>1102.22796750513</c:v>
                </c:pt>
                <c:pt idx="1360">
                  <c:v>1102.2290954325758</c:v>
                </c:pt>
                <c:pt idx="1361">
                  <c:v>1102.2302130062592</c:v>
                </c:pt>
                <c:pt idx="1362">
                  <c:v>1102.2313203168451</c:v>
                </c:pt>
                <c:pt idx="1363">
                  <c:v>1102.2324174542453</c:v>
                </c:pt>
                <c:pt idx="1364">
                  <c:v>1102.2335045076125</c:v>
                </c:pt>
                <c:pt idx="1365">
                  <c:v>1102.2345815653262</c:v>
                </c:pt>
                <c:pt idx="1366">
                  <c:v>1102.2356487150507</c:v>
                </c:pt>
                <c:pt idx="1367">
                  <c:v>1102.236706043695</c:v>
                </c:pt>
                <c:pt idx="1368">
                  <c:v>1102.2377536374213</c:v>
                </c:pt>
                <c:pt idx="1369">
                  <c:v>1102.2387915816751</c:v>
                </c:pt>
                <c:pt idx="1370">
                  <c:v>1102.2398199611891</c:v>
                </c:pt>
                <c:pt idx="1371">
                  <c:v>1102.2408388599695</c:v>
                </c:pt>
                <c:pt idx="1372">
                  <c:v>1102.2418483612992</c:v>
                </c:pt>
                <c:pt idx="1373">
                  <c:v>1102.2428485477967</c:v>
                </c:pt>
                <c:pt idx="1374">
                  <c:v>1102.2438395013355</c:v>
                </c:pt>
                <c:pt idx="1375">
                  <c:v>1102.2448213031209</c:v>
                </c:pt>
                <c:pt idx="1376">
                  <c:v>1102.2457940336758</c:v>
                </c:pt>
                <c:pt idx="1377">
                  <c:v>1102.2467577728257</c:v>
                </c:pt>
                <c:pt idx="1378">
                  <c:v>1102.2477125997477</c:v>
                </c:pt>
                <c:pt idx="1379">
                  <c:v>1102.2486585929182</c:v>
                </c:pt>
                <c:pt idx="1380">
                  <c:v>1102.2495958301586</c:v>
                </c:pt>
                <c:pt idx="1381">
                  <c:v>1102.250524388649</c:v>
                </c:pt>
                <c:pt idx="1382">
                  <c:v>1102.2514443449006</c:v>
                </c:pt>
                <c:pt idx="1383">
                  <c:v>1102.2523557747754</c:v>
                </c:pt>
                <c:pt idx="1384">
                  <c:v>1102.2532587535072</c:v>
                </c:pt>
                <c:pt idx="1385">
                  <c:v>1102.2541533556835</c:v>
                </c:pt>
                <c:pt idx="1386">
                  <c:v>1102.255039655249</c:v>
                </c:pt>
                <c:pt idx="1387">
                  <c:v>1102.2559177255534</c:v>
                </c:pt>
                <c:pt idx="1388">
                  <c:v>1102.2567876392961</c:v>
                </c:pt>
                <c:pt idx="1389">
                  <c:v>1102.2576494685663</c:v>
                </c:pt>
                <c:pt idx="1390">
                  <c:v>1102.2585032848622</c:v>
                </c:pt>
                <c:pt idx="1391">
                  <c:v>1102.2593491590599</c:v>
                </c:pt>
                <c:pt idx="1392">
                  <c:v>1102.2601871614283</c:v>
                </c:pt>
                <c:pt idx="1393">
                  <c:v>1102.2610173616586</c:v>
                </c:pt>
                <c:pt idx="1394">
                  <c:v>1102.2618398288423</c:v>
                </c:pt>
                <c:pt idx="1395">
                  <c:v>1102.2626546314796</c:v>
                </c:pt>
                <c:pt idx="1396">
                  <c:v>1102.26346183751</c:v>
                </c:pt>
                <c:pt idx="1397">
                  <c:v>1102.2642615142677</c:v>
                </c:pt>
                <c:pt idx="1398">
                  <c:v>1102.2650537285547</c:v>
                </c:pt>
                <c:pt idx="1399">
                  <c:v>1102.2658385465609</c:v>
                </c:pt>
                <c:pt idx="1400">
                  <c:v>1102.2666160339613</c:v>
                </c:pt>
                <c:pt idx="1401">
                  <c:v>1102.2673862558306</c:v>
                </c:pt>
                <c:pt idx="1402">
                  <c:v>1102.2681492767265</c:v>
                </c:pt>
                <c:pt idx="1403">
                  <c:v>1102.2689051606289</c:v>
                </c:pt>
                <c:pt idx="1404">
                  <c:v>1102.2696539710182</c:v>
                </c:pt>
                <c:pt idx="1405">
                  <c:v>1102.2703957707861</c:v>
                </c:pt>
                <c:pt idx="1406">
                  <c:v>1102.2711306223243</c:v>
                </c:pt>
                <c:pt idx="1407">
                  <c:v>1102.2718585874752</c:v>
                </c:pt>
                <c:pt idx="1408">
                  <c:v>1102.2725797275718</c:v>
                </c:pt>
                <c:pt idx="1409">
                  <c:v>1102.2732941034246</c:v>
                </c:pt>
                <c:pt idx="1410">
                  <c:v>1102.2740017753124</c:v>
                </c:pt>
                <c:pt idx="1411">
                  <c:v>1102.2747028030221</c:v>
                </c:pt>
                <c:pt idx="1412">
                  <c:v>1102.2753972458154</c:v>
                </c:pt>
                <c:pt idx="1413">
                  <c:v>1102.2760851624714</c:v>
                </c:pt>
                <c:pt idx="1414">
                  <c:v>1102.2767666112429</c:v>
                </c:pt>
                <c:pt idx="1415">
                  <c:v>1102.2774416499087</c:v>
                </c:pt>
                <c:pt idx="1416">
                  <c:v>1102.2781103357452</c:v>
                </c:pt>
                <c:pt idx="1417">
                  <c:v>1102.2787727255579</c:v>
                </c:pt>
                <c:pt idx="1418">
                  <c:v>1102.2794288756484</c:v>
                </c:pt>
                <c:pt idx="1419">
                  <c:v>1102.2800788418449</c:v>
                </c:pt>
                <c:pt idx="1420">
                  <c:v>1102.2807226795217</c:v>
                </c:pt>
                <c:pt idx="1421">
                  <c:v>1102.2813604435637</c:v>
                </c:pt>
                <c:pt idx="1422">
                  <c:v>1102.2819921883756</c:v>
                </c:pt>
                <c:pt idx="1423">
                  <c:v>1102.2826179679225</c:v>
                </c:pt>
                <c:pt idx="1424">
                  <c:v>1102.2832378357091</c:v>
                </c:pt>
                <c:pt idx="1425">
                  <c:v>1102.2838518447732</c:v>
                </c:pt>
                <c:pt idx="1426">
                  <c:v>1102.284460047711</c:v>
                </c:pt>
                <c:pt idx="1427">
                  <c:v>1102.2850624966604</c:v>
                </c:pt>
                <c:pt idx="1428">
                  <c:v>1102.2856592433131</c:v>
                </c:pt>
                <c:pt idx="1429">
                  <c:v>1102.2862503389463</c:v>
                </c:pt>
                <c:pt idx="1430">
                  <c:v>1102.2868358343828</c:v>
                </c:pt>
                <c:pt idx="1431">
                  <c:v>1102.2874157799936</c:v>
                </c:pt>
                <c:pt idx="1432">
                  <c:v>1102.2879902257594</c:v>
                </c:pt>
                <c:pt idx="1433">
                  <c:v>1102.2885592212019</c:v>
                </c:pt>
                <c:pt idx="1434">
                  <c:v>1102.2891228154376</c:v>
                </c:pt>
                <c:pt idx="1435">
                  <c:v>1102.2896810571656</c:v>
                </c:pt>
                <c:pt idx="1436">
                  <c:v>1102.2902339946679</c:v>
                </c:pt>
                <c:pt idx="1437">
                  <c:v>1102.2907816757991</c:v>
                </c:pt>
                <c:pt idx="1438">
                  <c:v>1102.2913241480212</c:v>
                </c:pt>
                <c:pt idx="1439">
                  <c:v>1102.2918614583941</c:v>
                </c:pt>
                <c:pt idx="1440">
                  <c:v>1102.2923936535663</c:v>
                </c:pt>
                <c:pt idx="1441">
                  <c:v>1102.2929207797995</c:v>
                </c:pt>
                <c:pt idx="1442">
                  <c:v>1102.2934428829483</c:v>
                </c:pt>
                <c:pt idx="1443">
                  <c:v>1102.2939600084781</c:v>
                </c:pt>
                <c:pt idx="1444">
                  <c:v>1102.2944722014674</c:v>
                </c:pt>
                <c:pt idx="1445">
                  <c:v>1102.2949795066211</c:v>
                </c:pt>
                <c:pt idx="1446">
                  <c:v>1102.2954819682379</c:v>
                </c:pt>
                <c:pt idx="1447">
                  <c:v>1102.295979630268</c:v>
                </c:pt>
                <c:pt idx="1448">
                  <c:v>1102.2964725362651</c:v>
                </c:pt>
                <c:pt idx="1449">
                  <c:v>1102.2969607294094</c:v>
                </c:pt>
                <c:pt idx="1450">
                  <c:v>1102.2974442525276</c:v>
                </c:pt>
                <c:pt idx="1451">
                  <c:v>1102.2979231480615</c:v>
                </c:pt>
                <c:pt idx="1452">
                  <c:v>1102.2983974581132</c:v>
                </c:pt>
                <c:pt idx="1453">
                  <c:v>1102.2988672244032</c:v>
                </c:pt>
                <c:pt idx="1454">
                  <c:v>1102.2993324883016</c:v>
                </c:pt>
                <c:pt idx="1455">
                  <c:v>1102.2997932908243</c:v>
                </c:pt>
                <c:pt idx="1456">
                  <c:v>1102.300249672644</c:v>
                </c:pt>
                <c:pt idx="1457">
                  <c:v>1102.3007016740667</c:v>
                </c:pt>
                <c:pt idx="1458">
                  <c:v>1102.30114933509</c:v>
                </c:pt>
                <c:pt idx="1459">
                  <c:v>1102.301592695321</c:v>
                </c:pt>
                <c:pt idx="1460">
                  <c:v>1102.3020317940582</c:v>
                </c:pt>
                <c:pt idx="1461">
                  <c:v>1102.3024666702584</c:v>
                </c:pt>
                <c:pt idx="1462">
                  <c:v>1102.3028973625433</c:v>
                </c:pt>
                <c:pt idx="1463">
                  <c:v>1102.3033239091956</c:v>
                </c:pt>
                <c:pt idx="1464">
                  <c:v>1102.3037463481833</c:v>
                </c:pt>
                <c:pt idx="1465">
                  <c:v>1102.3041647171374</c:v>
                </c:pt>
                <c:pt idx="1466">
                  <c:v>1102.3045790533758</c:v>
                </c:pt>
                <c:pt idx="1467">
                  <c:v>1102.3049893938889</c:v>
                </c:pt>
                <c:pt idx="1468">
                  <c:v>1102.305395775353</c:v>
                </c:pt>
                <c:pt idx="1469">
                  <c:v>1102.3057982341322</c:v>
                </c:pt>
                <c:pt idx="1470">
                  <c:v>1102.3061968062627</c:v>
                </c:pt>
                <c:pt idx="1471">
                  <c:v>1102.3065915274892</c:v>
                </c:pt>
                <c:pt idx="1472">
                  <c:v>1102.3069824332499</c:v>
                </c:pt>
                <c:pt idx="1473">
                  <c:v>1102.3073695586638</c:v>
                </c:pt>
                <c:pt idx="1474">
                  <c:v>1102.3077529385675</c:v>
                </c:pt>
                <c:pt idx="1475">
                  <c:v>1102.3081326074753</c:v>
                </c:pt>
                <c:pt idx="1476">
                  <c:v>1102.3085085996249</c:v>
                </c:pt>
                <c:pt idx="1477">
                  <c:v>1102.3088809489398</c:v>
                </c:pt>
                <c:pt idx="1478">
                  <c:v>1102.3092496890765</c:v>
                </c:pt>
                <c:pt idx="1479">
                  <c:v>1102.3096148533828</c:v>
                </c:pt>
                <c:pt idx="1480">
                  <c:v>1102.3099764749213</c:v>
                </c:pt>
                <c:pt idx="1481">
                  <c:v>1102.3103345864829</c:v>
                </c:pt>
                <c:pt idx="1482">
                  <c:v>1102.3106892205672</c:v>
                </c:pt>
                <c:pt idx="1483">
                  <c:v>1102.3110404093868</c:v>
                </c:pt>
                <c:pt idx="1484">
                  <c:v>1102.3113881848847</c:v>
                </c:pt>
                <c:pt idx="1485">
                  <c:v>1102.3117325787266</c:v>
                </c:pt>
                <c:pt idx="1486">
                  <c:v>1102.312073622315</c:v>
                </c:pt>
                <c:pt idx="1487">
                  <c:v>1102.3124113467643</c:v>
                </c:pt>
                <c:pt idx="1488">
                  <c:v>1102.3127457829337</c:v>
                </c:pt>
                <c:pt idx="1489">
                  <c:v>1102.3130769614154</c:v>
                </c:pt>
                <c:pt idx="1490">
                  <c:v>1102.3134049125269</c:v>
                </c:pt>
                <c:pt idx="1491">
                  <c:v>1102.3137296663369</c:v>
                </c:pt>
                <c:pt idx="1492">
                  <c:v>1102.31405125265</c:v>
                </c:pt>
                <c:pt idx="1493">
                  <c:v>1102.3143697010048</c:v>
                </c:pt>
                <c:pt idx="1494">
                  <c:v>1102.3146850407106</c:v>
                </c:pt>
                <c:pt idx="1495">
                  <c:v>1102.3149973007773</c:v>
                </c:pt>
                <c:pt idx="1496">
                  <c:v>1102.3153065100162</c:v>
                </c:pt>
                <c:pt idx="1497">
                  <c:v>1102.3156126969516</c:v>
                </c:pt>
                <c:pt idx="1498">
                  <c:v>1102.3159158898879</c:v>
                </c:pt>
                <c:pt idx="1499">
                  <c:v>1102.316216116863</c:v>
                </c:pt>
                <c:pt idx="1500">
                  <c:v>1102.3258311481034</c:v>
                </c:pt>
                <c:pt idx="1501">
                  <c:v>1102.3424205318645</c:v>
                </c:pt>
                <c:pt idx="1502">
                  <c:v>1102.3644578137532</c:v>
                </c:pt>
                <c:pt idx="1503">
                  <c:v>1102.3909112058736</c:v>
                </c:pt>
                <c:pt idx="1504">
                  <c:v>1102.421056180086</c:v>
                </c:pt>
                <c:pt idx="1505">
                  <c:v>1102.4543638854343</c:v>
                </c:pt>
                <c:pt idx="1506">
                  <c:v>1102.4904335937617</c:v>
                </c:pt>
                <c:pt idx="1507">
                  <c:v>1102.5289510152631</c:v>
                </c:pt>
                <c:pt idx="1508">
                  <c:v>1102.5696620218787</c:v>
                </c:pt>
                <c:pt idx="1509">
                  <c:v>1102.6123556904402</c:v>
                </c:pt>
                <c:pt idx="1510">
                  <c:v>1102.6568530816721</c:v>
                </c:pt>
                <c:pt idx="1511">
                  <c:v>1102.7029996175552</c:v>
                </c:pt>
                <c:pt idx="1512">
                  <c:v>1102.7506597639535</c:v>
                </c:pt>
                <c:pt idx="1513">
                  <c:v>1102.7997132227815</c:v>
                </c:pt>
                <c:pt idx="1514">
                  <c:v>1102.8500521360572</c:v>
                </c:pt>
                <c:pt idx="1515">
                  <c:v>1102.901578983973</c:v>
                </c:pt>
                <c:pt idx="1516">
                  <c:v>1102.9542049702195</c:v>
                </c:pt>
                <c:pt idx="1517">
                  <c:v>1103.0078487571973</c:v>
                </c:pt>
                <c:pt idx="1518">
                  <c:v>1103.0624354577146</c:v>
                </c:pt>
                <c:pt idx="1519">
                  <c:v>1103.1178958186076</c:v>
                </c:pt>
                <c:pt idx="1520">
                  <c:v>1103.1741655505725</c:v>
                </c:pt>
                <c:pt idx="1521">
                  <c:v>1103.2311847711367</c:v>
                </c:pt>
                <c:pt idx="1522">
                  <c:v>1103.3084556671952</c:v>
                </c:pt>
                <c:pt idx="1523">
                  <c:v>1103.4056093354004</c:v>
                </c:pt>
                <c:pt idx="1524">
                  <c:v>1103.5222839408721</c:v>
                </c:pt>
                <c:pt idx="1525">
                  <c:v>1103.6581243798973</c:v>
                </c:pt>
                <c:pt idx="1526">
                  <c:v>1103.8127819817732</c:v>
                </c:pt>
                <c:pt idx="1527">
                  <c:v>1103.9859142431885</c:v>
                </c:pt>
                <c:pt idx="1528">
                  <c:v>1104.1771845900616</c:v>
                </c:pt>
                <c:pt idx="1529">
                  <c:v>1104.3862621625933</c:v>
                </c:pt>
                <c:pt idx="1530">
                  <c:v>1104.6128216201491</c:v>
                </c:pt>
                <c:pt idx="1531">
                  <c:v>1104.8565429631069</c:v>
                </c:pt>
                <c:pt idx="1532">
                  <c:v>1105.1171113695336</c:v>
                </c:pt>
                <c:pt idx="1533">
                  <c:v>1105.3942170445698</c:v>
                </c:pt>
                <c:pt idx="1534">
                  <c:v>1105.6875550810437</c:v>
                </c:pt>
                <c:pt idx="1535">
                  <c:v>1105.9968253299608</c:v>
                </c:pt>
                <c:pt idx="1536">
                  <c:v>1106.3217322795772</c:v>
                </c:pt>
                <c:pt idx="1537">
                  <c:v>1106.6619849423082</c:v>
                </c:pt>
                <c:pt idx="1538">
                  <c:v>1107.0172967484148</c:v>
                </c:pt>
                <c:pt idx="1539">
                  <c:v>1107.387385445825</c:v>
                </c:pt>
                <c:pt idx="1540">
                  <c:v>1107.7719730055708</c:v>
                </c:pt>
                <c:pt idx="1541">
                  <c:v>1108.1707855320544</c:v>
                </c:pt>
                <c:pt idx="1542">
                  <c:v>1108.5835531779412</c:v>
                </c:pt>
                <c:pt idx="1543">
                  <c:v>1109.01001006305</c:v>
                </c:pt>
                <c:pt idx="1544">
                  <c:v>1109.4499731474793</c:v>
                </c:pt>
                <c:pt idx="1545">
                  <c:v>1109.9032612910135</c:v>
                </c:pt>
                <c:pt idx="1546">
                  <c:v>1110.3696952134544</c:v>
                </c:pt>
                <c:pt idx="1547">
                  <c:v>1110.8490974573881</c:v>
                </c:pt>
                <c:pt idx="1548">
                  <c:v>1111.341292353128</c:v>
                </c:pt>
                <c:pt idx="1549">
                  <c:v>1111.8461059856343</c:v>
                </c:pt>
                <c:pt idx="1550">
                  <c:v>1112.3633661633719</c:v>
                </c:pt>
                <c:pt idx="1551">
                  <c:v>1112.8929023886885</c:v>
                </c:pt>
                <c:pt idx="1552">
                  <c:v>1113.434545829896</c:v>
                </c:pt>
                <c:pt idx="1553">
                  <c:v>1113.9881292946163</c:v>
                </c:pt>
                <c:pt idx="1554">
                  <c:v>1114.5534872045523</c:v>
                </c:pt>
                <c:pt idx="1555">
                  <c:v>1115.1304555713652</c:v>
                </c:pt>
                <c:pt idx="1556">
                  <c:v>1115.7188719737046</c:v>
                </c:pt>
                <c:pt idx="1557">
                  <c:v>1116.3185755352267</c:v>
                </c:pt>
                <c:pt idx="1558">
                  <c:v>1116.9294069036246</c:v>
                </c:pt>
                <c:pt idx="1559">
                  <c:v>1117.5512082304447</c:v>
                </c:pt>
                <c:pt idx="1560">
                  <c:v>1118.183823151777</c:v>
                </c:pt>
                <c:pt idx="1561">
                  <c:v>1118.8270967696963</c:v>
                </c:pt>
                <c:pt idx="1562">
                  <c:v>1119.4808756344009</c:v>
                </c:pt>
                <c:pt idx="1563">
                  <c:v>1120.1450077269792</c:v>
                </c:pt>
                <c:pt idx="1564">
                  <c:v>1120.8193424428302</c:v>
                </c:pt>
                <c:pt idx="1565">
                  <c:v>1121.5037305756503</c:v>
                </c:pt>
                <c:pt idx="1566">
                  <c:v>1122.1980246205894</c:v>
                </c:pt>
                <c:pt idx="1567">
                  <c:v>1122.9020787489947</c:v>
                </c:pt>
                <c:pt idx="1568">
                  <c:v>1123.6157487837393</c:v>
                </c:pt>
                <c:pt idx="1569">
                  <c:v>1124.3388921752803</c:v>
                </c:pt>
                <c:pt idx="1570">
                  <c:v>1125.0713679782623</c:v>
                </c:pt>
                <c:pt idx="1571">
                  <c:v>1125.8130368287682</c:v>
                </c:pt>
                <c:pt idx="1572">
                  <c:v>1126.5637609220466</c:v>
                </c:pt>
                <c:pt idx="1573">
                  <c:v>1127.3234039908987</c:v>
                </c:pt>
                <c:pt idx="1574">
                  <c:v>1128.0918312844406</c:v>
                </c:pt>
                <c:pt idx="1575">
                  <c:v>1128.8689095474449</c:v>
                </c:pt>
                <c:pt idx="1576">
                  <c:v>1129.6545070001364</c:v>
                </c:pt>
                <c:pt idx="1577">
                  <c:v>1130.4484933184051</c:v>
                </c:pt>
                <c:pt idx="1578">
                  <c:v>1131.2507396145038</c:v>
                </c:pt>
                <c:pt idx="1579">
                  <c:v>1132.0611184181191</c:v>
                </c:pt>
                <c:pt idx="1580">
                  <c:v>1132.8795036578608</c:v>
                </c:pt>
                <c:pt idx="1581">
                  <c:v>1133.7057706431403</c:v>
                </c:pt>
                <c:pt idx="1582">
                  <c:v>1134.5397960464031</c:v>
                </c:pt>
                <c:pt idx="1583">
                  <c:v>1135.3814578857816</c:v>
                </c:pt>
                <c:pt idx="1584">
                  <c:v>1136.2306355079611</c:v>
                </c:pt>
                <c:pt idx="1585">
                  <c:v>1137.0872095715595</c:v>
                </c:pt>
                <c:pt idx="1586">
                  <c:v>1137.9510620306564</c:v>
                </c:pt>
                <c:pt idx="1587">
                  <c:v>1138.8220761187674</c:v>
                </c:pt>
                <c:pt idx="1588">
                  <c:v>1139.7001363343161</c:v>
                </c:pt>
                <c:pt idx="1589">
                  <c:v>1140.5851284264136</c:v>
                </c:pt>
                <c:pt idx="1590">
                  <c:v>1141.4769393808185</c:v>
                </c:pt>
                <c:pt idx="1591">
                  <c:v>1142.3754574061456</c:v>
                </c:pt>
                <c:pt idx="1592">
                  <c:v>1143.2805719203225</c:v>
                </c:pt>
                <c:pt idx="1593">
                  <c:v>1144.1921735371805</c:v>
                </c:pt>
                <c:pt idx="1594">
                  <c:v>1145.1101540533359</c:v>
                </c:pt>
                <c:pt idx="1595">
                  <c:v>1146.0344064351825</c:v>
                </c:pt>
                <c:pt idx="1596">
                  <c:v>1146.9648248062106</c:v>
                </c:pt>
                <c:pt idx="1597">
                  <c:v>1147.901304434334</c:v>
                </c:pt>
                <c:pt idx="1598">
                  <c:v>1148.8437417195526</c:v>
                </c:pt>
                <c:pt idx="1599">
                  <c:v>1149.7920341817405</c:v>
                </c:pt>
                <c:pt idx="1600">
                  <c:v>1150.746080448557</c:v>
                </c:pt>
                <c:pt idx="1601">
                  <c:v>1151.7057802436261</c:v>
                </c:pt>
                <c:pt idx="1602">
                  <c:v>1152.6710343747809</c:v>
                </c:pt>
                <c:pt idx="1603">
                  <c:v>1153.6417447225247</c:v>
                </c:pt>
                <c:pt idx="1604">
                  <c:v>1154.6178142286747</c:v>
                </c:pt>
                <c:pt idx="1605">
                  <c:v>1155.5991468850557</c:v>
                </c:pt>
                <c:pt idx="1606">
                  <c:v>1156.5856477224545</c:v>
                </c:pt>
                <c:pt idx="1607">
                  <c:v>1157.5772227996706</c:v>
                </c:pt>
                <c:pt idx="1608">
                  <c:v>1158.573779192662</c:v>
                </c:pt>
                <c:pt idx="1609">
                  <c:v>1159.57522498396</c:v>
                </c:pt>
                <c:pt idx="1610">
                  <c:v>1160.5814692520664</c:v>
                </c:pt>
                <c:pt idx="1611">
                  <c:v>1161.5924220611128</c:v>
                </c:pt>
                <c:pt idx="1612">
                  <c:v>1162.6079944505916</c:v>
                </c:pt>
                <c:pt idx="1613">
                  <c:v>1163.6280984252323</c:v>
                </c:pt>
                <c:pt idx="1614">
                  <c:v>1164.6526469450314</c:v>
                </c:pt>
                <c:pt idx="1615">
                  <c:v>1165.6815539153588</c:v>
                </c:pt>
                <c:pt idx="1616">
                  <c:v>1166.7147341772436</c:v>
                </c:pt>
                <c:pt idx="1617">
                  <c:v>1167.7521034977115</c:v>
                </c:pt>
                <c:pt idx="1618">
                  <c:v>1168.7935785603554</c:v>
                </c:pt>
                <c:pt idx="1619">
                  <c:v>1169.8390769558807</c:v>
                </c:pt>
                <c:pt idx="1620">
                  <c:v>1170.8885171728716</c:v>
                </c:pt>
                <c:pt idx="1621">
                  <c:v>1171.9418185886238</c:v>
                </c:pt>
                <c:pt idx="1622">
                  <c:v>1172.998901460091</c:v>
                </c:pt>
                <c:pt idx="1623">
                  <c:v>1174.0596869149715</c:v>
                </c:pt>
                <c:pt idx="1624">
                  <c:v>1175.1240969428197</c:v>
                </c:pt>
                <c:pt idx="1625">
                  <c:v>1176.1920543863578</c:v>
                </c:pt>
                <c:pt idx="1626">
                  <c:v>1177.2634829328629</c:v>
                </c:pt>
                <c:pt idx="1627">
                  <c:v>1178.3383071055707</c:v>
                </c:pt>
                <c:pt idx="1628">
                  <c:v>1179.4164522553019</c:v>
                </c:pt>
                <c:pt idx="1629">
                  <c:v>1180.4978445521233</c:v>
                </c:pt>
                <c:pt idx="1630">
                  <c:v>1181.5824109770858</c:v>
                </c:pt>
                <c:pt idx="1631">
                  <c:v>1182.670079314091</c:v>
                </c:pt>
                <c:pt idx="1632">
                  <c:v>1183.7607781418424</c:v>
                </c:pt>
                <c:pt idx="1633">
                  <c:v>1184.854436825864</c:v>
                </c:pt>
                <c:pt idx="1634">
                  <c:v>1185.9509855106646</c:v>
                </c:pt>
                <c:pt idx="1635">
                  <c:v>1187.0503551119025</c:v>
                </c:pt>
                <c:pt idx="1636">
                  <c:v>1188.1524773087322</c:v>
                </c:pt>
                <c:pt idx="1637">
                  <c:v>1189.2572845361362</c:v>
                </c:pt>
                <c:pt idx="1638">
                  <c:v>1190.3647099774591</c:v>
                </c:pt>
                <c:pt idx="1639">
                  <c:v>1191.4746875569012</c:v>
                </c:pt>
                <c:pt idx="1640">
                  <c:v>1192.5871519321622</c:v>
                </c:pt>
                <c:pt idx="1641">
                  <c:v>1193.7020384871785</c:v>
                </c:pt>
                <c:pt idx="1642">
                  <c:v>1194.8192833249025</c:v>
                </c:pt>
                <c:pt idx="1643">
                  <c:v>1195.93882326013</c:v>
                </c:pt>
                <c:pt idx="1644">
                  <c:v>1197.0605958125002</c:v>
                </c:pt>
                <c:pt idx="1645">
                  <c:v>1198.1845391994927</c:v>
                </c:pt>
                <c:pt idx="1646">
                  <c:v>1199.3105923295075</c:v>
                </c:pt>
                <c:pt idx="1647">
                  <c:v>1200.4386947950443</c:v>
                </c:pt>
                <c:pt idx="1648">
                  <c:v>1201.5687868659363</c:v>
                </c:pt>
                <c:pt idx="1649">
                  <c:v>1202.700809482679</c:v>
                </c:pt>
                <c:pt idx="1650">
                  <c:v>1203.834704249761</c:v>
                </c:pt>
                <c:pt idx="1651">
                  <c:v>1204.9704134291742</c:v>
                </c:pt>
                <c:pt idx="1652">
                  <c:v>1206.1078799338813</c:v>
                </c:pt>
                <c:pt idx="1653">
                  <c:v>1207.2470473214375</c:v>
                </c:pt>
                <c:pt idx="1654">
                  <c:v>1208.3878597875987</c:v>
                </c:pt>
                <c:pt idx="1655">
                  <c:v>1209.5302621600858</c:v>
                </c:pt>
                <c:pt idx="1656">
                  <c:v>1210.6741998923201</c:v>
                </c:pt>
                <c:pt idx="1657">
                  <c:v>1211.8196190573103</c:v>
                </c:pt>
                <c:pt idx="1658">
                  <c:v>1212.9664663415317</c:v>
                </c:pt>
                <c:pt idx="1659">
                  <c:v>1214.1146890389089</c:v>
                </c:pt>
                <c:pt idx="1660">
                  <c:v>1215.2642350448207</c:v>
                </c:pt>
                <c:pt idx="1661">
                  <c:v>1216.4150528502512</c:v>
                </c:pt>
                <c:pt idx="1662">
                  <c:v>1217.5670915358787</c:v>
                </c:pt>
                <c:pt idx="1663">
                  <c:v>1218.7203007663347</c:v>
                </c:pt>
                <c:pt idx="1664">
                  <c:v>1219.8746307844251</c:v>
                </c:pt>
                <c:pt idx="1665">
                  <c:v>1221.0300324055029</c:v>
                </c:pt>
                <c:pt idx="1666">
                  <c:v>1222.1864570118325</c:v>
                </c:pt>
                <c:pt idx="1667">
                  <c:v>1223.3438565470517</c:v>
                </c:pt>
                <c:pt idx="1668">
                  <c:v>1224.5021835106045</c:v>
                </c:pt>
                <c:pt idx="1669">
                  <c:v>1225.6613909523801</c:v>
                </c:pt>
                <c:pt idx="1670">
                  <c:v>1226.8214324672663</c:v>
                </c:pt>
                <c:pt idx="1671">
                  <c:v>1227.9822621897958</c:v>
                </c:pt>
                <c:pt idx="1672">
                  <c:v>1229.1438347889139</c:v>
                </c:pt>
                <c:pt idx="1673">
                  <c:v>1230.3061054626819</c:v>
                </c:pt>
                <c:pt idx="1674">
                  <c:v>1231.4690299331296</c:v>
                </c:pt>
                <c:pt idx="1675">
                  <c:v>1232.6325644411359</c:v>
                </c:pt>
                <c:pt idx="1676">
                  <c:v>1233.7966657412965</c:v>
                </c:pt>
                <c:pt idx="1677">
                  <c:v>1234.9612910969558</c:v>
                </c:pt>
                <c:pt idx="1678">
                  <c:v>1236.1263982751516</c:v>
                </c:pt>
                <c:pt idx="1679">
                  <c:v>1237.291945541765</c:v>
                </c:pt>
                <c:pt idx="1680">
                  <c:v>1238.4578916565561</c:v>
                </c:pt>
                <c:pt idx="1681">
                  <c:v>1239.6241958683793</c:v>
                </c:pt>
                <c:pt idx="1682">
                  <c:v>1240.7908179103831</c:v>
                </c:pt>
                <c:pt idx="1683">
                  <c:v>1241.9577179952414</c:v>
                </c:pt>
                <c:pt idx="1684">
                  <c:v>1243.1248568105032</c:v>
                </c:pt>
                <c:pt idx="1685">
                  <c:v>1244.2921955138895</c:v>
                </c:pt>
                <c:pt idx="1686">
                  <c:v>1245.4596957287242</c:v>
                </c:pt>
                <c:pt idx="1687">
                  <c:v>1246.6273195393571</c:v>
                </c:pt>
                <c:pt idx="1688">
                  <c:v>1247.7950294866373</c:v>
                </c:pt>
                <c:pt idx="1689">
                  <c:v>1248.9627885634804</c:v>
                </c:pt>
                <c:pt idx="1690">
                  <c:v>1250.130560210388</c:v>
                </c:pt>
                <c:pt idx="1691">
                  <c:v>1251.2983083110864</c:v>
                </c:pt>
                <c:pt idx="1692">
                  <c:v>1252.4659971881708</c:v>
                </c:pt>
                <c:pt idx="1693">
                  <c:v>1253.6335915988154</c:v>
                </c:pt>
                <c:pt idx="1694">
                  <c:v>1254.8010567305148</c:v>
                </c:pt>
                <c:pt idx="1695">
                  <c:v>1255.96835819684</c:v>
                </c:pt>
                <c:pt idx="1696">
                  <c:v>1257.1354620332522</c:v>
                </c:pt>
                <c:pt idx="1697">
                  <c:v>1258.3023346930215</c:v>
                </c:pt>
                <c:pt idx="1698">
                  <c:v>1259.4689430430517</c:v>
                </c:pt>
                <c:pt idx="1699">
                  <c:v>1260.6352543598568</c:v>
                </c:pt>
                <c:pt idx="1700">
                  <c:v>1261.8012363255393</c:v>
                </c:pt>
                <c:pt idx="1701">
                  <c:v>1262.9668570238098</c:v>
                </c:pt>
                <c:pt idx="1702">
                  <c:v>1264.132084936017</c:v>
                </c:pt>
                <c:pt idx="1703">
                  <c:v>1265.2968889372489</c:v>
                </c:pt>
                <c:pt idx="1704">
                  <c:v>1266.4612382924815</c:v>
                </c:pt>
                <c:pt idx="1705">
                  <c:v>1267.6251026527323</c:v>
                </c:pt>
                <c:pt idx="1706">
                  <c:v>1268.788452051225</c:v>
                </c:pt>
                <c:pt idx="1707">
                  <c:v>1269.9512568997036</c:v>
                </c:pt>
                <c:pt idx="1708">
                  <c:v>1271.1134879846352</c:v>
                </c:pt>
                <c:pt idx="1709">
                  <c:v>1272.2751164635486</c:v>
                </c:pt>
                <c:pt idx="1710">
                  <c:v>1273.4361138614081</c:v>
                </c:pt>
                <c:pt idx="1711">
                  <c:v>1274.5964520669306</c:v>
                </c:pt>
                <c:pt idx="1712">
                  <c:v>1275.7561033290276</c:v>
                </c:pt>
                <c:pt idx="1713">
                  <c:v>1276.9150402532923</c:v>
                </c:pt>
                <c:pt idx="1714">
                  <c:v>1278.0732357984066</c:v>
                </c:pt>
                <c:pt idx="1715">
                  <c:v>1279.2306632726927</c:v>
                </c:pt>
                <c:pt idx="1716">
                  <c:v>1280.387296330691</c:v>
                </c:pt>
                <c:pt idx="1717">
                  <c:v>1281.5431089696776</c:v>
                </c:pt>
                <c:pt idx="1718">
                  <c:v>1282.6980755263032</c:v>
                </c:pt>
                <c:pt idx="1719">
                  <c:v>1283.8521706732636</c:v>
                </c:pt>
                <c:pt idx="1720">
                  <c:v>1285.0053694159189</c:v>
                </c:pt>
                <c:pt idx="1721">
                  <c:v>1286.1576470890791</c:v>
                </c:pt>
                <c:pt idx="1722">
                  <c:v>1287.3089793536428</c:v>
                </c:pt>
                <c:pt idx="1723">
                  <c:v>1288.4593421934442</c:v>
                </c:pt>
                <c:pt idx="1724">
                  <c:v>1289.6087119120166</c:v>
                </c:pt>
                <c:pt idx="1725">
                  <c:v>1290.7570651294438</c:v>
                </c:pt>
                <c:pt idx="1726">
                  <c:v>1291.9043787791977</c:v>
                </c:pt>
                <c:pt idx="1727">
                  <c:v>1293.0506301050077</c:v>
                </c:pt>
                <c:pt idx="1728">
                  <c:v>1294.1957966578423</c:v>
                </c:pt>
                <c:pt idx="1729">
                  <c:v>1295.3398562927994</c:v>
                </c:pt>
                <c:pt idx="1730">
                  <c:v>1296.4827871660871</c:v>
                </c:pt>
                <c:pt idx="1731">
                  <c:v>1297.6245677320537</c:v>
                </c:pt>
                <c:pt idx="1732">
                  <c:v>1298.7651767402006</c:v>
                </c:pt>
                <c:pt idx="1733">
                  <c:v>1299.9045932322288</c:v>
                </c:pt>
                <c:pt idx="1734">
                  <c:v>1301.0427965391571</c:v>
                </c:pt>
                <c:pt idx="1735">
                  <c:v>1302.1797662784077</c:v>
                </c:pt>
                <c:pt idx="1736">
                  <c:v>1303.3154823509781</c:v>
                </c:pt>
                <c:pt idx="1737">
                  <c:v>1304.4499249385649</c:v>
                </c:pt>
                <c:pt idx="1738">
                  <c:v>1305.5830745008045</c:v>
                </c:pt>
                <c:pt idx="1739">
                  <c:v>1306.7149117724439</c:v>
                </c:pt>
                <c:pt idx="1740">
                  <c:v>1307.8454177606379</c:v>
                </c:pt>
                <c:pt idx="1741">
                  <c:v>1308.9745737421838</c:v>
                </c:pt>
                <c:pt idx="1742">
                  <c:v>1310.1023612608376</c:v>
                </c:pt>
                <c:pt idx="1743">
                  <c:v>1311.2287621246423</c:v>
                </c:pt>
                <c:pt idx="1744">
                  <c:v>1312.3537584032388</c:v>
                </c:pt>
                <c:pt idx="1745">
                  <c:v>1313.4773324252897</c:v>
                </c:pt>
                <c:pt idx="1746">
                  <c:v>1314.5994667758241</c:v>
                </c:pt>
                <c:pt idx="1747">
                  <c:v>1315.7201442937185</c:v>
                </c:pt>
                <c:pt idx="1748">
                  <c:v>1316.8393480690891</c:v>
                </c:pt>
                <c:pt idx="1749">
                  <c:v>1317.9570614407694</c:v>
                </c:pt>
                <c:pt idx="1750">
                  <c:v>1319.0732679938478</c:v>
                </c:pt>
                <c:pt idx="1751">
                  <c:v>1320.1879515571118</c:v>
                </c:pt>
                <c:pt idx="1752">
                  <c:v>1321.3010962006372</c:v>
                </c:pt>
                <c:pt idx="1753">
                  <c:v>1322.4126862333706</c:v>
                </c:pt>
                <c:pt idx="1754">
                  <c:v>1323.5227062006263</c:v>
                </c:pt>
                <c:pt idx="1755">
                  <c:v>1324.6311408817962</c:v>
                </c:pt>
                <c:pt idx="1756">
                  <c:v>1325.7379752879142</c:v>
                </c:pt>
                <c:pt idx="1757">
                  <c:v>1326.8431946593121</c:v>
                </c:pt>
                <c:pt idx="1758">
                  <c:v>1327.946784463327</c:v>
                </c:pt>
                <c:pt idx="1759">
                  <c:v>1329.0487303919579</c:v>
                </c:pt>
                <c:pt idx="1760">
                  <c:v>1330.1490183596352</c:v>
                </c:pt>
                <c:pt idx="1761">
                  <c:v>1331.2476345008643</c:v>
                </c:pt>
                <c:pt idx="1762">
                  <c:v>1332.3445651681095</c:v>
                </c:pt>
                <c:pt idx="1763">
                  <c:v>1333.4397969294621</c:v>
                </c:pt>
                <c:pt idx="1764">
                  <c:v>1334.533316566512</c:v>
                </c:pt>
                <c:pt idx="1765">
                  <c:v>1335.6251110721103</c:v>
                </c:pt>
                <c:pt idx="1766">
                  <c:v>1336.7151676482886</c:v>
                </c:pt>
                <c:pt idx="1767">
                  <c:v>1337.8034737040318</c:v>
                </c:pt>
                <c:pt idx="1768">
                  <c:v>1338.8900168532389</c:v>
                </c:pt>
                <c:pt idx="1769">
                  <c:v>1339.9747849125595</c:v>
                </c:pt>
                <c:pt idx="1770">
                  <c:v>1341.0577658993457</c:v>
                </c:pt>
                <c:pt idx="1771">
                  <c:v>1342.1389480295984</c:v>
                </c:pt>
                <c:pt idx="1772">
                  <c:v>1343.2183197159045</c:v>
                </c:pt>
                <c:pt idx="1773">
                  <c:v>1344.2958695654315</c:v>
                </c:pt>
                <c:pt idx="1774">
                  <c:v>1345.3715863779125</c:v>
                </c:pt>
                <c:pt idx="1775">
                  <c:v>1346.4454591436654</c:v>
                </c:pt>
                <c:pt idx="1776">
                  <c:v>1347.5174770416422</c:v>
                </c:pt>
                <c:pt idx="1777">
                  <c:v>1348.5876294374377</c:v>
                </c:pt>
                <c:pt idx="1778">
                  <c:v>1349.655905881418</c:v>
                </c:pt>
                <c:pt idx="1779">
                  <c:v>1350.7222961067428</c:v>
                </c:pt>
                <c:pt idx="1780">
                  <c:v>1351.7867900275512</c:v>
                </c:pt>
                <c:pt idx="1781">
                  <c:v>1352.849377737007</c:v>
                </c:pt>
                <c:pt idx="1782">
                  <c:v>1353.9100495054743</c:v>
                </c:pt>
                <c:pt idx="1783">
                  <c:v>1354.9687957786946</c:v>
                </c:pt>
                <c:pt idx="1784">
                  <c:v>1356.0256071759143</c:v>
                </c:pt>
                <c:pt idx="1785">
                  <c:v>1357.0804744881195</c:v>
                </c:pt>
                <c:pt idx="1786">
                  <c:v>1358.1333886762311</c:v>
                </c:pt>
                <c:pt idx="1787">
                  <c:v>1359.1843408693392</c:v>
                </c:pt>
                <c:pt idx="1788">
                  <c:v>1360.2333223628991</c:v>
                </c:pt>
                <c:pt idx="1789">
                  <c:v>1361.2803246170386</c:v>
                </c:pt>
                <c:pt idx="1790">
                  <c:v>1362.3253392548445</c:v>
                </c:pt>
                <c:pt idx="1791">
                  <c:v>1363.3683580606169</c:v>
                </c:pt>
                <c:pt idx="1792">
                  <c:v>1364.4093729781548</c:v>
                </c:pt>
                <c:pt idx="1793">
                  <c:v>1365.4483761091624</c:v>
                </c:pt>
                <c:pt idx="1794">
                  <c:v>1366.4853597114841</c:v>
                </c:pt>
                <c:pt idx="1795">
                  <c:v>1367.5203161975485</c:v>
                </c:pt>
                <c:pt idx="1796">
                  <c:v>1368.5532381326864</c:v>
                </c:pt>
                <c:pt idx="1797">
                  <c:v>1369.5841182335187</c:v>
                </c:pt>
                <c:pt idx="1798">
                  <c:v>1370.6129493663684</c:v>
                </c:pt>
                <c:pt idx="1799">
                  <c:v>1371.6397245456662</c:v>
                </c:pt>
                <c:pt idx="1800">
                  <c:v>1372.6644369323835</c:v>
                </c:pt>
                <c:pt idx="1801">
                  <c:v>1373.6870798324842</c:v>
                </c:pt>
                <c:pt idx="1802">
                  <c:v>1374.7076466953495</c:v>
                </c:pt>
                <c:pt idx="1803">
                  <c:v>1375.7261311123073</c:v>
                </c:pt>
                <c:pt idx="1804">
                  <c:v>1376.7425268150446</c:v>
                </c:pt>
                <c:pt idx="1805">
                  <c:v>1377.756827674202</c:v>
                </c:pt>
                <c:pt idx="1806">
                  <c:v>1378.7690276977705</c:v>
                </c:pt>
                <c:pt idx="1807">
                  <c:v>1379.7791210297255</c:v>
                </c:pt>
                <c:pt idx="1808">
                  <c:v>1380.787101948526</c:v>
                </c:pt>
                <c:pt idx="1809">
                  <c:v>1381.7929648656593</c:v>
                </c:pt>
                <c:pt idx="1810">
                  <c:v>1382.7967043242265</c:v>
                </c:pt>
                <c:pt idx="1811">
                  <c:v>1383.7983149975144</c:v>
                </c:pt>
                <c:pt idx="1812">
                  <c:v>1384.7977916876287</c:v>
                </c:pt>
                <c:pt idx="1813">
                  <c:v>1385.7951293240296</c:v>
                </c:pt>
                <c:pt idx="1814">
                  <c:v>1386.7903229622254</c:v>
                </c:pt>
                <c:pt idx="1815">
                  <c:v>1387.7833677823701</c:v>
                </c:pt>
                <c:pt idx="1816">
                  <c:v>1388.7742590879295</c:v>
                </c:pt>
                <c:pt idx="1817">
                  <c:v>1389.7629923043037</c:v>
                </c:pt>
                <c:pt idx="1818">
                  <c:v>1390.7495629775601</c:v>
                </c:pt>
                <c:pt idx="1819">
                  <c:v>1391.7339667730685</c:v>
                </c:pt>
                <c:pt idx="1820">
                  <c:v>1392.7161994742244</c:v>
                </c:pt>
                <c:pt idx="1821">
                  <c:v>1393.696256981131</c:v>
                </c:pt>
                <c:pt idx="1822">
                  <c:v>1394.6741353093619</c:v>
                </c:pt>
                <c:pt idx="1823">
                  <c:v>1395.6498305886803</c:v>
                </c:pt>
                <c:pt idx="1824">
                  <c:v>1396.6233390617501</c:v>
                </c:pt>
                <c:pt idx="1825">
                  <c:v>1397.5946570829249</c:v>
                </c:pt>
                <c:pt idx="1826">
                  <c:v>1398.5637811170473</c:v>
                </c:pt>
                <c:pt idx="1827">
                  <c:v>1399.5307077381499</c:v>
                </c:pt>
                <c:pt idx="1828">
                  <c:v>1400.4954336283097</c:v>
                </c:pt>
                <c:pt idx="1829">
                  <c:v>1401.4579555764437</c:v>
                </c:pt>
                <c:pt idx="1830">
                  <c:v>1402.418270477096</c:v>
                </c:pt>
                <c:pt idx="1831">
                  <c:v>1403.3763753293006</c:v>
                </c:pt>
                <c:pt idx="1832">
                  <c:v>1404.3322672353856</c:v>
                </c:pt>
                <c:pt idx="1833">
                  <c:v>1405.2859433998194</c:v>
                </c:pt>
                <c:pt idx="1834">
                  <c:v>1406.237401128122</c:v>
                </c:pt>
                <c:pt idx="1835">
                  <c:v>1407.1866378256459</c:v>
                </c:pt>
                <c:pt idx="1836">
                  <c:v>1408.1336509965538</c:v>
                </c:pt>
                <c:pt idx="1837">
                  <c:v>1409.0784382426359</c:v>
                </c:pt>
                <c:pt idx="1838">
                  <c:v>1410.0209972622094</c:v>
                </c:pt>
                <c:pt idx="1839">
                  <c:v>1410.9613258491163</c:v>
                </c:pt>
                <c:pt idx="1840">
                  <c:v>1411.8994218915418</c:v>
                </c:pt>
                <c:pt idx="1841">
                  <c:v>1412.8352833709839</c:v>
                </c:pt>
                <c:pt idx="1842">
                  <c:v>1413.7689083612081</c:v>
                </c:pt>
                <c:pt idx="1843">
                  <c:v>1414.7002950272081</c:v>
                </c:pt>
                <c:pt idx="1844">
                  <c:v>1415.6294416241285</c:v>
                </c:pt>
                <c:pt idx="1845">
                  <c:v>1416.556346496259</c:v>
                </c:pt>
                <c:pt idx="1846">
                  <c:v>1417.4810080760026</c:v>
                </c:pt>
                <c:pt idx="1847">
                  <c:v>1418.4034248829107</c:v>
                </c:pt>
                <c:pt idx="1848">
                  <c:v>1419.323595522611</c:v>
                </c:pt>
                <c:pt idx="1849">
                  <c:v>1420.2415186858675</c:v>
                </c:pt>
                <c:pt idx="1850">
                  <c:v>1421.1571931476096</c:v>
                </c:pt>
                <c:pt idx="1851">
                  <c:v>1422.0706177658774</c:v>
                </c:pt>
                <c:pt idx="1852">
                  <c:v>1422.9817914810028</c:v>
                </c:pt>
                <c:pt idx="1853">
                  <c:v>1423.8907133144887</c:v>
                </c:pt>
                <c:pt idx="1854">
                  <c:v>1424.797382368213</c:v>
                </c:pt>
                <c:pt idx="1855">
                  <c:v>1425.7017978233891</c:v>
                </c:pt>
                <c:pt idx="1856">
                  <c:v>1426.6039589397126</c:v>
                </c:pt>
                <c:pt idx="1857">
                  <c:v>1427.5038650543588</c:v>
                </c:pt>
                <c:pt idx="1858">
                  <c:v>1428.4015155811664</c:v>
                </c:pt>
                <c:pt idx="1859">
                  <c:v>1429.2969100096843</c:v>
                </c:pt>
                <c:pt idx="1860">
                  <c:v>1430.1900479042774</c:v>
                </c:pt>
                <c:pt idx="1861">
                  <c:v>1431.0809289032786</c:v>
                </c:pt>
                <c:pt idx="1862">
                  <c:v>1431.9695527180786</c:v>
                </c:pt>
                <c:pt idx="1863">
                  <c:v>1432.8559191322493</c:v>
                </c:pt>
                <c:pt idx="1864">
                  <c:v>1433.7400280007557</c:v>
                </c:pt>
                <c:pt idx="1865">
                  <c:v>1434.6218792490013</c:v>
                </c:pt>
                <c:pt idx="1866">
                  <c:v>1435.5014728720971</c:v>
                </c:pt>
                <c:pt idx="1867">
                  <c:v>1436.3788089339184</c:v>
                </c:pt>
                <c:pt idx="1868">
                  <c:v>1437.2538875663734</c:v>
                </c:pt>
                <c:pt idx="1869">
                  <c:v>1438.1267089685284</c:v>
                </c:pt>
                <c:pt idx="1870">
                  <c:v>1438.9972734058088</c:v>
                </c:pt>
                <c:pt idx="1871">
                  <c:v>1439.8655812092156</c:v>
                </c:pt>
                <c:pt idx="1872">
                  <c:v>1440.7316327744811</c:v>
                </c:pt>
                <c:pt idx="1873">
                  <c:v>1441.5954285613464</c:v>
                </c:pt>
                <c:pt idx="1874">
                  <c:v>1442.4569690927285</c:v>
                </c:pt>
                <c:pt idx="1875">
                  <c:v>1443.3162549540075</c:v>
                </c:pt>
                <c:pt idx="1876">
                  <c:v>1444.1732867921673</c:v>
                </c:pt>
                <c:pt idx="1877">
                  <c:v>1445.0280653151301</c:v>
                </c:pt>
                <c:pt idx="1878">
                  <c:v>1445.880591290967</c:v>
                </c:pt>
                <c:pt idx="1879">
                  <c:v>1446.7308655471418</c:v>
                </c:pt>
                <c:pt idx="1880">
                  <c:v>1447.5788889698108</c:v>
                </c:pt>
                <c:pt idx="1881">
                  <c:v>1448.4246625030407</c:v>
                </c:pt>
                <c:pt idx="1882">
                  <c:v>1449.2681871481489</c:v>
                </c:pt>
                <c:pt idx="1883">
                  <c:v>1450.1094639629578</c:v>
                </c:pt>
                <c:pt idx="1884">
                  <c:v>1450.9484940610682</c:v>
                </c:pt>
                <c:pt idx="1885">
                  <c:v>1451.7852786111741</c:v>
                </c:pt>
                <c:pt idx="1886">
                  <c:v>1452.619818836386</c:v>
                </c:pt>
                <c:pt idx="1887">
                  <c:v>1453.4521160135334</c:v>
                </c:pt>
                <c:pt idx="1888">
                  <c:v>1454.2821714724496</c:v>
                </c:pt>
                <c:pt idx="1889">
                  <c:v>1455.1099865953538</c:v>
                </c:pt>
                <c:pt idx="1890">
                  <c:v>1455.9355628161304</c:v>
                </c:pt>
                <c:pt idx="1891">
                  <c:v>1456.7589016197037</c:v>
                </c:pt>
                <c:pt idx="1892">
                  <c:v>1457.5800045413557</c:v>
                </c:pt>
                <c:pt idx="1893">
                  <c:v>1458.398873166117</c:v>
                </c:pt>
                <c:pt idx="1894">
                  <c:v>1459.2155091280731</c:v>
                </c:pt>
                <c:pt idx="1895">
                  <c:v>1460.0299141097414</c:v>
                </c:pt>
                <c:pt idx="1896">
                  <c:v>1460.8420898414961</c:v>
                </c:pt>
                <c:pt idx="1897">
                  <c:v>1461.652038100867</c:v>
                </c:pt>
                <c:pt idx="1898">
                  <c:v>1462.4597607119395</c:v>
                </c:pt>
                <c:pt idx="1899">
                  <c:v>1463.2652595447985</c:v>
                </c:pt>
                <c:pt idx="1900">
                  <c:v>1464.0685365148531</c:v>
                </c:pt>
                <c:pt idx="1901">
                  <c:v>1464.86959358226</c:v>
                </c:pt>
                <c:pt idx="1902">
                  <c:v>1465.6684327513465</c:v>
                </c:pt>
                <c:pt idx="1903">
                  <c:v>1466.4650560700095</c:v>
                </c:pt>
                <c:pt idx="1904">
                  <c:v>1467.2594656291164</c:v>
                </c:pt>
                <c:pt idx="1905">
                  <c:v>1468.0516635619529</c:v>
                </c:pt>
                <c:pt idx="1906">
                  <c:v>1468.841652043636</c:v>
                </c:pt>
                <c:pt idx="1907">
                  <c:v>1469.6294332905536</c:v>
                </c:pt>
                <c:pt idx="1908">
                  <c:v>1470.4150095598131</c:v>
                </c:pt>
                <c:pt idx="1909">
                  <c:v>1471.1983831486616</c:v>
                </c:pt>
                <c:pt idx="1910">
                  <c:v>1471.9795563939524</c:v>
                </c:pt>
                <c:pt idx="1911">
                  <c:v>1472.758531671614</c:v>
                </c:pt>
                <c:pt idx="1912">
                  <c:v>1473.5353113960989</c:v>
                </c:pt>
                <c:pt idx="1913">
                  <c:v>1474.309898019821</c:v>
                </c:pt>
                <c:pt idx="1914">
                  <c:v>1475.0822940326698</c:v>
                </c:pt>
                <c:pt idx="1915">
                  <c:v>1475.8525019614954</c:v>
                </c:pt>
                <c:pt idx="1916">
                  <c:v>1476.6205243695308</c:v>
                </c:pt>
                <c:pt idx="1917">
                  <c:v>1477.3863638559226</c:v>
                </c:pt>
                <c:pt idx="1918">
                  <c:v>1478.1500230552399</c:v>
                </c:pt>
                <c:pt idx="1919">
                  <c:v>1478.9115046369241</c:v>
                </c:pt>
                <c:pt idx="1920">
                  <c:v>1479.6708113048292</c:v>
                </c:pt>
                <c:pt idx="1921">
                  <c:v>1480.4279457967109</c:v>
                </c:pt>
                <c:pt idx="1922">
                  <c:v>1481.1829108837353</c:v>
                </c:pt>
                <c:pt idx="1923">
                  <c:v>1481.9357093700096</c:v>
                </c:pt>
                <c:pt idx="1924">
                  <c:v>1482.686344092099</c:v>
                </c:pt>
                <c:pt idx="1925">
                  <c:v>1483.4348179185358</c:v>
                </c:pt>
                <c:pt idx="1926">
                  <c:v>1484.1811337493914</c:v>
                </c:pt>
                <c:pt idx="1927">
                  <c:v>1484.9252945157634</c:v>
                </c:pt>
                <c:pt idx="1928">
                  <c:v>1485.667303179365</c:v>
                </c:pt>
                <c:pt idx="1929">
                  <c:v>1486.4071627320072</c:v>
                </c:pt>
                <c:pt idx="1930">
                  <c:v>1487.1448761952247</c:v>
                </c:pt>
                <c:pt idx="1931">
                  <c:v>1487.8804466197546</c:v>
                </c:pt>
                <c:pt idx="1932">
                  <c:v>1488.6138770851676</c:v>
                </c:pt>
                <c:pt idx="1933">
                  <c:v>1489.3451706993508</c:v>
                </c:pt>
                <c:pt idx="1934">
                  <c:v>1490.0743305981662</c:v>
                </c:pt>
                <c:pt idx="1935">
                  <c:v>1490.801359944925</c:v>
                </c:pt>
                <c:pt idx="1936">
                  <c:v>1491.5262619300511</c:v>
                </c:pt>
                <c:pt idx="1937">
                  <c:v>1492.2490397706106</c:v>
                </c:pt>
                <c:pt idx="1938">
                  <c:v>1492.9696967099073</c:v>
                </c:pt>
                <c:pt idx="1939">
                  <c:v>1493.6882360170607</c:v>
                </c:pt>
                <c:pt idx="1940">
                  <c:v>1494.40466098664</c:v>
                </c:pt>
                <c:pt idx="1941">
                  <c:v>1495.1189749381822</c:v>
                </c:pt>
                <c:pt idx="1942">
                  <c:v>1495.8311812159093</c:v>
                </c:pt>
                <c:pt idx="1943">
                  <c:v>1496.5412831881904</c:v>
                </c:pt>
                <c:pt idx="1944">
                  <c:v>1497.2492842473007</c:v>
                </c:pt>
                <c:pt idx="1945">
                  <c:v>1497.9551878088957</c:v>
                </c:pt>
                <c:pt idx="1946">
                  <c:v>1498.6589973117354</c:v>
                </c:pt>
                <c:pt idx="1947">
                  <c:v>1499.360716217237</c:v>
                </c:pt>
                <c:pt idx="1948">
                  <c:v>1500.0603480091354</c:v>
                </c:pt>
                <c:pt idx="1949">
                  <c:v>1500.757896193089</c:v>
                </c:pt>
                <c:pt idx="1950">
                  <c:v>1501.4533642963502</c:v>
                </c:pt>
                <c:pt idx="1951">
                  <c:v>1502.1467558673353</c:v>
                </c:pt>
                <c:pt idx="1952">
                  <c:v>1502.8380744753213</c:v>
                </c:pt>
                <c:pt idx="1953">
                  <c:v>1503.5273237100778</c:v>
                </c:pt>
                <c:pt idx="1954">
                  <c:v>1504.2145071815007</c:v>
                </c:pt>
                <c:pt idx="1955">
                  <c:v>1504.8996285192643</c:v>
                </c:pt>
                <c:pt idx="1956">
                  <c:v>1505.5826913724688</c:v>
                </c:pt>
                <c:pt idx="1957">
                  <c:v>1506.26369940935</c:v>
                </c:pt>
                <c:pt idx="1958">
                  <c:v>1506.9426563168486</c:v>
                </c:pt>
                <c:pt idx="1959">
                  <c:v>1507.6195658003444</c:v>
                </c:pt>
                <c:pt idx="1960">
                  <c:v>1508.2944315833236</c:v>
                </c:pt>
                <c:pt idx="1961">
                  <c:v>1508.9672574070071</c:v>
                </c:pt>
                <c:pt idx="1962">
                  <c:v>1509.6380470300528</c:v>
                </c:pt>
                <c:pt idx="1963">
                  <c:v>1510.3068042282598</c:v>
                </c:pt>
                <c:pt idx="1964">
                  <c:v>1510.973532794181</c:v>
                </c:pt>
                <c:pt idx="1965">
                  <c:v>1511.6382365368802</c:v>
                </c:pt>
                <c:pt idx="1966">
                  <c:v>1512.3009192815687</c:v>
                </c:pt>
                <c:pt idx="1967">
                  <c:v>1512.961584869319</c:v>
                </c:pt>
                <c:pt idx="1968">
                  <c:v>1513.6202371567649</c:v>
                </c:pt>
                <c:pt idx="1969">
                  <c:v>1514.2768800157883</c:v>
                </c:pt>
                <c:pt idx="1970">
                  <c:v>1514.9315173332236</c:v>
                </c:pt>
                <c:pt idx="1971">
                  <c:v>1515.5841530105595</c:v>
                </c:pt>
                <c:pt idx="1972">
                  <c:v>1516.234790963638</c:v>
                </c:pt>
                <c:pt idx="1973">
                  <c:v>1516.8834351224041</c:v>
                </c:pt>
                <c:pt idx="1974">
                  <c:v>1517.5300894305533</c:v>
                </c:pt>
                <c:pt idx="1975">
                  <c:v>1518.1747578453098</c:v>
                </c:pt>
                <c:pt idx="1976">
                  <c:v>1518.8174443370888</c:v>
                </c:pt>
                <c:pt idx="1977">
                  <c:v>1519.4581528892918</c:v>
                </c:pt>
                <c:pt idx="1978">
                  <c:v>1520.0968874979615</c:v>
                </c:pt>
                <c:pt idx="1979">
                  <c:v>1520.7336521715481</c:v>
                </c:pt>
                <c:pt idx="1980">
                  <c:v>1521.3684509306152</c:v>
                </c:pt>
                <c:pt idx="1981">
                  <c:v>1522.0012878076011</c:v>
                </c:pt>
                <c:pt idx="1982">
                  <c:v>1522.6321668465507</c:v>
                </c:pt>
                <c:pt idx="1983">
                  <c:v>1523.2610921028152</c:v>
                </c:pt>
                <c:pt idx="1984">
                  <c:v>1523.8880676428728</c:v>
                </c:pt>
                <c:pt idx="1985">
                  <c:v>1524.5130975439677</c:v>
                </c:pt>
                <c:pt idx="1986">
                  <c:v>1525.1361858939708</c:v>
                </c:pt>
                <c:pt idx="1987">
                  <c:v>1525.7573367910506</c:v>
                </c:pt>
                <c:pt idx="1988">
                  <c:v>1526.376554343444</c:v>
                </c:pt>
                <c:pt idx="1989">
                  <c:v>1526.9938426692256</c:v>
                </c:pt>
                <c:pt idx="1990">
                  <c:v>1527.6092058960626</c:v>
                </c:pt>
                <c:pt idx="1991">
                  <c:v>1528.2226481609641</c:v>
                </c:pt>
                <c:pt idx="1992">
                  <c:v>1528.8341736100742</c:v>
                </c:pt>
                <c:pt idx="1993">
                  <c:v>1529.4437863983819</c:v>
                </c:pt>
                <c:pt idx="1994">
                  <c:v>1530.051490689546</c:v>
                </c:pt>
                <c:pt idx="1995">
                  <c:v>1530.6572906556421</c:v>
                </c:pt>
                <c:pt idx="1996">
                  <c:v>1531.2611904769201</c:v>
                </c:pt>
                <c:pt idx="1997">
                  <c:v>1531.8631943416387</c:v>
                </c:pt>
                <c:pt idx="1998">
                  <c:v>1532.4633064457512</c:v>
                </c:pt>
                <c:pt idx="1999">
                  <c:v>1533.0615309927628</c:v>
                </c:pt>
                <c:pt idx="2000">
                  <c:v>1533.6578721934998</c:v>
                </c:pt>
                <c:pt idx="2001">
                  <c:v>1534.252334265869</c:v>
                </c:pt>
                <c:pt idx="2002">
                  <c:v>1534.8449214346381</c:v>
                </c:pt>
                <c:pt idx="2003">
                  <c:v>1535.4356379312999</c:v>
                </c:pt>
                <c:pt idx="2004">
                  <c:v>1536.0244879937704</c:v>
                </c:pt>
                <c:pt idx="2005">
                  <c:v>1536.611475866242</c:v>
                </c:pt>
                <c:pt idx="2006">
                  <c:v>1537.1966057989639</c:v>
                </c:pt>
                <c:pt idx="2007">
                  <c:v>1537.7798820480368</c:v>
                </c:pt>
                <c:pt idx="2008">
                  <c:v>1538.3613088752195</c:v>
                </c:pt>
                <c:pt idx="2009">
                  <c:v>1538.9408905477421</c:v>
                </c:pt>
                <c:pt idx="2010">
                  <c:v>1539.518631338083</c:v>
                </c:pt>
                <c:pt idx="2011">
                  <c:v>1540.094535523815</c:v>
                </c:pt>
                <c:pt idx="2012">
                  <c:v>1540.6686073873811</c:v>
                </c:pt>
                <c:pt idx="2013">
                  <c:v>1541.2408512159498</c:v>
                </c:pt>
                <c:pt idx="2014">
                  <c:v>1541.8112713011508</c:v>
                </c:pt>
                <c:pt idx="2015">
                  <c:v>1542.3798719389854</c:v>
                </c:pt>
                <c:pt idx="2016">
                  <c:v>1542.9466574295966</c:v>
                </c:pt>
                <c:pt idx="2017">
                  <c:v>1543.5116320770694</c:v>
                </c:pt>
                <c:pt idx="2018">
                  <c:v>1544.0748001892996</c:v>
                </c:pt>
                <c:pt idx="2019">
                  <c:v>1544.6361660777943</c:v>
                </c:pt>
                <c:pt idx="2020">
                  <c:v>1545.1957340574975</c:v>
                </c:pt>
                <c:pt idx="2021">
                  <c:v>1545.7535084466103</c:v>
                </c:pt>
                <c:pt idx="2022">
                  <c:v>1546.3094935664751</c:v>
                </c:pt>
                <c:pt idx="2023">
                  <c:v>1546.8636937413087</c:v>
                </c:pt>
                <c:pt idx="2024">
                  <c:v>1547.416113298131</c:v>
                </c:pt>
                <c:pt idx="2025">
                  <c:v>1547.9667565665429</c:v>
                </c:pt>
                <c:pt idx="2026">
                  <c:v>1548.5156278786194</c:v>
                </c:pt>
                <c:pt idx="2027">
                  <c:v>1549.0627315686913</c:v>
                </c:pt>
                <c:pt idx="2028">
                  <c:v>1549.6080719731831</c:v>
                </c:pt>
                <c:pt idx="2029">
                  <c:v>1550.1516534305474</c:v>
                </c:pt>
                <c:pt idx="2030">
                  <c:v>1550.693480280994</c:v>
                </c:pt>
                <c:pt idx="2031">
                  <c:v>1551.2335568664148</c:v>
                </c:pt>
                <c:pt idx="2032">
                  <c:v>1551.7718875301916</c:v>
                </c:pt>
                <c:pt idx="2033">
                  <c:v>1552.3084766170946</c:v>
                </c:pt>
                <c:pt idx="2034">
                  <c:v>1552.8433284730729</c:v>
                </c:pt>
                <c:pt idx="2035">
                  <c:v>1553.3764474451455</c:v>
                </c:pt>
                <c:pt idx="2036">
                  <c:v>1553.9078378812583</c:v>
                </c:pt>
                <c:pt idx="2037">
                  <c:v>1554.4375041301182</c:v>
                </c:pt>
                <c:pt idx="2038">
                  <c:v>1554.9654505410965</c:v>
                </c:pt>
                <c:pt idx="2039">
                  <c:v>1555.4916814640308</c:v>
                </c:pt>
                <c:pt idx="2040">
                  <c:v>1556.0162012491453</c:v>
                </c:pt>
                <c:pt idx="2041">
                  <c:v>1556.5390142468584</c:v>
                </c:pt>
                <c:pt idx="2042">
                  <c:v>1557.0601248076871</c:v>
                </c:pt>
                <c:pt idx="2043">
                  <c:v>1557.5795372821306</c:v>
                </c:pt>
                <c:pt idx="2044">
                  <c:v>1558.0972560204723</c:v>
                </c:pt>
                <c:pt idx="2045">
                  <c:v>1558.6132853727131</c:v>
                </c:pt>
                <c:pt idx="2046">
                  <c:v>1559.1276296884298</c:v>
                </c:pt>
                <c:pt idx="2047">
                  <c:v>1559.6402933166298</c:v>
                </c:pt>
                <c:pt idx="2048">
                  <c:v>1560.1512806056178</c:v>
                </c:pt>
                <c:pt idx="2049">
                  <c:v>1560.6605959029214</c:v>
                </c:pt>
                <c:pt idx="2050">
                  <c:v>1561.168243555129</c:v>
                </c:pt>
                <c:pt idx="2051">
                  <c:v>1561.6742279077753</c:v>
                </c:pt>
                <c:pt idx="2052">
                  <c:v>1562.1785533052182</c:v>
                </c:pt>
                <c:pt idx="2053">
                  <c:v>1562.6812240905506</c:v>
                </c:pt>
                <c:pt idx="2054">
                  <c:v>1563.182244605448</c:v>
                </c:pt>
                <c:pt idx="2055">
                  <c:v>1563.6816191900655</c:v>
                </c:pt>
                <c:pt idx="2056">
                  <c:v>1564.1793521829472</c:v>
                </c:pt>
                <c:pt idx="2057">
                  <c:v>1564.6754479208726</c:v>
                </c:pt>
                <c:pt idx="2058">
                  <c:v>1565.1699107387692</c:v>
                </c:pt>
                <c:pt idx="2059">
                  <c:v>1565.6627449696277</c:v>
                </c:pt>
                <c:pt idx="2060">
                  <c:v>1566.1539549443457</c:v>
                </c:pt>
                <c:pt idx="2061">
                  <c:v>1566.6435449916567</c:v>
                </c:pt>
                <c:pt idx="2062">
                  <c:v>1567.1315194379872</c:v>
                </c:pt>
                <c:pt idx="2063">
                  <c:v>1567.6178826074199</c:v>
                </c:pt>
                <c:pt idx="2064">
                  <c:v>1568.10263882153</c:v>
                </c:pt>
                <c:pt idx="2065">
                  <c:v>1568.5857923992928</c:v>
                </c:pt>
                <c:pt idx="2066">
                  <c:v>1569.0673476570121</c:v>
                </c:pt>
                <c:pt idx="2067">
                  <c:v>1569.5473089081854</c:v>
                </c:pt>
                <c:pt idx="2068">
                  <c:v>1570.0256804634544</c:v>
                </c:pt>
                <c:pt idx="2069">
                  <c:v>1570.5024666304623</c:v>
                </c:pt>
                <c:pt idx="2070">
                  <c:v>1570.9776717137709</c:v>
                </c:pt>
                <c:pt idx="2071">
                  <c:v>1571.4513000147988</c:v>
                </c:pt>
                <c:pt idx="2072">
                  <c:v>1571.9233558316571</c:v>
                </c:pt>
                <c:pt idx="2073">
                  <c:v>1572.393843459148</c:v>
                </c:pt>
                <c:pt idx="2074">
                  <c:v>1572.8627671886122</c:v>
                </c:pt>
                <c:pt idx="2075">
                  <c:v>1573.3301313078612</c:v>
                </c:pt>
                <c:pt idx="2076">
                  <c:v>1573.7959401010919</c:v>
                </c:pt>
                <c:pt idx="2077">
                  <c:v>1574.2601978487755</c:v>
                </c:pt>
                <c:pt idx="2078">
                  <c:v>1574.7229088276313</c:v>
                </c:pt>
                <c:pt idx="2079">
                  <c:v>1575.1840773104534</c:v>
                </c:pt>
                <c:pt idx="2080">
                  <c:v>1575.6437075661074</c:v>
                </c:pt>
                <c:pt idx="2081">
                  <c:v>1576.1018038594268</c:v>
                </c:pt>
                <c:pt idx="2082">
                  <c:v>1576.5583704510807</c:v>
                </c:pt>
                <c:pt idx="2083">
                  <c:v>1577.0134115975873</c:v>
                </c:pt>
                <c:pt idx="2084">
                  <c:v>1577.466931551151</c:v>
                </c:pt>
                <c:pt idx="2085">
                  <c:v>1577.9189345596239</c:v>
                </c:pt>
                <c:pt idx="2086">
                  <c:v>1578.3694248664199</c:v>
                </c:pt>
                <c:pt idx="2087">
                  <c:v>1578.8184067104639</c:v>
                </c:pt>
                <c:pt idx="2088">
                  <c:v>1579.2658843260676</c:v>
                </c:pt>
                <c:pt idx="2089">
                  <c:v>1579.7118619429045</c:v>
                </c:pt>
                <c:pt idx="2090">
                  <c:v>1580.1563437858947</c:v>
                </c:pt>
                <c:pt idx="2091">
                  <c:v>1580.59933407518</c:v>
                </c:pt>
                <c:pt idx="2092">
                  <c:v>1581.0408370260052</c:v>
                </c:pt>
                <c:pt idx="2093">
                  <c:v>1581.4808568486806</c:v>
                </c:pt>
                <c:pt idx="2094">
                  <c:v>1581.9193977485224</c:v>
                </c:pt>
                <c:pt idx="2095">
                  <c:v>1582.3564639257374</c:v>
                </c:pt>
                <c:pt idx="2096">
                  <c:v>1582.7920595754056</c:v>
                </c:pt>
                <c:pt idx="2097">
                  <c:v>1583.2261888873845</c:v>
                </c:pt>
                <c:pt idx="2098">
                  <c:v>1583.6588560462621</c:v>
                </c:pt>
                <c:pt idx="2099">
                  <c:v>1584.090065231278</c:v>
                </c:pt>
                <c:pt idx="2100">
                  <c:v>1584.5198206162913</c:v>
                </c:pt>
                <c:pt idx="2101">
                  <c:v>1584.9388578184519</c:v>
                </c:pt>
                <c:pt idx="2102">
                  <c:v>1585.3495105646844</c:v>
                </c:pt>
                <c:pt idx="2103">
                  <c:v>1585.7533021480729</c:v>
                </c:pt>
                <c:pt idx="2104">
                  <c:v>1586.1512633796947</c:v>
                </c:pt>
                <c:pt idx="2105">
                  <c:v>1586.5441191836235</c:v>
                </c:pt>
                <c:pt idx="2106">
                  <c:v>1586.9323996942235</c:v>
                </c:pt>
                <c:pt idx="2107">
                  <c:v>1587.3165075150928</c:v>
                </c:pt>
                <c:pt idx="2108">
                  <c:v>1587.696759219865</c:v>
                </c:pt>
                <c:pt idx="2109">
                  <c:v>1588.0734115119028</c:v>
                </c:pt>
                <c:pt idx="2110">
                  <c:v>1588.4466781047377</c:v>
                </c:pt>
                <c:pt idx="2111">
                  <c:v>1588.8167408918039</c:v>
                </c:pt>
                <c:pt idx="2112">
                  <c:v>1589.1837575334671</c:v>
                </c:pt>
                <c:pt idx="2113">
                  <c:v>1589.5478667491843</c:v>
                </c:pt>
                <c:pt idx="2114">
                  <c:v>1589.9091921066824</c:v>
                </c:pt>
                <c:pt idx="2115">
                  <c:v>1590.2678448039239</c:v>
                </c:pt>
                <c:pt idx="2116">
                  <c:v>1590.6239257602608</c:v>
                </c:pt>
                <c:pt idx="2117">
                  <c:v>1590.9775272224497</c:v>
                </c:pt>
                <c:pt idx="2118">
                  <c:v>1591.3287340225706</c:v>
                </c:pt>
                <c:pt idx="2119">
                  <c:v>1591.6776245806664</c:v>
                </c:pt>
                <c:pt idx="2120">
                  <c:v>1592.0242717162791</c:v>
                </c:pt>
                <c:pt idx="2121">
                  <c:v>1592.3687433147018</c:v>
                </c:pt>
                <c:pt idx="2122">
                  <c:v>1592.7111028804584</c:v>
                </c:pt>
                <c:pt idx="2123">
                  <c:v>1593.0319280378417</c:v>
                </c:pt>
                <c:pt idx="2124">
                  <c:v>1593.3315882499073</c:v>
                </c:pt>
                <c:pt idx="2125">
                  <c:v>1593.610446085728</c:v>
                </c:pt>
                <c:pt idx="2126">
                  <c:v>1593.8688575460153</c:v>
                </c:pt>
                <c:pt idx="2127">
                  <c:v>1594.1071723504135</c:v>
                </c:pt>
                <c:pt idx="2128">
                  <c:v>1594.3257341929941</c:v>
                </c:pt>
                <c:pt idx="2129">
                  <c:v>1594.5248809710365</c:v>
                </c:pt>
                <c:pt idx="2130">
                  <c:v>1594.7049449912759</c:v>
                </c:pt>
                <c:pt idx="2131">
                  <c:v>1594.8662531568652</c:v>
                </c:pt>
                <c:pt idx="2132">
                  <c:v>1595.0091271379185</c:v>
                </c:pt>
                <c:pt idx="2133">
                  <c:v>1595.1338835278316</c:v>
                </c:pt>
                <c:pt idx="2134">
                  <c:v>1595.2408339872838</c:v>
                </c:pt>
                <c:pt idx="2135">
                  <c:v>1595.3302853774462</c:v>
                </c:pt>
                <c:pt idx="2136">
                  <c:v>1595.4025398837996</c:v>
                </c:pt>
                <c:pt idx="2137">
                  <c:v>1595.4578951316753</c:v>
                </c:pt>
                <c:pt idx="2138">
                  <c:v>1595.4966442943503</c:v>
                </c:pt>
                <c:pt idx="2139">
                  <c:v>1595.5190761946974</c:v>
                </c:pt>
                <c:pt idx="2140">
                  <c:v>1595.5254754009845</c:v>
                </c:pt>
                <c:pt idx="2141">
                  <c:v>1595.5161223173525</c:v>
                </c:pt>
                <c:pt idx="2142">
                  <c:v>1595.4912932697332</c:v>
                </c:pt>
                <c:pt idx="2143">
                  <c:v>1595.4512605874031</c:v>
                </c:pt>
                <c:pt idx="2144">
                  <c:v>1595.3962926807305</c:v>
                </c:pt>
                <c:pt idx="2145">
                  <c:v>1595.3265754345393</c:v>
                </c:pt>
                <c:pt idx="2146">
                  <c:v>1595.2422928604483</c:v>
                </c:pt>
                <c:pt idx="2147">
                  <c:v>1595.1436271347661</c:v>
                </c:pt>
                <c:pt idx="2148">
                  <c:v>1595.0307586340427</c:v>
                </c:pt>
                <c:pt idx="2149">
                  <c:v>1594.9038659685446</c:v>
                </c:pt>
                <c:pt idx="2150">
                  <c:v>1594.763126013888</c:v>
                </c:pt>
                <c:pt idx="2151">
                  <c:v>1594.608713940798</c:v>
                </c:pt>
                <c:pt idx="2152">
                  <c:v>1594.4408032433848</c:v>
                </c:pt>
                <c:pt idx="2153">
                  <c:v>1594.259565765921</c:v>
                </c:pt>
                <c:pt idx="2154">
                  <c:v>1594.0651717282617</c:v>
                </c:pt>
                <c:pt idx="2155">
                  <c:v>1593.8577897500732</c:v>
                </c:pt>
                <c:pt idx="2156">
                  <c:v>1593.6375868738753</c:v>
                </c:pt>
                <c:pt idx="2157">
                  <c:v>1593.4047285871463</c:v>
                </c:pt>
                <c:pt idx="2158">
                  <c:v>1593.1593788433056</c:v>
                </c:pt>
                <c:pt idx="2159">
                  <c:v>1592.9017000819313</c:v>
                </c:pt>
                <c:pt idx="2160">
                  <c:v>1592.6318532480893</c:v>
                </c:pt>
                <c:pt idx="2161">
                  <c:v>1592.3499978109512</c:v>
                </c:pt>
                <c:pt idx="2162">
                  <c:v>1592.056291781623</c:v>
                </c:pt>
                <c:pt idx="2163">
                  <c:v>1591.7508917303339</c:v>
                </c:pt>
                <c:pt idx="2164">
                  <c:v>1591.4339528031019</c:v>
                </c:pt>
                <c:pt idx="2165">
                  <c:v>1591.1056287376334</c:v>
                </c:pt>
                <c:pt idx="2166">
                  <c:v>1590.7660718789211</c:v>
                </c:pt>
                <c:pt idx="2167">
                  <c:v>1590.4154328763295</c:v>
                </c:pt>
                <c:pt idx="2168">
                  <c:v>1590.0538607083963</c:v>
                </c:pt>
                <c:pt idx="2169">
                  <c:v>1589.6815027069395</c:v>
                </c:pt>
                <c:pt idx="2170">
                  <c:v>1589.2985045804899</c:v>
                </c:pt>
                <c:pt idx="2171">
                  <c:v>1588.9050104372416</c:v>
                </c:pt>
                <c:pt idx="2172">
                  <c:v>1588.5011628073721</c:v>
                </c:pt>
                <c:pt idx="2173">
                  <c:v>1588.0871026648274</c:v>
                </c:pt>
                <c:pt idx="2174">
                  <c:v>1587.6629694486458</c:v>
                </c:pt>
                <c:pt idx="2175">
                  <c:v>1587.2289010837608</c:v>
                </c:pt>
                <c:pt idx="2176">
                  <c:v>1586.7850340013022</c:v>
                </c:pt>
                <c:pt idx="2177">
                  <c:v>1586.3315031585041</c:v>
                </c:pt>
                <c:pt idx="2178">
                  <c:v>1585.8684420581621</c:v>
                </c:pt>
                <c:pt idx="2179">
                  <c:v>1585.3959827676454</c:v>
                </c:pt>
                <c:pt idx="2180">
                  <c:v>1584.9142559375064</c:v>
                </c:pt>
                <c:pt idx="2181">
                  <c:v>1584.4233908198041</c:v>
                </c:pt>
                <c:pt idx="2182">
                  <c:v>1583.9235152859017</c:v>
                </c:pt>
                <c:pt idx="2183">
                  <c:v>1583.4147558440079</c:v>
                </c:pt>
                <c:pt idx="2184">
                  <c:v>1582.8972376563377</c:v>
                </c:pt>
                <c:pt idx="2185">
                  <c:v>1582.3710845559758</c:v>
                </c:pt>
                <c:pt idx="2186">
                  <c:v>1581.8364190633372</c:v>
                </c:pt>
                <c:pt idx="2187">
                  <c:v>1581.2933624024058</c:v>
                </c:pt>
                <c:pt idx="2188">
                  <c:v>1580.7420345165988</c:v>
                </c:pt>
                <c:pt idx="2189">
                  <c:v>1580.1825540831137</c:v>
                </c:pt>
                <c:pt idx="2190">
                  <c:v>1579.6150385269632</c:v>
                </c:pt>
                <c:pt idx="2191">
                  <c:v>1579.0396040349017</c:v>
                </c:pt>
                <c:pt idx="2192">
                  <c:v>1578.4563655689924</c:v>
                </c:pt>
                <c:pt idx="2193">
                  <c:v>1577.8654368801087</c:v>
                </c:pt>
                <c:pt idx="2194">
                  <c:v>1577.2669305210959</c:v>
                </c:pt>
                <c:pt idx="2195">
                  <c:v>1576.6609578598316</c:v>
                </c:pt>
                <c:pt idx="2196">
                  <c:v>1576.0476290920287</c:v>
                </c:pt>
                <c:pt idx="2197">
                  <c:v>1575.4270532539138</c:v>
                </c:pt>
                <c:pt idx="2198">
                  <c:v>1574.7993382346708</c:v>
                </c:pt>
                <c:pt idx="2199">
                  <c:v>1574.1645907886741</c:v>
                </c:pt>
                <c:pt idx="2200">
                  <c:v>1573.5229165476983</c:v>
                </c:pt>
                <c:pt idx="2201">
                  <c:v>1572.8744200327446</c:v>
                </c:pt>
                <c:pt idx="2202">
                  <c:v>1572.2192046659061</c:v>
                </c:pt>
                <c:pt idx="2203">
                  <c:v>1571.5573727819174</c:v>
                </c:pt>
                <c:pt idx="2204">
                  <c:v>1570.8890256396351</c:v>
                </c:pt>
                <c:pt idx="2205">
                  <c:v>1570.214263433357</c:v>
                </c:pt>
                <c:pt idx="2206">
                  <c:v>1569.5331853039388</c:v>
                </c:pt>
                <c:pt idx="2207">
                  <c:v>1568.8458893498332</c:v>
                </c:pt>
                <c:pt idx="2208">
                  <c:v>1568.1524726379537</c:v>
                </c:pt>
                <c:pt idx="2209">
                  <c:v>1567.4530312143518</c:v>
                </c:pt>
                <c:pt idx="2210">
                  <c:v>1566.7476601148785</c:v>
                </c:pt>
                <c:pt idx="2211">
                  <c:v>1566.0364533755881</c:v>
                </c:pt>
                <c:pt idx="2212">
                  <c:v>1565.3195040430564</c:v>
                </c:pt>
                <c:pt idx="2213">
                  <c:v>1564.5969041845842</c:v>
                </c:pt>
                <c:pt idx="2214">
                  <c:v>1563.8687448982203</c:v>
                </c:pt>
                <c:pt idx="2215">
                  <c:v>1563.1351163226946</c:v>
                </c:pt>
                <c:pt idx="2216">
                  <c:v>1562.3961076472369</c:v>
                </c:pt>
                <c:pt idx="2217">
                  <c:v>1561.651807121217</c:v>
                </c:pt>
                <c:pt idx="2218">
                  <c:v>1560.9023020637567</c:v>
                </c:pt>
                <c:pt idx="2219">
                  <c:v>1560.1476788731125</c:v>
                </c:pt>
                <c:pt idx="2220">
                  <c:v>1559.3880230360314</c:v>
                </c:pt>
                <c:pt idx="2221">
                  <c:v>1558.6234191369585</c:v>
                </c:pt>
                <c:pt idx="2222">
                  <c:v>1557.8539508671533</c:v>
                </c:pt>
                <c:pt idx="2223">
                  <c:v>1557.0797010336566</c:v>
                </c:pt>
                <c:pt idx="2224">
                  <c:v>1556.3007515681913</c:v>
                </c:pt>
                <c:pt idx="2225">
                  <c:v>1555.517183535962</c:v>
                </c:pt>
                <c:pt idx="2226">
                  <c:v>1554.7290771443083</c:v>
                </c:pt>
                <c:pt idx="2227">
                  <c:v>1553.9365117512752</c:v>
                </c:pt>
                <c:pt idx="2228">
                  <c:v>1553.139565874153</c:v>
                </c:pt>
                <c:pt idx="2229">
                  <c:v>1552.338317197776</c:v>
                </c:pt>
                <c:pt idx="2230">
                  <c:v>1551.5328425828891</c:v>
                </c:pt>
                <c:pt idx="2231">
                  <c:v>1550.7232180742915</c:v>
                </c:pt>
                <c:pt idx="2232">
                  <c:v>1549.9095189089396</c:v>
                </c:pt>
                <c:pt idx="2233">
                  <c:v>1549.0918195239794</c:v>
                </c:pt>
                <c:pt idx="2234">
                  <c:v>1548.270193564668</c:v>
                </c:pt>
                <c:pt idx="2235">
                  <c:v>1547.4447138921571</c:v>
                </c:pt>
                <c:pt idx="2236">
                  <c:v>1546.6154525913137</c:v>
                </c:pt>
                <c:pt idx="2237">
                  <c:v>1545.7824809783172</c:v>
                </c:pt>
                <c:pt idx="2238">
                  <c:v>1544.9458696082652</c:v>
                </c:pt>
                <c:pt idx="2239">
                  <c:v>1544.1056882826467</c:v>
                </c:pt>
                <c:pt idx="2240">
                  <c:v>1543.2620060567974</c:v>
                </c:pt>
                <c:pt idx="2241">
                  <c:v>1542.414891247168</c:v>
                </c:pt>
                <c:pt idx="2242">
                  <c:v>1541.5644114386346</c:v>
                </c:pt>
                <c:pt idx="2243">
                  <c:v>1540.7106334916382</c:v>
                </c:pt>
                <c:pt idx="2244">
                  <c:v>1539.8536235492893</c:v>
                </c:pt>
                <c:pt idx="2245">
                  <c:v>1538.9934470444121</c:v>
                </c:pt>
                <c:pt idx="2246">
                  <c:v>1538.1301687064515</c:v>
                </c:pt>
                <c:pt idx="2247">
                  <c:v>1537.2638525683876</c:v>
                </c:pt>
                <c:pt idx="2248">
                  <c:v>1536.3945619735109</c:v>
                </c:pt>
                <c:pt idx="2249">
                  <c:v>1535.5223595821567</c:v>
                </c:pt>
                <c:pt idx="2250">
                  <c:v>1534.6473073783677</c:v>
                </c:pt>
                <c:pt idx="2251">
                  <c:v>1533.7694666765162</c:v>
                </c:pt>
                <c:pt idx="2252">
                  <c:v>1532.8888981277564</c:v>
                </c:pt>
                <c:pt idx="2253">
                  <c:v>1532.005661726535</c:v>
                </c:pt>
                <c:pt idx="2254">
                  <c:v>1531.1198168169703</c:v>
                </c:pt>
                <c:pt idx="2255">
                  <c:v>1530.2314220991404</c:v>
                </c:pt>
                <c:pt idx="2256">
                  <c:v>1529.3405356353771</c:v>
                </c:pt>
                <c:pt idx="2257">
                  <c:v>1528.4472148564578</c:v>
                </c:pt>
                <c:pt idx="2258">
                  <c:v>1527.5515165676834</c:v>
                </c:pt>
                <c:pt idx="2259">
                  <c:v>1526.6534969550298</c:v>
                </c:pt>
                <c:pt idx="2260">
                  <c:v>1525.7532115910778</c:v>
                </c:pt>
                <c:pt idx="2261">
                  <c:v>1524.8507154409751</c:v>
                </c:pt>
                <c:pt idx="2262">
                  <c:v>1523.9460628683498</c:v>
                </c:pt>
                <c:pt idx="2263">
                  <c:v>1523.0393076411185</c:v>
                </c:pt>
                <c:pt idx="2264">
                  <c:v>1522.1305029372152</c:v>
                </c:pt>
                <c:pt idx="2265">
                  <c:v>1521.2197013503744</c:v>
                </c:pt>
                <c:pt idx="2266">
                  <c:v>1520.306954895713</c:v>
                </c:pt>
                <c:pt idx="2267">
                  <c:v>1519.3923150153571</c:v>
                </c:pt>
                <c:pt idx="2268">
                  <c:v>1518.4758325839714</c:v>
                </c:pt>
                <c:pt idx="2269">
                  <c:v>1517.557557914253</c:v>
                </c:pt>
                <c:pt idx="2270">
                  <c:v>1516.6375407623325</c:v>
                </c:pt>
                <c:pt idx="2271">
                  <c:v>1515.7158303331971</c:v>
                </c:pt>
                <c:pt idx="2272">
                  <c:v>1514.7924752859624</c:v>
                </c:pt>
                <c:pt idx="2273">
                  <c:v>1513.8675237391676</c:v>
                </c:pt>
                <c:pt idx="2274">
                  <c:v>1512.9410232759767</c:v>
                </c:pt>
                <c:pt idx="2275">
                  <c:v>1512.0130209493834</c:v>
                </c:pt>
                <c:pt idx="2276">
                  <c:v>1511.0835632872706</c:v>
                </c:pt>
                <c:pt idx="2277">
                  <c:v>1510.1526962975183</c:v>
                </c:pt>
                <c:pt idx="2278">
                  <c:v>1509.2204654729817</c:v>
                </c:pt>
                <c:pt idx="2279">
                  <c:v>1508.2869157965083</c:v>
                </c:pt>
                <c:pt idx="2280">
                  <c:v>1507.3520917458045</c:v>
                </c:pt>
                <c:pt idx="2281">
                  <c:v>1506.4160372983308</c:v>
                </c:pt>
                <c:pt idx="2282">
                  <c:v>1505.4787959361227</c:v>
                </c:pt>
                <c:pt idx="2283">
                  <c:v>1504.5404106505771</c:v>
                </c:pt>
                <c:pt idx="2284">
                  <c:v>1503.600923947145</c:v>
                </c:pt>
                <c:pt idx="2285">
                  <c:v>1502.6603778500537</c:v>
                </c:pt>
                <c:pt idx="2286">
                  <c:v>1501.7188139069201</c:v>
                </c:pt>
                <c:pt idx="2287">
                  <c:v>1500.7762731933726</c:v>
                </c:pt>
                <c:pt idx="2288">
                  <c:v>1499.8327963175657</c:v>
                </c:pt>
                <c:pt idx="2289">
                  <c:v>1498.8884234247089</c:v>
                </c:pt>
                <c:pt idx="2290">
                  <c:v>1497.943194201519</c:v>
                </c:pt>
                <c:pt idx="2291">
                  <c:v>1496.9971478806453</c:v>
                </c:pt>
                <c:pt idx="2292">
                  <c:v>1496.0503232450394</c:v>
                </c:pt>
                <c:pt idx="2293">
                  <c:v>1495.102758632298</c:v>
                </c:pt>
                <c:pt idx="2294">
                  <c:v>1494.1544919389464</c:v>
                </c:pt>
                <c:pt idx="2295">
                  <c:v>1493.2055606246986</c:v>
                </c:pt>
                <c:pt idx="2296">
                  <c:v>1492.2560017166875</c:v>
                </c:pt>
                <c:pt idx="2297">
                  <c:v>1491.3058518135731</c:v>
                </c:pt>
                <c:pt idx="2298">
                  <c:v>1490.3551470897614</c:v>
                </c:pt>
                <c:pt idx="2299">
                  <c:v>1489.4039232994285</c:v>
                </c:pt>
                <c:pt idx="2300">
                  <c:v>1488.4522157805986</c:v>
                </c:pt>
                <c:pt idx="2301">
                  <c:v>1487.5000594591736</c:v>
                </c:pt>
                <c:pt idx="2302">
                  <c:v>1486.5474888528881</c:v>
                </c:pt>
                <c:pt idx="2303">
                  <c:v>1485.5945380752426</c:v>
                </c:pt>
                <c:pt idx="2304">
                  <c:v>1484.6412408394542</c:v>
                </c:pt>
                <c:pt idx="2305">
                  <c:v>1483.687630462246</c:v>
                </c:pt>
                <c:pt idx="2306">
                  <c:v>1482.7337398677573</c:v>
                </c:pt>
                <c:pt idx="2307">
                  <c:v>1481.7796015912536</c:v>
                </c:pt>
                <c:pt idx="2308">
                  <c:v>1480.8252477829476</c:v>
                </c:pt>
                <c:pt idx="2309">
                  <c:v>1479.8707102117105</c:v>
                </c:pt>
                <c:pt idx="2310">
                  <c:v>1478.9160202687069</c:v>
                </c:pt>
                <c:pt idx="2311">
                  <c:v>1477.9612089711343</c:v>
                </c:pt>
                <c:pt idx="2312">
                  <c:v>1477.0063069657408</c:v>
                </c:pt>
                <c:pt idx="2313">
                  <c:v>1476.0513445324932</c:v>
                </c:pt>
                <c:pt idx="2314">
                  <c:v>1475.0963515880717</c:v>
                </c:pt>
                <c:pt idx="2315">
                  <c:v>1474.1413576894158</c:v>
                </c:pt>
                <c:pt idx="2316">
                  <c:v>1473.1863920371902</c:v>
                </c:pt>
                <c:pt idx="2317">
                  <c:v>1472.2314834792473</c:v>
                </c:pt>
                <c:pt idx="2318">
                  <c:v>1471.2766605140359</c:v>
                </c:pt>
                <c:pt idx="2319">
                  <c:v>1470.3219512939904</c:v>
                </c:pt>
                <c:pt idx="2320">
                  <c:v>1469.3673836288899</c:v>
                </c:pt>
                <c:pt idx="2321">
                  <c:v>1468.4129849891813</c:v>
                </c:pt>
                <c:pt idx="2322">
                  <c:v>1467.4587825092481</c:v>
                </c:pt>
                <c:pt idx="2323">
                  <c:v>1466.5048029907282</c:v>
                </c:pt>
                <c:pt idx="2324">
                  <c:v>1465.5510729056623</c:v>
                </c:pt>
                <c:pt idx="2325">
                  <c:v>1464.5976183997766</c:v>
                </c:pt>
                <c:pt idx="2326">
                  <c:v>1463.6444652956068</c:v>
                </c:pt>
                <c:pt idx="2327">
                  <c:v>1462.6916390956376</c:v>
                </c:pt>
                <c:pt idx="2328">
                  <c:v>1461.7391649854435</c:v>
                </c:pt>
                <c:pt idx="2329">
                  <c:v>1460.7870678367503</c:v>
                </c:pt>
                <c:pt idx="2330">
                  <c:v>1459.8353722104869</c:v>
                </c:pt>
                <c:pt idx="2331">
                  <c:v>1458.8841023598345</c:v>
                </c:pt>
                <c:pt idx="2332">
                  <c:v>1457.9332822332035</c:v>
                </c:pt>
                <c:pt idx="2333">
                  <c:v>1456.982935477193</c:v>
                </c:pt>
                <c:pt idx="2334">
                  <c:v>1456.0330854395788</c:v>
                </c:pt>
                <c:pt idx="2335">
                  <c:v>1455.0837551721754</c:v>
                </c:pt>
                <c:pt idx="2336">
                  <c:v>1454.1349674337625</c:v>
                </c:pt>
                <c:pt idx="2337">
                  <c:v>1453.1867446929218</c:v>
                </c:pt>
                <c:pt idx="2338">
                  <c:v>1452.2391091309016</c:v>
                </c:pt>
                <c:pt idx="2339">
                  <c:v>1451.2920826443717</c:v>
                </c:pt>
                <c:pt idx="2340">
                  <c:v>1450.3456868482835</c:v>
                </c:pt>
                <c:pt idx="2341">
                  <c:v>1449.3999430785411</c:v>
                </c:pt>
                <c:pt idx="2342">
                  <c:v>1448.454872394808</c:v>
                </c:pt>
                <c:pt idx="2343">
                  <c:v>1447.5104955831657</c:v>
                </c:pt>
                <c:pt idx="2344">
                  <c:v>1446.5668331588004</c:v>
                </c:pt>
                <c:pt idx="2345">
                  <c:v>1445.6239053686784</c:v>
                </c:pt>
                <c:pt idx="2346">
                  <c:v>1444.6817321941769</c:v>
                </c:pt>
                <c:pt idx="2347">
                  <c:v>1443.740333353659</c:v>
                </c:pt>
                <c:pt idx="2348">
                  <c:v>1442.7997283050993</c:v>
                </c:pt>
                <c:pt idx="2349">
                  <c:v>1441.8599362486086</c:v>
                </c:pt>
                <c:pt idx="2350">
                  <c:v>1440.9209761289881</c:v>
                </c:pt>
                <c:pt idx="2351">
                  <c:v>1439.9828666382452</c:v>
                </c:pt>
                <c:pt idx="2352">
                  <c:v>1439.0456262180687</c:v>
                </c:pt>
                <c:pt idx="2353">
                  <c:v>1438.1092730623004</c:v>
                </c:pt>
                <c:pt idx="2354">
                  <c:v>1437.1738251193799</c:v>
                </c:pt>
                <c:pt idx="2355">
                  <c:v>1436.2393000947654</c:v>
                </c:pt>
                <c:pt idx="2356">
                  <c:v>1435.3057154533399</c:v>
                </c:pt>
                <c:pt idx="2357">
                  <c:v>1434.3730884217664</c:v>
                </c:pt>
                <c:pt idx="2358">
                  <c:v>1433.4414359908651</c:v>
                </c:pt>
                <c:pt idx="2359">
                  <c:v>1432.5107749179324</c:v>
                </c:pt>
                <c:pt idx="2360">
                  <c:v>1431.5811217290473</c:v>
                </c:pt>
                <c:pt idx="2361">
                  <c:v>1430.6524927213936</c:v>
                </c:pt>
                <c:pt idx="2362">
                  <c:v>1429.7249039654869</c:v>
                </c:pt>
                <c:pt idx="2363">
                  <c:v>1428.7983713074423</c:v>
                </c:pt>
                <c:pt idx="2364">
                  <c:v>1427.8729103712112</c:v>
                </c:pt>
                <c:pt idx="2365">
                  <c:v>1426.9485365607682</c:v>
                </c:pt>
                <c:pt idx="2366">
                  <c:v>1426.0252650623133</c:v>
                </c:pt>
                <c:pt idx="2367">
                  <c:v>1425.1031108464258</c:v>
                </c:pt>
                <c:pt idx="2368">
                  <c:v>1424.1820886702219</c:v>
                </c:pt>
                <c:pt idx="2369">
                  <c:v>1423.2622130794784</c:v>
                </c:pt>
                <c:pt idx="2370">
                  <c:v>1422.3434984107334</c:v>
                </c:pt>
                <c:pt idx="2371">
                  <c:v>1421.4259587933723</c:v>
                </c:pt>
                <c:pt idx="2372">
                  <c:v>1420.5096081517243</c:v>
                </c:pt>
                <c:pt idx="2373">
                  <c:v>1419.5944602070626</c:v>
                </c:pt>
                <c:pt idx="2374">
                  <c:v>1418.6805284796794</c:v>
                </c:pt>
                <c:pt idx="2375">
                  <c:v>1417.7678262908794</c:v>
                </c:pt>
                <c:pt idx="2376">
                  <c:v>1416.8563667649651</c:v>
                </c:pt>
                <c:pt idx="2377">
                  <c:v>1415.9461628312431</c:v>
                </c:pt>
                <c:pt idx="2378">
                  <c:v>1415.0372272259369</c:v>
                </c:pt>
                <c:pt idx="2379">
                  <c:v>1414.1295724941481</c:v>
                </c:pt>
                <c:pt idx="2380">
                  <c:v>1413.2232109918116</c:v>
                </c:pt>
                <c:pt idx="2381">
                  <c:v>1412.3181548875202</c:v>
                </c:pt>
                <c:pt idx="2382">
                  <c:v>1411.4144161644799</c:v>
                </c:pt>
                <c:pt idx="2383">
                  <c:v>1410.5120066223617</c:v>
                </c:pt>
                <c:pt idx="2384">
                  <c:v>1409.6109378791234</c:v>
                </c:pt>
                <c:pt idx="2385">
                  <c:v>1408.7112213728847</c:v>
                </c:pt>
                <c:pt idx="2386">
                  <c:v>1407.8128683637133</c:v>
                </c:pt>
                <c:pt idx="2387">
                  <c:v>1406.9158899354543</c:v>
                </c:pt>
                <c:pt idx="2388">
                  <c:v>1406.0202969974878</c:v>
                </c:pt>
                <c:pt idx="2389">
                  <c:v>1405.1261002864978</c:v>
                </c:pt>
                <c:pt idx="2390">
                  <c:v>1404.2333103682615</c:v>
                </c:pt>
                <c:pt idx="2391">
                  <c:v>1403.3419376393429</c:v>
                </c:pt>
                <c:pt idx="2392">
                  <c:v>1402.4519923288144</c:v>
                </c:pt>
                <c:pt idx="2393">
                  <c:v>1401.5634844999845</c:v>
                </c:pt>
                <c:pt idx="2394">
                  <c:v>1400.676424052082</c:v>
                </c:pt>
                <c:pt idx="2395">
                  <c:v>1399.7908207219164</c:v>
                </c:pt>
                <c:pt idx="2396">
                  <c:v>1398.9066840855164</c:v>
                </c:pt>
                <c:pt idx="2397">
                  <c:v>1398.0240235598339</c:v>
                </c:pt>
                <c:pt idx="2398">
                  <c:v>1397.1428484042945</c:v>
                </c:pt>
                <c:pt idx="2399">
                  <c:v>1396.2631677224738</c:v>
                </c:pt>
                <c:pt idx="2400">
                  <c:v>1395.3849904636586</c:v>
                </c:pt>
                <c:pt idx="2401">
                  <c:v>1394.508325424431</c:v>
                </c:pt>
                <c:pt idx="2402">
                  <c:v>1393.6331812502465</c:v>
                </c:pt>
                <c:pt idx="2403">
                  <c:v>1392.7595664369805</c:v>
                </c:pt>
                <c:pt idx="2404">
                  <c:v>1391.8874893324814</c:v>
                </c:pt>
                <c:pt idx="2405">
                  <c:v>1391.016958138074</c:v>
                </c:pt>
                <c:pt idx="2406">
                  <c:v>1390.1479809100861</c:v>
                </c:pt>
                <c:pt idx="2407">
                  <c:v>1389.2805655613361</c:v>
                </c:pt>
                <c:pt idx="2408">
                  <c:v>1388.4147198626194</c:v>
                </c:pt>
                <c:pt idx="2409">
                  <c:v>1387.5504514441852</c:v>
                </c:pt>
                <c:pt idx="2410">
                  <c:v>1386.6877677971704</c:v>
                </c:pt>
                <c:pt idx="2411">
                  <c:v>1385.8266762750798</c:v>
                </c:pt>
                <c:pt idx="2412">
                  <c:v>1384.9671840951787</c:v>
                </c:pt>
                <c:pt idx="2413">
                  <c:v>1384.1092983399267</c:v>
                </c:pt>
                <c:pt idx="2414">
                  <c:v>1383.2530259583627</c:v>
                </c:pt>
                <c:pt idx="2415">
                  <c:v>1382.3983737675358</c:v>
                </c:pt>
                <c:pt idx="2416">
                  <c:v>1381.5453484538375</c:v>
                </c:pt>
                <c:pt idx="2417">
                  <c:v>1380.6939565743912</c:v>
                </c:pt>
                <c:pt idx="2418">
                  <c:v>1379.8442045583877</c:v>
                </c:pt>
                <c:pt idx="2419">
                  <c:v>1378.9960987084503</c:v>
                </c:pt>
                <c:pt idx="2420">
                  <c:v>1378.1496452019369</c:v>
                </c:pt>
                <c:pt idx="2421">
                  <c:v>1377.304850092265</c:v>
                </c:pt>
                <c:pt idx="2422">
                  <c:v>1376.4617193102176</c:v>
                </c:pt>
                <c:pt idx="2423">
                  <c:v>1375.62025866522</c:v>
                </c:pt>
                <c:pt idx="2424">
                  <c:v>1374.7804738466361</c:v>
                </c:pt>
                <c:pt idx="2425">
                  <c:v>1373.9423704250362</c:v>
                </c:pt>
                <c:pt idx="2426">
                  <c:v>1373.1059538534205</c:v>
                </c:pt>
                <c:pt idx="2427">
                  <c:v>1372.2712294684986</c:v>
                </c:pt>
                <c:pt idx="2428">
                  <c:v>1371.4382024919189</c:v>
                </c:pt>
                <c:pt idx="2429">
                  <c:v>1370.6068780314647</c:v>
                </c:pt>
                <c:pt idx="2430">
                  <c:v>1369.7772610822888</c:v>
                </c:pt>
                <c:pt idx="2431">
                  <c:v>1368.9493565280914</c:v>
                </c:pt>
                <c:pt idx="2432">
                  <c:v>1368.1231691423213</c:v>
                </c:pt>
                <c:pt idx="2433">
                  <c:v>1367.2987035893452</c:v>
                </c:pt>
                <c:pt idx="2434">
                  <c:v>1366.4759644256289</c:v>
                </c:pt>
                <c:pt idx="2435">
                  <c:v>1365.654956100869</c:v>
                </c:pt>
                <c:pt idx="2436">
                  <c:v>1364.8356829591348</c:v>
                </c:pt>
                <c:pt idx="2437">
                  <c:v>1364.0181492400418</c:v>
                </c:pt>
                <c:pt idx="2438">
                  <c:v>1363.2023590798201</c:v>
                </c:pt>
                <c:pt idx="2439">
                  <c:v>1362.3883165124637</c:v>
                </c:pt>
                <c:pt idx="2440">
                  <c:v>1361.5760254708212</c:v>
                </c:pt>
                <c:pt idx="2441">
                  <c:v>1360.7654897876801</c:v>
                </c:pt>
                <c:pt idx="2442">
                  <c:v>1359.9567131968729</c:v>
                </c:pt>
                <c:pt idx="2443">
                  <c:v>1359.1496993343164</c:v>
                </c:pt>
                <c:pt idx="2444">
                  <c:v>1358.3444517390913</c:v>
                </c:pt>
                <c:pt idx="2445">
                  <c:v>1357.5409738544893</c:v>
                </c:pt>
                <c:pt idx="2446">
                  <c:v>1356.739269029076</c:v>
                </c:pt>
                <c:pt idx="2447">
                  <c:v>1355.9393405176845</c:v>
                </c:pt>
                <c:pt idx="2448">
                  <c:v>1355.1411914824619</c:v>
                </c:pt>
                <c:pt idx="2449">
                  <c:v>1354.3448249938911</c:v>
                </c:pt>
                <c:pt idx="2450">
                  <c:v>1353.5502440317609</c:v>
                </c:pt>
                <c:pt idx="2451">
                  <c:v>1352.7574514862085</c:v>
                </c:pt>
                <c:pt idx="2452">
                  <c:v>1351.9664501586471</c:v>
                </c:pt>
                <c:pt idx="2453">
                  <c:v>1351.1772427628096</c:v>
                </c:pt>
                <c:pt idx="2454">
                  <c:v>1350.3898319256516</c:v>
                </c:pt>
                <c:pt idx="2455">
                  <c:v>1349.6042201883456</c:v>
                </c:pt>
                <c:pt idx="2456">
                  <c:v>1348.820410007226</c:v>
                </c:pt>
                <c:pt idx="2457">
                  <c:v>1348.0384037547126</c:v>
                </c:pt>
                <c:pt idx="2458">
                  <c:v>1347.2582037202617</c:v>
                </c:pt>
                <c:pt idx="2459">
                  <c:v>1346.4798121112965</c:v>
                </c:pt>
                <c:pt idx="2460">
                  <c:v>1345.7032310540767</c:v>
                </c:pt>
                <c:pt idx="2461">
                  <c:v>1344.9284625946427</c:v>
                </c:pt>
                <c:pt idx="2462">
                  <c:v>1344.1555086997175</c:v>
                </c:pt>
                <c:pt idx="2463">
                  <c:v>1343.3843712575708</c:v>
                </c:pt>
                <c:pt idx="2464">
                  <c:v>1342.6150520789129</c:v>
                </c:pt>
                <c:pt idx="2465">
                  <c:v>1341.8475528977442</c:v>
                </c:pt>
                <c:pt idx="2466">
                  <c:v>1341.0818753722733</c:v>
                </c:pt>
                <c:pt idx="2467">
                  <c:v>1340.3180210857165</c:v>
                </c:pt>
                <c:pt idx="2468">
                  <c:v>1339.5559915471672</c:v>
                </c:pt>
                <c:pt idx="2469">
                  <c:v>1338.795788192441</c:v>
                </c:pt>
                <c:pt idx="2470">
                  <c:v>1338.0374123849008</c:v>
                </c:pt>
                <c:pt idx="2471">
                  <c:v>1337.2808654162925</c:v>
                </c:pt>
                <c:pt idx="2472">
                  <c:v>1336.5261485075353</c:v>
                </c:pt>
                <c:pt idx="2473">
                  <c:v>1335.7732628095573</c:v>
                </c:pt>
                <c:pt idx="2474">
                  <c:v>1335.0222094041005</c:v>
                </c:pt>
                <c:pt idx="2475">
                  <c:v>1334.2729893044682</c:v>
                </c:pt>
                <c:pt idx="2476">
                  <c:v>1333.5256034563783</c:v>
                </c:pt>
                <c:pt idx="2477">
                  <c:v>1332.7800527386744</c:v>
                </c:pt>
                <c:pt idx="2478">
                  <c:v>1332.0363379641688</c:v>
                </c:pt>
                <c:pt idx="2479">
                  <c:v>1331.2944598803367</c:v>
                </c:pt>
                <c:pt idx="2480">
                  <c:v>1330.5544191701274</c:v>
                </c:pt>
                <c:pt idx="2481">
                  <c:v>1329.8162164526834</c:v>
                </c:pt>
                <c:pt idx="2482">
                  <c:v>1329.0798522840823</c:v>
                </c:pt>
                <c:pt idx="2483">
                  <c:v>1328.3453271581002</c:v>
                </c:pt>
                <c:pt idx="2484">
                  <c:v>1327.6126415069159</c:v>
                </c:pt>
                <c:pt idx="2485">
                  <c:v>1326.8817957018366</c:v>
                </c:pt>
                <c:pt idx="2486">
                  <c:v>1326.1527900540293</c:v>
                </c:pt>
                <c:pt idx="2487">
                  <c:v>1325.4256248152039</c:v>
                </c:pt>
                <c:pt idx="2488">
                  <c:v>1324.7003001783355</c:v>
                </c:pt>
                <c:pt idx="2489">
                  <c:v>1323.9768162783405</c:v>
                </c:pt>
                <c:pt idx="2490">
                  <c:v>1323.2551731927886</c:v>
                </c:pt>
                <c:pt idx="2491">
                  <c:v>1322.5353709425794</c:v>
                </c:pt>
                <c:pt idx="2492">
                  <c:v>1321.8174094925923</c:v>
                </c:pt>
                <c:pt idx="2493">
                  <c:v>1321.1012887523825</c:v>
                </c:pt>
                <c:pt idx="2494">
                  <c:v>1320.3870085768488</c:v>
                </c:pt>
                <c:pt idx="2495">
                  <c:v>1319.6745687668551</c:v>
                </c:pt>
                <c:pt idx="2496">
                  <c:v>1318.9639690699205</c:v>
                </c:pt>
                <c:pt idx="2497">
                  <c:v>1318.2552091808402</c:v>
                </c:pt>
                <c:pt idx="2498">
                  <c:v>1317.5482887423339</c:v>
                </c:pt>
                <c:pt idx="2499">
                  <c:v>1316.8432073456609</c:v>
                </c:pt>
                <c:pt idx="2500">
                  <c:v>1316.1399645312752</c:v>
                </c:pt>
                <c:pt idx="2501">
                  <c:v>1315.43855978941</c:v>
                </c:pt>
                <c:pt idx="2502">
                  <c:v>1314.7389925607331</c:v>
                </c:pt>
                <c:pt idx="2503">
                  <c:v>1314.0412622369033</c:v>
                </c:pt>
                <c:pt idx="2504">
                  <c:v>1313.3453681612348</c:v>
                </c:pt>
                <c:pt idx="2505">
                  <c:v>1312.6513096292383</c:v>
                </c:pt>
                <c:pt idx="2506">
                  <c:v>1311.9590858892336</c:v>
                </c:pt>
                <c:pt idx="2507">
                  <c:v>1311.2686961429542</c:v>
                </c:pt>
                <c:pt idx="2508">
                  <c:v>1310.5801395460937</c:v>
                </c:pt>
                <c:pt idx="2509">
                  <c:v>1309.8934152088927</c:v>
                </c:pt>
                <c:pt idx="2510">
                  <c:v>1309.2085221967163</c:v>
                </c:pt>
                <c:pt idx="2511">
                  <c:v>1308.5254595306078</c:v>
                </c:pt>
                <c:pt idx="2512">
                  <c:v>1307.8442261878627</c:v>
                </c:pt>
                <c:pt idx="2513">
                  <c:v>1307.1648211025472</c:v>
                </c:pt>
                <c:pt idx="2514">
                  <c:v>1306.4872431660701</c:v>
                </c:pt>
                <c:pt idx="2515">
                  <c:v>1305.8114912277367</c:v>
                </c:pt>
                <c:pt idx="2516">
                  <c:v>1305.137564095244</c:v>
                </c:pt>
                <c:pt idx="2517">
                  <c:v>1304.4654605352537</c:v>
                </c:pt>
                <c:pt idx="2518">
                  <c:v>1303.7951792739077</c:v>
                </c:pt>
                <c:pt idx="2519">
                  <c:v>1303.1267189973294</c:v>
                </c:pt>
                <c:pt idx="2520">
                  <c:v>1302.4600783521601</c:v>
                </c:pt>
                <c:pt idx="2521">
                  <c:v>1301.7952559460603</c:v>
                </c:pt>
                <c:pt idx="2522">
                  <c:v>1301.1322503482318</c:v>
                </c:pt>
                <c:pt idx="2523">
                  <c:v>1300.4710600898984</c:v>
                </c:pt>
                <c:pt idx="2524">
                  <c:v>1299.8116836648128</c:v>
                </c:pt>
                <c:pt idx="2525">
                  <c:v>1299.1541195297527</c:v>
                </c:pt>
                <c:pt idx="2526">
                  <c:v>1298.4983661050019</c:v>
                </c:pt>
                <c:pt idx="2527">
                  <c:v>1297.8444217748211</c:v>
                </c:pt>
                <c:pt idx="2528">
                  <c:v>1297.1922848879601</c:v>
                </c:pt>
                <c:pt idx="2529">
                  <c:v>1296.5419537580881</c:v>
                </c:pt>
                <c:pt idx="2530">
                  <c:v>1295.8934266642896</c:v>
                </c:pt>
                <c:pt idx="2531">
                  <c:v>1295.2467018515279</c:v>
                </c:pt>
                <c:pt idx="2532">
                  <c:v>1294.6017775310866</c:v>
                </c:pt>
                <c:pt idx="2533">
                  <c:v>1293.9586518810438</c:v>
                </c:pt>
                <c:pt idx="2534">
                  <c:v>1293.317323046711</c:v>
                </c:pt>
                <c:pt idx="2535">
                  <c:v>1292.6777891410882</c:v>
                </c:pt>
                <c:pt idx="2536">
                  <c:v>1292.0400482452878</c:v>
                </c:pt>
                <c:pt idx="2537">
                  <c:v>1291.4040984090032</c:v>
                </c:pt>
                <c:pt idx="2538">
                  <c:v>1290.769937650894</c:v>
                </c:pt>
                <c:pt idx="2539">
                  <c:v>1290.1375639590799</c:v>
                </c:pt>
                <c:pt idx="2540">
                  <c:v>1289.5069752915022</c:v>
                </c:pt>
                <c:pt idx="2541">
                  <c:v>1288.878169576373</c:v>
                </c:pt>
                <c:pt idx="2542">
                  <c:v>1288.2511447126094</c:v>
                </c:pt>
                <c:pt idx="2543">
                  <c:v>1287.6258985702073</c:v>
                </c:pt>
                <c:pt idx="2544">
                  <c:v>1287.0024289906682</c:v>
                </c:pt>
                <c:pt idx="2545">
                  <c:v>1286.3807337874239</c:v>
                </c:pt>
                <c:pt idx="2546">
                  <c:v>1285.7608107461979</c:v>
                </c:pt>
                <c:pt idx="2547">
                  <c:v>1285.1426576254225</c:v>
                </c:pt>
                <c:pt idx="2548">
                  <c:v>1284.5262721566421</c:v>
                </c:pt>
                <c:pt idx="2549">
                  <c:v>1283.9116520448752</c:v>
                </c:pt>
                <c:pt idx="2550">
                  <c:v>1283.2987949690107</c:v>
                </c:pt>
                <c:pt idx="2551">
                  <c:v>1282.6876985822034</c:v>
                </c:pt>
                <c:pt idx="2552">
                  <c:v>1282.0783605122365</c:v>
                </c:pt>
                <c:pt idx="2553">
                  <c:v>1281.4707783618965</c:v>
                </c:pt>
                <c:pt idx="2554">
                  <c:v>1280.8649497093306</c:v>
                </c:pt>
                <c:pt idx="2555">
                  <c:v>1280.2608721084382</c:v>
                </c:pt>
                <c:pt idx="2556">
                  <c:v>1279.6585430892255</c:v>
                </c:pt>
                <c:pt idx="2557">
                  <c:v>1279.0579601581417</c:v>
                </c:pt>
                <c:pt idx="2558">
                  <c:v>1278.4591207984743</c:v>
                </c:pt>
                <c:pt idx="2559">
                  <c:v>1277.8620224706549</c:v>
                </c:pt>
                <c:pt idx="2560">
                  <c:v>1277.2666626126595</c:v>
                </c:pt>
                <c:pt idx="2561">
                  <c:v>1276.6730386402864</c:v>
                </c:pt>
                <c:pt idx="2562">
                  <c:v>1276.0811479475749</c:v>
                </c:pt>
                <c:pt idx="2563">
                  <c:v>1275.4909879070794</c:v>
                </c:pt>
                <c:pt idx="2564">
                  <c:v>1274.902555870239</c:v>
                </c:pt>
                <c:pt idx="2565">
                  <c:v>1274.3158491676888</c:v>
                </c:pt>
                <c:pt idx="2566">
                  <c:v>1273.7308651096032</c:v>
                </c:pt>
                <c:pt idx="2567">
                  <c:v>1273.1476009860219</c:v>
                </c:pt>
                <c:pt idx="2568">
                  <c:v>1272.566054067147</c:v>
                </c:pt>
                <c:pt idx="2569">
                  <c:v>1271.9862216036881</c:v>
                </c:pt>
                <c:pt idx="2570">
                  <c:v>1271.4081008271635</c:v>
                </c:pt>
                <c:pt idx="2571">
                  <c:v>1270.8316889502096</c:v>
                </c:pt>
                <c:pt idx="2572">
                  <c:v>1270.25698316691</c:v>
                </c:pt>
                <c:pt idx="2573">
                  <c:v>1269.6839806530636</c:v>
                </c:pt>
                <c:pt idx="2574">
                  <c:v>1269.1126785665281</c:v>
                </c:pt>
                <c:pt idx="2575">
                  <c:v>1268.5430740474812</c:v>
                </c:pt>
                <c:pt idx="2576">
                  <c:v>1267.9751642187553</c:v>
                </c:pt>
                <c:pt idx="2577">
                  <c:v>1267.4089461860976</c:v>
                </c:pt>
                <c:pt idx="2578">
                  <c:v>1266.8444170384741</c:v>
                </c:pt>
                <c:pt idx="2579">
                  <c:v>1266.2815738483578</c:v>
                </c:pt>
                <c:pt idx="2580">
                  <c:v>1265.7204136720143</c:v>
                </c:pt>
                <c:pt idx="2581">
                  <c:v>1265.160933549771</c:v>
                </c:pt>
                <c:pt idx="2582">
                  <c:v>1264.6031305063245</c:v>
                </c:pt>
                <c:pt idx="2583">
                  <c:v>1264.0470015509702</c:v>
                </c:pt>
                <c:pt idx="2584">
                  <c:v>1263.4925436779167</c:v>
                </c:pt>
                <c:pt idx="2585">
                  <c:v>1262.9397538665407</c:v>
                </c:pt>
                <c:pt idx="2586">
                  <c:v>1262.3886290816588</c:v>
                </c:pt>
                <c:pt idx="2587">
                  <c:v>1261.8391662737774</c:v>
                </c:pt>
                <c:pt idx="2588">
                  <c:v>1261.291362379359</c:v>
                </c:pt>
                <c:pt idx="2589">
                  <c:v>1260.7452143211144</c:v>
                </c:pt>
                <c:pt idx="2590">
                  <c:v>1260.2007190081958</c:v>
                </c:pt>
                <c:pt idx="2591">
                  <c:v>1259.65787333652</c:v>
                </c:pt>
                <c:pt idx="2592">
                  <c:v>1259.1166741889617</c:v>
                </c:pt>
                <c:pt idx="2593">
                  <c:v>1258.577118435644</c:v>
                </c:pt>
                <c:pt idx="2594">
                  <c:v>1258.0392029341563</c:v>
                </c:pt>
                <c:pt idx="2595">
                  <c:v>1257.5029245298153</c:v>
                </c:pt>
                <c:pt idx="2596">
                  <c:v>1256.9682800558912</c:v>
                </c:pt>
                <c:pt idx="2597">
                  <c:v>1256.4352663338636</c:v>
                </c:pt>
                <c:pt idx="2598">
                  <c:v>1255.9038801736449</c:v>
                </c:pt>
                <c:pt idx="2599">
                  <c:v>1255.3741183738098</c:v>
                </c:pt>
                <c:pt idx="2600">
                  <c:v>1254.8459777218511</c:v>
                </c:pt>
                <c:pt idx="2601">
                  <c:v>1254.3194549943717</c:v>
                </c:pt>
                <c:pt idx="2602">
                  <c:v>1253.7945469573363</c:v>
                </c:pt>
                <c:pt idx="2603">
                  <c:v>1253.271250366301</c:v>
                </c:pt>
                <c:pt idx="2604">
                  <c:v>1252.7495619666056</c:v>
                </c:pt>
                <c:pt idx="2605">
                  <c:v>1252.2294784936189</c:v>
                </c:pt>
                <c:pt idx="2606">
                  <c:v>1251.7109966729436</c:v>
                </c:pt>
                <c:pt idx="2607">
                  <c:v>1251.1941132206434</c:v>
                </c:pt>
                <c:pt idx="2608">
                  <c:v>1250.6788248434332</c:v>
                </c:pt>
                <c:pt idx="2609">
                  <c:v>1250.1651282389025</c:v>
                </c:pt>
                <c:pt idx="2610">
                  <c:v>1249.6530200957429</c:v>
                </c:pt>
                <c:pt idx="2611">
                  <c:v>1249.1424970939024</c:v>
                </c:pt>
                <c:pt idx="2612">
                  <c:v>1248.6335559048475</c:v>
                </c:pt>
                <c:pt idx="2613">
                  <c:v>1248.1261931917236</c:v>
                </c:pt>
                <c:pt idx="2614">
                  <c:v>1247.6204056095646</c:v>
                </c:pt>
                <c:pt idx="2615">
                  <c:v>1247.1161898055132</c:v>
                </c:pt>
                <c:pt idx="2616">
                  <c:v>1246.6135424189692</c:v>
                </c:pt>
                <c:pt idx="2617">
                  <c:v>1246.1124600818257</c:v>
                </c:pt>
                <c:pt idx="2618">
                  <c:v>1245.6129394186398</c:v>
                </c:pt>
                <c:pt idx="2619">
                  <c:v>1245.1149770468221</c:v>
                </c:pt>
                <c:pt idx="2620">
                  <c:v>1244.6185695768327</c:v>
                </c:pt>
                <c:pt idx="2621">
                  <c:v>1244.1237136123511</c:v>
                </c:pt>
                <c:pt idx="2622">
                  <c:v>1243.6304057504765</c:v>
                </c:pt>
                <c:pt idx="2623">
                  <c:v>1243.1386425818826</c:v>
                </c:pt>
                <c:pt idx="2624">
                  <c:v>1242.6484206910338</c:v>
                </c:pt>
                <c:pt idx="2625">
                  <c:v>1242.1597366563294</c:v>
                </c:pt>
                <c:pt idx="2626">
                  <c:v>1241.6725870502889</c:v>
                </c:pt>
                <c:pt idx="2627">
                  <c:v>1241.1869684397332</c:v>
                </c:pt>
                <c:pt idx="2628">
                  <c:v>1240.7028773859413</c:v>
                </c:pt>
                <c:pt idx="2629">
                  <c:v>1240.2203104448397</c:v>
                </c:pt>
                <c:pt idx="2630">
                  <c:v>1239.7392641671381</c:v>
                </c:pt>
                <c:pt idx="2631">
                  <c:v>1239.2597350985363</c:v>
                </c:pt>
                <c:pt idx="2632">
                  <c:v>1238.7817197798486</c:v>
                </c:pt>
                <c:pt idx="2633">
                  <c:v>1238.3052147471881</c:v>
                </c:pt>
                <c:pt idx="2634">
                  <c:v>1237.830216532135</c:v>
                </c:pt>
                <c:pt idx="2635">
                  <c:v>1237.356721661854</c:v>
                </c:pt>
                <c:pt idx="2636">
                  <c:v>1236.8847266593104</c:v>
                </c:pt>
                <c:pt idx="2637">
                  <c:v>1236.4142280433714</c:v>
                </c:pt>
                <c:pt idx="2638">
                  <c:v>1235.9452223289907</c:v>
                </c:pt>
                <c:pt idx="2639">
                  <c:v>1235.4777060273468</c:v>
                </c:pt>
                <c:pt idx="2640">
                  <c:v>1235.0116756460036</c:v>
                </c:pt>
                <c:pt idx="2641">
                  <c:v>1234.5471276890401</c:v>
                </c:pt>
                <c:pt idx="2642">
                  <c:v>1234.0840586572251</c:v>
                </c:pt>
                <c:pt idx="2643">
                  <c:v>1233.6224650481288</c:v>
                </c:pt>
                <c:pt idx="2644">
                  <c:v>1233.1623433562881</c:v>
                </c:pt>
                <c:pt idx="2645">
                  <c:v>1232.7036900733563</c:v>
                </c:pt>
                <c:pt idx="2646">
                  <c:v>1232.2465016882097</c:v>
                </c:pt>
                <c:pt idx="2647">
                  <c:v>1231.7907746871181</c:v>
                </c:pt>
                <c:pt idx="2648">
                  <c:v>1231.336505553865</c:v>
                </c:pt>
                <c:pt idx="2649">
                  <c:v>1230.8836907698894</c:v>
                </c:pt>
                <c:pt idx="2650">
                  <c:v>1230.4323268144233</c:v>
                </c:pt>
                <c:pt idx="2651">
                  <c:v>1229.982410164605</c:v>
                </c:pt>
                <c:pt idx="2652">
                  <c:v>1229.5339372956371</c:v>
                </c:pt>
                <c:pt idx="2653">
                  <c:v>1229.0869046808994</c:v>
                </c:pt>
                <c:pt idx="2654">
                  <c:v>1228.6413087920669</c:v>
                </c:pt>
                <c:pt idx="2655">
                  <c:v>1228.1971460992745</c:v>
                </c:pt>
                <c:pt idx="2656">
                  <c:v>1227.7544130711819</c:v>
                </c:pt>
                <c:pt idx="2657">
                  <c:v>1227.3131061751565</c:v>
                </c:pt>
                <c:pt idx="2658">
                  <c:v>1226.8732218773714</c:v>
                </c:pt>
                <c:pt idx="2659">
                  <c:v>1226.4347566429028</c:v>
                </c:pt>
                <c:pt idx="2660">
                  <c:v>1225.9977069358904</c:v>
                </c:pt>
                <c:pt idx="2661">
                  <c:v>1225.5620692196355</c:v>
                </c:pt>
                <c:pt idx="2662">
                  <c:v>1225.1278399567011</c:v>
                </c:pt>
                <c:pt idx="2663">
                  <c:v>1224.6950156090625</c:v>
                </c:pt>
                <c:pt idx="2664">
                  <c:v>1224.2635926381963</c:v>
                </c:pt>
                <c:pt idx="2665">
                  <c:v>1223.8335675051874</c:v>
                </c:pt>
                <c:pt idx="2666">
                  <c:v>1223.4049366708743</c:v>
                </c:pt>
                <c:pt idx="2667">
                  <c:v>1222.977696595909</c:v>
                </c:pt>
                <c:pt idx="2668">
                  <c:v>1222.551843740916</c:v>
                </c:pt>
                <c:pt idx="2669">
                  <c:v>1222.1273745665671</c:v>
                </c:pt>
                <c:pt idx="2670">
                  <c:v>1221.7042855336849</c:v>
                </c:pt>
                <c:pt idx="2671">
                  <c:v>1221.2825731033831</c:v>
                </c:pt>
                <c:pt idx="2672">
                  <c:v>1220.8622337371196</c:v>
                </c:pt>
                <c:pt idx="2673">
                  <c:v>1220.4432638968408</c:v>
                </c:pt>
                <c:pt idx="2674">
                  <c:v>1220.0256600450634</c:v>
                </c:pt>
                <c:pt idx="2675">
                  <c:v>1219.6094186449773</c:v>
                </c:pt>
                <c:pt idx="2676">
                  <c:v>1219.1945361605344</c:v>
                </c:pt>
                <c:pt idx="2677">
                  <c:v>1218.7810090565658</c:v>
                </c:pt>
                <c:pt idx="2678">
                  <c:v>1218.3688337988747</c:v>
                </c:pt>
                <c:pt idx="2679">
                  <c:v>1217.9580068542989</c:v>
                </c:pt>
                <c:pt idx="2680">
                  <c:v>1217.5485246908584</c:v>
                </c:pt>
                <c:pt idx="2681">
                  <c:v>1217.140383777793</c:v>
                </c:pt>
                <c:pt idx="2682">
                  <c:v>1216.7335805857053</c:v>
                </c:pt>
                <c:pt idx="2683">
                  <c:v>1216.3281115866075</c:v>
                </c:pt>
                <c:pt idx="2684">
                  <c:v>1215.9239732540382</c:v>
                </c:pt>
                <c:pt idx="2685">
                  <c:v>1215.5211620631426</c:v>
                </c:pt>
                <c:pt idx="2686">
                  <c:v>1215.1196744907506</c:v>
                </c:pt>
                <c:pt idx="2687">
                  <c:v>1214.7195070154833</c:v>
                </c:pt>
                <c:pt idx="2688">
                  <c:v>1214.3206561178117</c:v>
                </c:pt>
                <c:pt idx="2689">
                  <c:v>1213.9231182801618</c:v>
                </c:pt>
                <c:pt idx="2690">
                  <c:v>1213.5268899869964</c:v>
                </c:pt>
                <c:pt idx="2691">
                  <c:v>1213.1319677248753</c:v>
                </c:pt>
                <c:pt idx="2692">
                  <c:v>1212.7383479825676</c:v>
                </c:pt>
                <c:pt idx="2693">
                  <c:v>1212.346027251102</c:v>
                </c:pt>
                <c:pt idx="2694">
                  <c:v>1211.9550020238635</c:v>
                </c:pt>
                <c:pt idx="2695">
                  <c:v>1211.5652687966694</c:v>
                </c:pt>
                <c:pt idx="2696">
                  <c:v>1211.1768240678405</c:v>
                </c:pt>
                <c:pt idx="2697">
                  <c:v>1210.789664338271</c:v>
                </c:pt>
                <c:pt idx="2698">
                  <c:v>1210.403786111528</c:v>
                </c:pt>
                <c:pt idx="2699">
                  <c:v>1210.0191858938924</c:v>
                </c:pt>
                <c:pt idx="2700">
                  <c:v>1209.6358601944621</c:v>
                </c:pt>
                <c:pt idx="2701">
                  <c:v>1209.2538055251948</c:v>
                </c:pt>
                <c:pt idx="2702">
                  <c:v>1208.8730184010089</c:v>
                </c:pt>
                <c:pt idx="2703">
                  <c:v>1208.4934953398263</c:v>
                </c:pt>
                <c:pt idx="2704">
                  <c:v>1208.1152328626638</c:v>
                </c:pt>
                <c:pt idx="2705">
                  <c:v>1207.7382274936799</c:v>
                </c:pt>
                <c:pt idx="2706">
                  <c:v>1207.3624757602618</c:v>
                </c:pt>
                <c:pt idx="2707">
                  <c:v>1206.9879741930845</c:v>
                </c:pt>
                <c:pt idx="2708">
                  <c:v>1206.6147193261663</c:v>
                </c:pt>
                <c:pt idx="2709">
                  <c:v>1206.2427076969486</c:v>
                </c:pt>
                <c:pt idx="2710">
                  <c:v>1205.8719358463552</c:v>
                </c:pt>
                <c:pt idx="2711">
                  <c:v>1205.5024003188494</c:v>
                </c:pt>
                <c:pt idx="2712">
                  <c:v>1205.1340976624949</c:v>
                </c:pt>
                <c:pt idx="2713">
                  <c:v>1204.7670244290343</c:v>
                </c:pt>
                <c:pt idx="2714">
                  <c:v>1204.4011771739285</c:v>
                </c:pt>
                <c:pt idx="2715">
                  <c:v>1204.0365524564238</c:v>
                </c:pt>
                <c:pt idx="2716">
                  <c:v>1203.673146839619</c:v>
                </c:pt>
                <c:pt idx="2717">
                  <c:v>1203.3109568905118</c:v>
                </c:pt>
                <c:pt idx="2718">
                  <c:v>1202.9499791800565</c:v>
                </c:pt>
                <c:pt idx="2719">
                  <c:v>1202.5902102832315</c:v>
                </c:pt>
                <c:pt idx="2720">
                  <c:v>1202.2316467790752</c:v>
                </c:pt>
                <c:pt idx="2721">
                  <c:v>1201.8742852507723</c:v>
                </c:pt>
                <c:pt idx="2722">
                  <c:v>1201.5181222856677</c:v>
                </c:pt>
                <c:pt idx="2723">
                  <c:v>1201.1631544753484</c:v>
                </c:pt>
                <c:pt idx="2724">
                  <c:v>1200.809378415697</c:v>
                </c:pt>
                <c:pt idx="2725">
                  <c:v>1200.4567907069156</c:v>
                </c:pt>
                <c:pt idx="2726">
                  <c:v>1200.1053879536094</c:v>
                </c:pt>
                <c:pt idx="2727">
                  <c:v>1199.7551667648161</c:v>
                </c:pt>
                <c:pt idx="2728">
                  <c:v>1199.4061237540659</c:v>
                </c:pt>
                <c:pt idx="2729">
                  <c:v>1199.058255539426</c:v>
                </c:pt>
                <c:pt idx="2730">
                  <c:v>1198.7115587435453</c:v>
                </c:pt>
                <c:pt idx="2731">
                  <c:v>1198.366029993711</c:v>
                </c:pt>
                <c:pt idx="2732">
                  <c:v>1198.0216659218845</c:v>
                </c:pt>
                <c:pt idx="2733">
                  <c:v>1197.6784631647547</c:v>
                </c:pt>
                <c:pt idx="2734">
                  <c:v>1197.3364183637837</c:v>
                </c:pt>
                <c:pt idx="2735">
                  <c:v>1196.9955281652421</c:v>
                </c:pt>
                <c:pt idx="2736">
                  <c:v>1196.6557892202702</c:v>
                </c:pt>
                <c:pt idx="2737">
                  <c:v>1196.317198184898</c:v>
                </c:pt>
                <c:pt idx="2738">
                  <c:v>1195.9797517201098</c:v>
                </c:pt>
                <c:pt idx="2739">
                  <c:v>1195.6434464918725</c:v>
                </c:pt>
                <c:pt idx="2740">
                  <c:v>1195.3082791711888</c:v>
                </c:pt>
                <c:pt idx="2741">
                  <c:v>1194.9742464341157</c:v>
                </c:pt>
                <c:pt idx="2742">
                  <c:v>1194.6413449618321</c:v>
                </c:pt>
                <c:pt idx="2743">
                  <c:v>1194.3095714406631</c:v>
                </c:pt>
                <c:pt idx="2744">
                  <c:v>1193.9789225621118</c:v>
                </c:pt>
                <c:pt idx="2745">
                  <c:v>1193.6493950229146</c:v>
                </c:pt>
                <c:pt idx="2746">
                  <c:v>1193.3209855250768</c:v>
                </c:pt>
                <c:pt idx="2747">
                  <c:v>1192.9936907758831</c:v>
                </c:pt>
                <c:pt idx="2748">
                  <c:v>1192.6675074879743</c:v>
                </c:pt>
                <c:pt idx="2749">
                  <c:v>1192.3424323793545</c:v>
                </c:pt>
                <c:pt idx="2750">
                  <c:v>1192.018462173432</c:v>
                </c:pt>
                <c:pt idx="2751">
                  <c:v>1191.695593599065</c:v>
                </c:pt>
                <c:pt idx="2752">
                  <c:v>1191.3738233905817</c:v>
                </c:pt>
                <c:pt idx="2753">
                  <c:v>1191.0531482878143</c:v>
                </c:pt>
                <c:pt idx="2754">
                  <c:v>1190.7335650361495</c:v>
                </c:pt>
                <c:pt idx="2755">
                  <c:v>1190.4150703865398</c:v>
                </c:pt>
                <c:pt idx="2756">
                  <c:v>1190.097661095542</c:v>
                </c:pt>
                <c:pt idx="2757">
                  <c:v>1189.7813339253512</c:v>
                </c:pt>
                <c:pt idx="2758">
                  <c:v>1189.4660856438359</c:v>
                </c:pt>
                <c:pt idx="2759">
                  <c:v>1189.1519130245629</c:v>
                </c:pt>
                <c:pt idx="2760">
                  <c:v>1188.838812846813</c:v>
                </c:pt>
                <c:pt idx="2761">
                  <c:v>1188.5267818956481</c:v>
                </c:pt>
                <c:pt idx="2762">
                  <c:v>1188.215816961886</c:v>
                </c:pt>
                <c:pt idx="2763">
                  <c:v>1187.9059148421838</c:v>
                </c:pt>
                <c:pt idx="2764">
                  <c:v>1187.5970723390267</c:v>
                </c:pt>
                <c:pt idx="2765">
                  <c:v>1187.2892862607687</c:v>
                </c:pt>
                <c:pt idx="2766">
                  <c:v>1186.9825534216588</c:v>
                </c:pt>
                <c:pt idx="2767">
                  <c:v>1186.6768706418763</c:v>
                </c:pt>
                <c:pt idx="2768">
                  <c:v>1186.37223474753</c:v>
                </c:pt>
                <c:pt idx="2769">
                  <c:v>1186.0686425707145</c:v>
                </c:pt>
                <c:pt idx="2770">
                  <c:v>1185.7660909495205</c:v>
                </c:pt>
                <c:pt idx="2771">
                  <c:v>1185.4645767280438</c:v>
                </c:pt>
                <c:pt idx="2772">
                  <c:v>1185.1640967564406</c:v>
                </c:pt>
                <c:pt idx="2773">
                  <c:v>1184.8646478909293</c:v>
                </c:pt>
                <c:pt idx="2774">
                  <c:v>1184.5662269938123</c:v>
                </c:pt>
                <c:pt idx="2775">
                  <c:v>1184.2688309335194</c:v>
                </c:pt>
                <c:pt idx="2776">
                  <c:v>1183.9724565845984</c:v>
                </c:pt>
                <c:pt idx="2777">
                  <c:v>1183.6771008277601</c:v>
                </c:pt>
                <c:pt idx="2778">
                  <c:v>1183.3827605498959</c:v>
                </c:pt>
                <c:pt idx="2779">
                  <c:v>1183.0894326440839</c:v>
                </c:pt>
                <c:pt idx="2780">
                  <c:v>1182.7971140096361</c:v>
                </c:pt>
                <c:pt idx="2781">
                  <c:v>1182.5058015520826</c:v>
                </c:pt>
                <c:pt idx="2782">
                  <c:v>1182.2154921832239</c:v>
                </c:pt>
                <c:pt idx="2783">
                  <c:v>1181.9261828211368</c:v>
                </c:pt>
                <c:pt idx="2784">
                  <c:v>1181.637870390181</c:v>
                </c:pt>
                <c:pt idx="2785">
                  <c:v>1181.3505518210291</c:v>
                </c:pt>
                <c:pt idx="2786">
                  <c:v>1181.0642240506995</c:v>
                </c:pt>
                <c:pt idx="2787">
                  <c:v>1180.7788840225385</c:v>
                </c:pt>
                <c:pt idx="2788">
                  <c:v>1180.4945286862651</c:v>
                </c:pt>
                <c:pt idx="2789">
                  <c:v>1180.2111549979857</c:v>
                </c:pt>
                <c:pt idx="2790">
                  <c:v>1179.9287599201828</c:v>
                </c:pt>
                <c:pt idx="2791">
                  <c:v>1179.6473404217679</c:v>
                </c:pt>
                <c:pt idx="2792">
                  <c:v>1179.366893478079</c:v>
                </c:pt>
                <c:pt idx="2793">
                  <c:v>1179.0874160708872</c:v>
                </c:pt>
                <c:pt idx="2794">
                  <c:v>1178.8089051884285</c:v>
                </c:pt>
                <c:pt idx="2795">
                  <c:v>1178.5313578254047</c:v>
                </c:pt>
                <c:pt idx="2796">
                  <c:v>1178.2547709830071</c:v>
                </c:pt>
                <c:pt idx="2797">
                  <c:v>1177.979141668925</c:v>
                </c:pt>
                <c:pt idx="2798">
                  <c:v>1177.7044668973567</c:v>
                </c:pt>
                <c:pt idx="2799">
                  <c:v>1177.4307436890242</c:v>
                </c:pt>
                <c:pt idx="2800">
                  <c:v>1177.1579690711928</c:v>
                </c:pt>
                <c:pt idx="2801">
                  <c:v>1176.8861400776707</c:v>
                </c:pt>
                <c:pt idx="2802">
                  <c:v>1176.6152537488251</c:v>
                </c:pt>
                <c:pt idx="2803">
                  <c:v>1176.3453071316037</c:v>
                </c:pt>
                <c:pt idx="2804">
                  <c:v>1176.076297279531</c:v>
                </c:pt>
                <c:pt idx="2805">
                  <c:v>1175.8082212527263</c:v>
                </c:pt>
                <c:pt idx="2806">
                  <c:v>1175.5410761179169</c:v>
                </c:pt>
                <c:pt idx="2807">
                  <c:v>1175.2748589484395</c:v>
                </c:pt>
                <c:pt idx="2808">
                  <c:v>1175.0095668242602</c:v>
                </c:pt>
                <c:pt idx="2809">
                  <c:v>1174.7451968319738</c:v>
                </c:pt>
                <c:pt idx="2810">
                  <c:v>1174.4817460648276</c:v>
                </c:pt>
                <c:pt idx="2811">
                  <c:v>1174.2192116227068</c:v>
                </c:pt>
                <c:pt idx="2812">
                  <c:v>1173.9575906121677</c:v>
                </c:pt>
                <c:pt idx="2813">
                  <c:v>1173.6968801464348</c:v>
                </c:pt>
                <c:pt idx="2814">
                  <c:v>1173.4370773454018</c:v>
                </c:pt>
                <c:pt idx="2815">
                  <c:v>1173.1781793356597</c:v>
                </c:pt>
                <c:pt idx="2816">
                  <c:v>1172.920183250478</c:v>
                </c:pt>
                <c:pt idx="2817">
                  <c:v>1172.6630862298302</c:v>
                </c:pt>
                <c:pt idx="2818">
                  <c:v>1172.406885420402</c:v>
                </c:pt>
                <c:pt idx="2819">
                  <c:v>1172.1515779755766</c:v>
                </c:pt>
                <c:pt idx="2820">
                  <c:v>1171.8971610554756</c:v>
                </c:pt>
                <c:pt idx="2821">
                  <c:v>1171.643631826922</c:v>
                </c:pt>
                <c:pt idx="2822">
                  <c:v>1171.3909874634908</c:v>
                </c:pt>
                <c:pt idx="2823">
                  <c:v>1171.1392251454795</c:v>
                </c:pt>
                <c:pt idx="2824">
                  <c:v>1170.8883420599257</c:v>
                </c:pt>
                <c:pt idx="2825">
                  <c:v>1170.6383354006236</c:v>
                </c:pt>
                <c:pt idx="2826">
                  <c:v>1170.3892023681085</c:v>
                </c:pt>
                <c:pt idx="2827">
                  <c:v>1170.1409401696669</c:v>
                </c:pt>
                <c:pt idx="2828">
                  <c:v>1169.8935460193579</c:v>
                </c:pt>
                <c:pt idx="2829">
                  <c:v>1169.6470171379917</c:v>
                </c:pt>
                <c:pt idx="2830">
                  <c:v>1169.4013507531515</c:v>
                </c:pt>
                <c:pt idx="2831">
                  <c:v>1169.1565440991801</c:v>
                </c:pt>
                <c:pt idx="2832">
                  <c:v>1168.9125944172065</c:v>
                </c:pt>
                <c:pt idx="2833">
                  <c:v>1168.6694989551279</c:v>
                </c:pt>
                <c:pt idx="2834">
                  <c:v>1168.4272549676175</c:v>
                </c:pt>
                <c:pt idx="2835">
                  <c:v>1168.1858597161386</c:v>
                </c:pt>
                <c:pt idx="2836">
                  <c:v>1167.9453104689287</c:v>
                </c:pt>
                <c:pt idx="2837">
                  <c:v>1167.7056045010136</c:v>
                </c:pt>
                <c:pt idx="2838">
                  <c:v>1167.4667390942104</c:v>
                </c:pt>
                <c:pt idx="2839">
                  <c:v>1167.2287115371143</c:v>
                </c:pt>
                <c:pt idx="2840">
                  <c:v>1166.99151912512</c:v>
                </c:pt>
                <c:pt idx="2841">
                  <c:v>1166.7551591604029</c:v>
                </c:pt>
                <c:pt idx="2842">
                  <c:v>1166.5196289519429</c:v>
                </c:pt>
                <c:pt idx="2843">
                  <c:v>1166.284925815502</c:v>
                </c:pt>
                <c:pt idx="2844">
                  <c:v>1166.051047073636</c:v>
                </c:pt>
                <c:pt idx="2845">
                  <c:v>1165.8179900556945</c:v>
                </c:pt>
                <c:pt idx="2846">
                  <c:v>1165.5857520978261</c:v>
                </c:pt>
                <c:pt idx="2847">
                  <c:v>1165.3543305429596</c:v>
                </c:pt>
                <c:pt idx="2848">
                  <c:v>1165.1237227408299</c:v>
                </c:pt>
                <c:pt idx="2849">
                  <c:v>1164.8939260479508</c:v>
                </c:pt>
                <c:pt idx="2850">
                  <c:v>1164.6649378276386</c:v>
                </c:pt>
                <c:pt idx="2851">
                  <c:v>1164.4367554499879</c:v>
                </c:pt>
                <c:pt idx="2852">
                  <c:v>1164.2093762918928</c:v>
                </c:pt>
                <c:pt idx="2853">
                  <c:v>1163.9827977370287</c:v>
                </c:pt>
                <c:pt idx="2854">
                  <c:v>1163.7570171758591</c:v>
                </c:pt>
                <c:pt idx="2855">
                  <c:v>1163.5320320056269</c:v>
                </c:pt>
                <c:pt idx="2856">
                  <c:v>1163.3078396303654</c:v>
                </c:pt>
                <c:pt idx="2857">
                  <c:v>1163.084437460886</c:v>
                </c:pt>
                <c:pt idx="2858">
                  <c:v>1162.8618229147708</c:v>
                </c:pt>
                <c:pt idx="2859">
                  <c:v>1162.6399934163808</c:v>
                </c:pt>
                <c:pt idx="2860">
                  <c:v>1162.4189463968585</c:v>
                </c:pt>
                <c:pt idx="2861">
                  <c:v>1162.1986792941034</c:v>
                </c:pt>
                <c:pt idx="2862">
                  <c:v>1161.9791895527896</c:v>
                </c:pt>
                <c:pt idx="2863">
                  <c:v>1161.7604746243553</c:v>
                </c:pt>
                <c:pt idx="2864">
                  <c:v>1161.5425319669953</c:v>
                </c:pt>
                <c:pt idx="2865">
                  <c:v>1161.3253590456643</c:v>
                </c:pt>
                <c:pt idx="2866">
                  <c:v>1161.1089533320678</c:v>
                </c:pt>
                <c:pt idx="2867">
                  <c:v>1160.8933123046681</c:v>
                </c:pt>
                <c:pt idx="2868">
                  <c:v>1160.6784334486629</c:v>
                </c:pt>
                <c:pt idx="2869">
                  <c:v>1160.4643142560001</c:v>
                </c:pt>
                <c:pt idx="2870">
                  <c:v>1160.2509522253627</c:v>
                </c:pt>
                <c:pt idx="2871">
                  <c:v>1160.0383448621637</c:v>
                </c:pt>
                <c:pt idx="2872">
                  <c:v>1159.826489678547</c:v>
                </c:pt>
                <c:pt idx="2873">
                  <c:v>1159.6153841933844</c:v>
                </c:pt>
                <c:pt idx="2874">
                  <c:v>1159.4050259322564</c:v>
                </c:pt>
                <c:pt idx="2875">
                  <c:v>1159.1954124274655</c:v>
                </c:pt>
                <c:pt idx="2876">
                  <c:v>1158.9865412180266</c:v>
                </c:pt>
                <c:pt idx="2877">
                  <c:v>1158.7784098496477</c:v>
                </c:pt>
                <c:pt idx="2878">
                  <c:v>1158.5710158747395</c:v>
                </c:pt>
                <c:pt idx="2879">
                  <c:v>1158.3643568524078</c:v>
                </c:pt>
                <c:pt idx="2880">
                  <c:v>1158.1584303484433</c:v>
                </c:pt>
                <c:pt idx="2881">
                  <c:v>1157.9532339353168</c:v>
                </c:pt>
                <c:pt idx="2882">
                  <c:v>1157.7487651921745</c:v>
                </c:pt>
                <c:pt idx="2883">
                  <c:v>1157.5450217048335</c:v>
                </c:pt>
                <c:pt idx="2884">
                  <c:v>1157.3420010657749</c:v>
                </c:pt>
                <c:pt idx="2885">
                  <c:v>1157.1397008741344</c:v>
                </c:pt>
                <c:pt idx="2886">
                  <c:v>1156.938118735693</c:v>
                </c:pt>
                <c:pt idx="2887">
                  <c:v>1156.737252262883</c:v>
                </c:pt>
                <c:pt idx="2888">
                  <c:v>1156.5370990747706</c:v>
                </c:pt>
                <c:pt idx="2889">
                  <c:v>1156.337656797052</c:v>
                </c:pt>
                <c:pt idx="2890">
                  <c:v>1156.1389230620432</c:v>
                </c:pt>
                <c:pt idx="2891">
                  <c:v>1155.9408955086844</c:v>
                </c:pt>
                <c:pt idx="2892">
                  <c:v>1155.7435717825142</c:v>
                </c:pt>
                <c:pt idx="2893">
                  <c:v>1155.5469495356824</c:v>
                </c:pt>
                <c:pt idx="2894">
                  <c:v>1155.3510264269255</c:v>
                </c:pt>
                <c:pt idx="2895">
                  <c:v>1155.1558001215717</c:v>
                </c:pt>
                <c:pt idx="2896">
                  <c:v>1154.9612682915267</c:v>
                </c:pt>
                <c:pt idx="2897">
                  <c:v>1154.7674286152628</c:v>
                </c:pt>
                <c:pt idx="2898">
                  <c:v>1154.5742787778261</c:v>
                </c:pt>
                <c:pt idx="2899">
                  <c:v>1154.3818164708048</c:v>
                </c:pt>
                <c:pt idx="2900">
                  <c:v>1154.1900393923509</c:v>
                </c:pt>
                <c:pt idx="2901">
                  <c:v>1153.9989452471375</c:v>
                </c:pt>
                <c:pt idx="2902">
                  <c:v>1153.8085317463861</c:v>
                </c:pt>
                <c:pt idx="2903">
                  <c:v>1153.6187966078292</c:v>
                </c:pt>
                <c:pt idx="2904">
                  <c:v>1153.4297375557187</c:v>
                </c:pt>
                <c:pt idx="2905">
                  <c:v>1153.2413523208083</c:v>
                </c:pt>
                <c:pt idx="2906">
                  <c:v>1153.0536386403569</c:v>
                </c:pt>
                <c:pt idx="2907">
                  <c:v>1152.8665942581024</c:v>
                </c:pt>
                <c:pt idx="2908">
                  <c:v>1152.6802169242701</c:v>
                </c:pt>
                <c:pt idx="2909">
                  <c:v>1152.4945043955511</c:v>
                </c:pt>
                <c:pt idx="2910">
                  <c:v>1152.3094544351015</c:v>
                </c:pt>
                <c:pt idx="2911">
                  <c:v>1152.1250648125251</c:v>
                </c:pt>
                <c:pt idx="2912">
                  <c:v>1151.9413333038783</c:v>
                </c:pt>
                <c:pt idx="2913">
                  <c:v>1151.7582576916398</c:v>
                </c:pt>
                <c:pt idx="2914">
                  <c:v>1151.5758357647264</c:v>
                </c:pt>
                <c:pt idx="2915">
                  <c:v>1151.3940653184593</c:v>
                </c:pt>
                <c:pt idx="2916">
                  <c:v>1151.2129441545753</c:v>
                </c:pt>
                <c:pt idx="2917">
                  <c:v>1151.0324700811984</c:v>
                </c:pt>
                <c:pt idx="2918">
                  <c:v>1150.8526409128447</c:v>
                </c:pt>
                <c:pt idx="2919">
                  <c:v>1150.6734544704098</c:v>
                </c:pt>
                <c:pt idx="2920">
                  <c:v>1150.4949085811518</c:v>
                </c:pt>
                <c:pt idx="2921">
                  <c:v>1150.3170010786891</c:v>
                </c:pt>
                <c:pt idx="2922">
                  <c:v>1150.1397298029856</c:v>
                </c:pt>
                <c:pt idx="2923">
                  <c:v>1149.9630926003431</c:v>
                </c:pt>
                <c:pt idx="2924">
                  <c:v>1149.7870873233956</c:v>
                </c:pt>
                <c:pt idx="2925">
                  <c:v>1149.6117118310819</c:v>
                </c:pt>
                <c:pt idx="2926">
                  <c:v>1149.4369639886684</c:v>
                </c:pt>
                <c:pt idx="2927">
                  <c:v>1149.2628416676962</c:v>
                </c:pt>
                <c:pt idx="2928">
                  <c:v>1149.0893427460019</c:v>
                </c:pt>
                <c:pt idx="2929">
                  <c:v>1148.9164651077069</c:v>
                </c:pt>
                <c:pt idx="2930">
                  <c:v>1148.744206643182</c:v>
                </c:pt>
                <c:pt idx="2931">
                  <c:v>1148.5725652490651</c:v>
                </c:pt>
                <c:pt idx="2932">
                  <c:v>1148.4015388282307</c:v>
                </c:pt>
                <c:pt idx="2933">
                  <c:v>1148.2311252897896</c:v>
                </c:pt>
                <c:pt idx="2934">
                  <c:v>1148.061322549079</c:v>
                </c:pt>
                <c:pt idx="2935">
                  <c:v>1147.8921285276413</c:v>
                </c:pt>
                <c:pt idx="2936">
                  <c:v>1147.7235411532226</c:v>
                </c:pt>
                <c:pt idx="2937">
                  <c:v>1147.5555583597618</c:v>
                </c:pt>
                <c:pt idx="2938">
                  <c:v>1147.3881780873744</c:v>
                </c:pt>
                <c:pt idx="2939">
                  <c:v>1147.2213982823405</c:v>
                </c:pt>
                <c:pt idx="2940">
                  <c:v>1147.0552168971074</c:v>
                </c:pt>
                <c:pt idx="2941">
                  <c:v>1146.8896318902614</c:v>
                </c:pt>
                <c:pt idx="2942">
                  <c:v>1146.7246412265197</c:v>
                </c:pt>
                <c:pt idx="2943">
                  <c:v>1146.5602428767263</c:v>
                </c:pt>
                <c:pt idx="2944">
                  <c:v>1146.3964348178465</c:v>
                </c:pt>
                <c:pt idx="2945">
                  <c:v>1146.2332150329291</c:v>
                </c:pt>
                <c:pt idx="2946">
                  <c:v>1146.0705815111266</c:v>
                </c:pt>
                <c:pt idx="2947">
                  <c:v>1145.9085322476612</c:v>
                </c:pt>
                <c:pt idx="2948">
                  <c:v>1145.7470652438262</c:v>
                </c:pt>
                <c:pt idx="2949">
                  <c:v>1145.5861785069687</c:v>
                </c:pt>
                <c:pt idx="2950">
                  <c:v>1145.4258700504768</c:v>
                </c:pt>
                <c:pt idx="2951">
                  <c:v>1145.2661378937712</c:v>
                </c:pt>
                <c:pt idx="2952">
                  <c:v>1145.106980062294</c:v>
                </c:pt>
                <c:pt idx="2953">
                  <c:v>1144.9483945874954</c:v>
                </c:pt>
                <c:pt idx="2954">
                  <c:v>1144.79037950682</c:v>
                </c:pt>
                <c:pt idx="2955">
                  <c:v>1144.6329328636987</c:v>
                </c:pt>
                <c:pt idx="2956">
                  <c:v>1144.4760527075357</c:v>
                </c:pt>
                <c:pt idx="2957">
                  <c:v>1144.3197370936957</c:v>
                </c:pt>
                <c:pt idx="2958">
                  <c:v>1144.1639840834903</c:v>
                </c:pt>
                <c:pt idx="2959">
                  <c:v>1144.008791744172</c:v>
                </c:pt>
                <c:pt idx="2960">
                  <c:v>1143.8541581489171</c:v>
                </c:pt>
                <c:pt idx="2961">
                  <c:v>1143.7000813768136</c:v>
                </c:pt>
                <c:pt idx="2962">
                  <c:v>1143.5465595128519</c:v>
                </c:pt>
                <c:pt idx="2963">
                  <c:v>1143.3935906479069</c:v>
                </c:pt>
                <c:pt idx="2964">
                  <c:v>1143.2411728787388</c:v>
                </c:pt>
                <c:pt idx="2965">
                  <c:v>1143.089304307965</c:v>
                </c:pt>
                <c:pt idx="2966">
                  <c:v>1142.9379830440603</c:v>
                </c:pt>
                <c:pt idx="2967">
                  <c:v>1142.7872072013361</c:v>
                </c:pt>
                <c:pt idx="2968">
                  <c:v>1142.636974899933</c:v>
                </c:pt>
                <c:pt idx="2969">
                  <c:v>1142.4872842658065</c:v>
                </c:pt>
                <c:pt idx="2970">
                  <c:v>1142.3381334307164</c:v>
                </c:pt>
                <c:pt idx="2971">
                  <c:v>1142.1895205322155</c:v>
                </c:pt>
                <c:pt idx="2972">
                  <c:v>1142.0414437136315</c:v>
                </c:pt>
                <c:pt idx="2973">
                  <c:v>1141.8939011240582</c:v>
                </c:pt>
                <c:pt idx="2974">
                  <c:v>1141.7468909183467</c:v>
                </c:pt>
                <c:pt idx="2975">
                  <c:v>1141.6004112570847</c:v>
                </c:pt>
                <c:pt idx="2976">
                  <c:v>1141.4544603065951</c:v>
                </c:pt>
                <c:pt idx="2977">
                  <c:v>1141.3090362389121</c:v>
                </c:pt>
                <c:pt idx="2978">
                  <c:v>1141.1641372317731</c:v>
                </c:pt>
                <c:pt idx="2979">
                  <c:v>1141.0197614686099</c:v>
                </c:pt>
                <c:pt idx="2980">
                  <c:v>1140.8759071385321</c:v>
                </c:pt>
                <c:pt idx="2981">
                  <c:v>1140.7325724363163</c:v>
                </c:pt>
                <c:pt idx="2982">
                  <c:v>1140.5897555623892</c:v>
                </c:pt>
                <c:pt idx="2983">
                  <c:v>1140.4474547228187</c:v>
                </c:pt>
                <c:pt idx="2984">
                  <c:v>1140.3056681293053</c:v>
                </c:pt>
                <c:pt idx="2985">
                  <c:v>1140.1643939991625</c:v>
                </c:pt>
                <c:pt idx="2986">
                  <c:v>1140.0236305553049</c:v>
                </c:pt>
                <c:pt idx="2987">
                  <c:v>1139.8833760262382</c:v>
                </c:pt>
                <c:pt idx="2988">
                  <c:v>1139.743628646045</c:v>
                </c:pt>
                <c:pt idx="2989">
                  <c:v>1139.6043866543775</c:v>
                </c:pt>
                <c:pt idx="2990">
                  <c:v>1139.4656482964297</c:v>
                </c:pt>
                <c:pt idx="2991">
                  <c:v>1139.3274118229465</c:v>
                </c:pt>
                <c:pt idx="2992">
                  <c:v>1139.189675490187</c:v>
                </c:pt>
                <c:pt idx="2993">
                  <c:v>1139.0524375599346</c:v>
                </c:pt>
                <c:pt idx="2994">
                  <c:v>1138.9156962994675</c:v>
                </c:pt>
                <c:pt idx="2995">
                  <c:v>1138.7794499815477</c:v>
                </c:pt>
                <c:pt idx="2996">
                  <c:v>1138.6436968844216</c:v>
                </c:pt>
                <c:pt idx="2997">
                  <c:v>1138.5084352917936</c:v>
                </c:pt>
                <c:pt idx="2998">
                  <c:v>1138.3736634928152</c:v>
                </c:pt>
                <c:pt idx="2999">
                  <c:v>1138.2393797820748</c:v>
                </c:pt>
                <c:pt idx="3000">
                  <c:v>1138.1055824595896</c:v>
                </c:pt>
                <c:pt idx="3001">
                  <c:v>1137.9722698307769</c:v>
                </c:pt>
                <c:pt idx="3002">
                  <c:v>1137.8394402064609</c:v>
                </c:pt>
                <c:pt idx="3003">
                  <c:v>1137.7070919028477</c:v>
                </c:pt>
                <c:pt idx="3004">
                  <c:v>1137.5752232415127</c:v>
                </c:pt>
                <c:pt idx="3005">
                  <c:v>1137.4438325493909</c:v>
                </c:pt>
                <c:pt idx="3006">
                  <c:v>1137.3129181587669</c:v>
                </c:pt>
                <c:pt idx="3007">
                  <c:v>1137.1824784072562</c:v>
                </c:pt>
                <c:pt idx="3008">
                  <c:v>1137.0525116377901</c:v>
                </c:pt>
                <c:pt idx="3009">
                  <c:v>1136.9230161986127</c:v>
                </c:pt>
                <c:pt idx="3010">
                  <c:v>1136.7939904432553</c:v>
                </c:pt>
                <c:pt idx="3011">
                  <c:v>1136.6654327305387</c:v>
                </c:pt>
                <c:pt idx="3012">
                  <c:v>1136.5373414245469</c:v>
                </c:pt>
                <c:pt idx="3013">
                  <c:v>1136.4097148946171</c:v>
                </c:pt>
                <c:pt idx="3014">
                  <c:v>1136.2825515153318</c:v>
                </c:pt>
                <c:pt idx="3015">
                  <c:v>1136.1558496664989</c:v>
                </c:pt>
                <c:pt idx="3016">
                  <c:v>1136.0296077331482</c:v>
                </c:pt>
                <c:pt idx="3017">
                  <c:v>1135.9038241055075</c:v>
                </c:pt>
                <c:pt idx="3018">
                  <c:v>1135.7784971789965</c:v>
                </c:pt>
                <c:pt idx="3019">
                  <c:v>1135.6536253542088</c:v>
                </c:pt>
                <c:pt idx="3020">
                  <c:v>1135.5292070369055</c:v>
                </c:pt>
                <c:pt idx="3021">
                  <c:v>1135.4052406379976</c:v>
                </c:pt>
                <c:pt idx="3022">
                  <c:v>1135.2817245735373</c:v>
                </c:pt>
                <c:pt idx="3023">
                  <c:v>1135.158657264692</c:v>
                </c:pt>
                <c:pt idx="3024">
                  <c:v>1135.0360371377501</c:v>
                </c:pt>
                <c:pt idx="3025">
                  <c:v>1134.9138626240945</c:v>
                </c:pt>
                <c:pt idx="3026">
                  <c:v>1134.7921321601991</c:v>
                </c:pt>
                <c:pt idx="3027">
                  <c:v>1134.6708441876024</c:v>
                </c:pt>
                <c:pt idx="3028">
                  <c:v>1134.5499971529096</c:v>
                </c:pt>
                <c:pt idx="3029">
                  <c:v>1134.4295895077687</c:v>
                </c:pt>
                <c:pt idx="3030">
                  <c:v>1134.3096197088632</c:v>
                </c:pt>
                <c:pt idx="3031">
                  <c:v>1134.1900862178968</c:v>
                </c:pt>
                <c:pt idx="3032">
                  <c:v>1134.0709875015825</c:v>
                </c:pt>
                <c:pt idx="3033">
                  <c:v>1133.9523220316223</c:v>
                </c:pt>
                <c:pt idx="3034">
                  <c:v>1133.8340882847117</c:v>
                </c:pt>
                <c:pt idx="3035">
                  <c:v>1133.7162847425004</c:v>
                </c:pt>
                <c:pt idx="3036">
                  <c:v>1133.5989098916043</c:v>
                </c:pt>
                <c:pt idx="3037">
                  <c:v>1133.4819622235798</c:v>
                </c:pt>
                <c:pt idx="3038">
                  <c:v>1133.3654402349102</c:v>
                </c:pt>
                <c:pt idx="3039">
                  <c:v>1133.2493424269978</c:v>
                </c:pt>
                <c:pt idx="3040">
                  <c:v>1133.1336673061489</c:v>
                </c:pt>
                <c:pt idx="3041">
                  <c:v>1133.0184133835601</c:v>
                </c:pt>
                <c:pt idx="3042">
                  <c:v>1132.9035791753072</c:v>
                </c:pt>
                <c:pt idx="3043">
                  <c:v>1132.7891632023307</c:v>
                </c:pt>
                <c:pt idx="3044">
                  <c:v>1132.6751639904173</c:v>
                </c:pt>
                <c:pt idx="3045">
                  <c:v>1132.5615800702014</c:v>
                </c:pt>
                <c:pt idx="3046">
                  <c:v>1132.4484099771405</c:v>
                </c:pt>
                <c:pt idx="3047">
                  <c:v>1132.3356522515041</c:v>
                </c:pt>
                <c:pt idx="3048">
                  <c:v>1132.2233054383637</c:v>
                </c:pt>
                <c:pt idx="3049">
                  <c:v>1132.1113680875742</c:v>
                </c:pt>
                <c:pt idx="3050">
                  <c:v>1131.999838753773</c:v>
                </c:pt>
                <c:pt idx="3051">
                  <c:v>1131.8887159963504</c:v>
                </c:pt>
                <c:pt idx="3052">
                  <c:v>1131.7779983794517</c:v>
                </c:pt>
                <c:pt idx="3053">
                  <c:v>1131.6676844719555</c:v>
                </c:pt>
                <c:pt idx="3054">
                  <c:v>1131.5577728474623</c:v>
                </c:pt>
                <c:pt idx="3055">
                  <c:v>1131.4482620842866</c:v>
                </c:pt>
                <c:pt idx="3056">
                  <c:v>1131.3391507654355</c:v>
                </c:pt>
                <c:pt idx="3057">
                  <c:v>1131.230437478607</c:v>
                </c:pt>
                <c:pt idx="3058">
                  <c:v>1131.1221208161653</c:v>
                </c:pt>
                <c:pt idx="3059">
                  <c:v>1131.0141993751313</c:v>
                </c:pt>
                <c:pt idx="3060">
                  <c:v>1130.9066717571825</c:v>
                </c:pt>
                <c:pt idx="3061">
                  <c:v>1130.7995365686184</c:v>
                </c:pt>
                <c:pt idx="3062">
                  <c:v>1130.6927924203658</c:v>
                </c:pt>
                <c:pt idx="3063">
                  <c:v>1130.5864379279558</c:v>
                </c:pt>
                <c:pt idx="3064">
                  <c:v>1130.4804717115198</c:v>
                </c:pt>
                <c:pt idx="3065">
                  <c:v>1130.3748923957635</c:v>
                </c:pt>
                <c:pt idx="3066">
                  <c:v>1130.2696986099729</c:v>
                </c:pt>
                <c:pt idx="3067">
                  <c:v>1130.1648889879773</c:v>
                </c:pt>
                <c:pt idx="3068">
                  <c:v>1130.0604621681616</c:v>
                </c:pt>
                <c:pt idx="3069">
                  <c:v>1129.9564167934391</c:v>
                </c:pt>
                <c:pt idx="3070">
                  <c:v>1129.8527515112366</c:v>
                </c:pt>
                <c:pt idx="3071">
                  <c:v>1129.7494649734983</c:v>
                </c:pt>
                <c:pt idx="3072">
                  <c:v>1129.646555836651</c:v>
                </c:pt>
                <c:pt idx="3073">
                  <c:v>1129.5440227616064</c:v>
                </c:pt>
                <c:pt idx="3074">
                  <c:v>1129.4418644137479</c:v>
                </c:pt>
                <c:pt idx="3075">
                  <c:v>1129.3400794629076</c:v>
                </c:pt>
                <c:pt idx="3076">
                  <c:v>1129.2386665833708</c:v>
                </c:pt>
                <c:pt idx="3077">
                  <c:v>1129.137624453841</c:v>
                </c:pt>
                <c:pt idx="3078">
                  <c:v>1129.0369517574516</c:v>
                </c:pt>
                <c:pt idx="3079">
                  <c:v>1128.9366471817334</c:v>
                </c:pt>
                <c:pt idx="3080">
                  <c:v>1128.8367094186146</c:v>
                </c:pt>
                <c:pt idx="3081">
                  <c:v>1128.7371371643985</c:v>
                </c:pt>
                <c:pt idx="3082">
                  <c:v>1128.6379291197638</c:v>
                </c:pt>
                <c:pt idx="3083">
                  <c:v>1128.5390839897411</c:v>
                </c:pt>
                <c:pt idx="3084">
                  <c:v>1128.4406004837033</c:v>
                </c:pt>
                <c:pt idx="3085">
                  <c:v>1128.3424773153547</c:v>
                </c:pt>
                <c:pt idx="3086">
                  <c:v>1128.2447132027194</c:v>
                </c:pt>
                <c:pt idx="3087">
                  <c:v>1128.147306868123</c:v>
                </c:pt>
                <c:pt idx="3088">
                  <c:v>1128.0502570381911</c:v>
                </c:pt>
                <c:pt idx="3089">
                  <c:v>1127.9535624438249</c:v>
                </c:pt>
                <c:pt idx="3090">
                  <c:v>1127.8572218201944</c:v>
                </c:pt>
                <c:pt idx="3091">
                  <c:v>1127.76123390673</c:v>
                </c:pt>
                <c:pt idx="3092">
                  <c:v>1127.6655974471043</c:v>
                </c:pt>
                <c:pt idx="3093">
                  <c:v>1127.5703111892187</c:v>
                </c:pt>
                <c:pt idx="3094">
                  <c:v>1127.4753738852021</c:v>
                </c:pt>
                <c:pt idx="3095">
                  <c:v>1127.3807842913784</c:v>
                </c:pt>
                <c:pt idx="3096">
                  <c:v>1127.2865411682776</c:v>
                </c:pt>
                <c:pt idx="3097">
                  <c:v>1127.1926432806079</c:v>
                </c:pt>
                <c:pt idx="3098">
                  <c:v>1127.0990893972466</c:v>
                </c:pt>
                <c:pt idx="3099">
                  <c:v>1127.0058782912342</c:v>
                </c:pt>
                <c:pt idx="3100">
                  <c:v>1126.9130087397516</c:v>
                </c:pt>
                <c:pt idx="3101">
                  <c:v>1126.820479524119</c:v>
                </c:pt>
                <c:pt idx="3102">
                  <c:v>1126.7282894297732</c:v>
                </c:pt>
                <c:pt idx="3103">
                  <c:v>1126.6364372462667</c:v>
                </c:pt>
                <c:pt idx="3104">
                  <c:v>1126.5449217672444</c:v>
                </c:pt>
                <c:pt idx="3105">
                  <c:v>1126.4537417904412</c:v>
                </c:pt>
                <c:pt idx="3106">
                  <c:v>1126.3628961176616</c:v>
                </c:pt>
                <c:pt idx="3107">
                  <c:v>1126.2723835547756</c:v>
                </c:pt>
                <c:pt idx="3108">
                  <c:v>1126.1822029117018</c:v>
                </c:pt>
                <c:pt idx="3109">
                  <c:v>1126.0923530023927</c:v>
                </c:pt>
                <c:pt idx="3110">
                  <c:v>1126.0028326448326</c:v>
                </c:pt>
                <c:pt idx="3111">
                  <c:v>1125.9136406610126</c:v>
                </c:pt>
                <c:pt idx="3112">
                  <c:v>1125.8247758769296</c:v>
                </c:pt>
                <c:pt idx="3113">
                  <c:v>1125.7362371225729</c:v>
                </c:pt>
                <c:pt idx="3114">
                  <c:v>1125.6480232319041</c:v>
                </c:pt>
                <c:pt idx="3115">
                  <c:v>1125.5601330428535</c:v>
                </c:pt>
                <c:pt idx="3116">
                  <c:v>1125.4725653973044</c:v>
                </c:pt>
                <c:pt idx="3117">
                  <c:v>1125.3853191410869</c:v>
                </c:pt>
                <c:pt idx="3118">
                  <c:v>1125.2983931239571</c:v>
                </c:pt>
                <c:pt idx="3119">
                  <c:v>1125.2117861995894</c:v>
                </c:pt>
                <c:pt idx="3120">
                  <c:v>1125.1254972255701</c:v>
                </c:pt>
                <c:pt idx="3121">
                  <c:v>1125.0395250633746</c:v>
                </c:pt>
                <c:pt idx="3122">
                  <c:v>1124.9538685783689</c:v>
                </c:pt>
                <c:pt idx="3123">
                  <c:v>1124.8685266397831</c:v>
                </c:pt>
                <c:pt idx="3124">
                  <c:v>1124.7834981207136</c:v>
                </c:pt>
                <c:pt idx="3125">
                  <c:v>1124.698781898104</c:v>
                </c:pt>
                <c:pt idx="3126">
                  <c:v>1124.6143768527327</c:v>
                </c:pt>
                <c:pt idx="3127">
                  <c:v>1124.5302818692055</c:v>
                </c:pt>
                <c:pt idx="3128">
                  <c:v>1124.4464958359429</c:v>
                </c:pt>
                <c:pt idx="3129">
                  <c:v>1124.3630176451636</c:v>
                </c:pt>
                <c:pt idx="3130">
                  <c:v>1124.279846192881</c:v>
                </c:pt>
                <c:pt idx="3131">
                  <c:v>1124.1969803788854</c:v>
                </c:pt>
                <c:pt idx="3132">
                  <c:v>1124.114419106736</c:v>
                </c:pt>
                <c:pt idx="3133">
                  <c:v>1124.0321612837458</c:v>
                </c:pt>
                <c:pt idx="3134">
                  <c:v>1123.9502058209775</c:v>
                </c:pt>
                <c:pt idx="3135">
                  <c:v>1123.8685516332207</c:v>
                </c:pt>
                <c:pt idx="3136">
                  <c:v>1123.7871976389911</c:v>
                </c:pt>
                <c:pt idx="3137">
                  <c:v>1123.7061427605156</c:v>
                </c:pt>
                <c:pt idx="3138">
                  <c:v>1123.6253859237149</c:v>
                </c:pt>
                <c:pt idx="3139">
                  <c:v>1123.5449260582031</c:v>
                </c:pt>
                <c:pt idx="3140">
                  <c:v>1123.464762097268</c:v>
                </c:pt>
                <c:pt idx="3141">
                  <c:v>1123.3848929778658</c:v>
                </c:pt>
                <c:pt idx="3142">
                  <c:v>1123.3053176406017</c:v>
                </c:pt>
                <c:pt idx="3143">
                  <c:v>1123.2260350297263</c:v>
                </c:pt>
                <c:pt idx="3144">
                  <c:v>1123.1470440931212</c:v>
                </c:pt>
                <c:pt idx="3145">
                  <c:v>1123.0683437822884</c:v>
                </c:pt>
                <c:pt idx="3146">
                  <c:v>1122.9899330523408</c:v>
                </c:pt>
                <c:pt idx="3147">
                  <c:v>1122.9118108619828</c:v>
                </c:pt>
                <c:pt idx="3148">
                  <c:v>1122.8339761735156</c:v>
                </c:pt>
                <c:pt idx="3149">
                  <c:v>1122.7564279528087</c:v>
                </c:pt>
                <c:pt idx="3150">
                  <c:v>1122.6791651692974</c:v>
                </c:pt>
                <c:pt idx="3151">
                  <c:v>1122.6021867959728</c:v>
                </c:pt>
                <c:pt idx="3152">
                  <c:v>1122.5254918093658</c:v>
                </c:pt>
                <c:pt idx="3153">
                  <c:v>1122.4490791895416</c:v>
                </c:pt>
                <c:pt idx="3154">
                  <c:v>1122.3729479200838</c:v>
                </c:pt>
                <c:pt idx="3155">
                  <c:v>1122.2970969880853</c:v>
                </c:pt>
                <c:pt idx="3156">
                  <c:v>1122.2215253841384</c:v>
                </c:pt>
                <c:pt idx="3157">
                  <c:v>1122.1462321023268</c:v>
                </c:pt>
                <c:pt idx="3158">
                  <c:v>1122.0712161402059</c:v>
                </c:pt>
                <c:pt idx="3159">
                  <c:v>1121.9964764987969</c:v>
                </c:pt>
                <c:pt idx="3160">
                  <c:v>1121.922012182579</c:v>
                </c:pt>
                <c:pt idx="3161">
                  <c:v>1121.847822199476</c:v>
                </c:pt>
                <c:pt idx="3162">
                  <c:v>1121.7739055608461</c:v>
                </c:pt>
                <c:pt idx="3163">
                  <c:v>1121.7002612814613</c:v>
                </c:pt>
                <c:pt idx="3164">
                  <c:v>1121.6268883795183</c:v>
                </c:pt>
                <c:pt idx="3165">
                  <c:v>1121.5537858766065</c:v>
                </c:pt>
                <c:pt idx="3166">
                  <c:v>1121.4809527977095</c:v>
                </c:pt>
                <c:pt idx="3167">
                  <c:v>1121.4083881711915</c:v>
                </c:pt>
                <c:pt idx="3168">
                  <c:v>1121.3360910287815</c:v>
                </c:pt>
                <c:pt idx="3169">
                  <c:v>1121.264060405573</c:v>
                </c:pt>
                <c:pt idx="3170">
                  <c:v>1121.1922953400031</c:v>
                </c:pt>
                <c:pt idx="3171">
                  <c:v>1121.1207948738495</c:v>
                </c:pt>
                <c:pt idx="3172">
                  <c:v>1121.0495580522131</c:v>
                </c:pt>
                <c:pt idx="3173">
                  <c:v>1120.9785839235155</c:v>
                </c:pt>
                <c:pt idx="3174">
                  <c:v>1120.9078715394812</c:v>
                </c:pt>
                <c:pt idx="3175">
                  <c:v>1120.8374199551301</c:v>
                </c:pt>
                <c:pt idx="3176">
                  <c:v>1120.7672282287706</c:v>
                </c:pt>
                <c:pt idx="3177">
                  <c:v>1120.6972954219818</c:v>
                </c:pt>
                <c:pt idx="3178">
                  <c:v>1120.6276205996094</c:v>
                </c:pt>
                <c:pt idx="3179">
                  <c:v>1120.5582028297499</c:v>
                </c:pt>
                <c:pt idx="3180">
                  <c:v>1120.4890411837484</c:v>
                </c:pt>
                <c:pt idx="3181">
                  <c:v>1120.4201347361779</c:v>
                </c:pt>
                <c:pt idx="3182">
                  <c:v>1120.3514825648354</c:v>
                </c:pt>
                <c:pt idx="3183">
                  <c:v>1120.2830837507336</c:v>
                </c:pt>
                <c:pt idx="3184">
                  <c:v>1120.2149373780835</c:v>
                </c:pt>
                <c:pt idx="3185">
                  <c:v>1120.1470425342911</c:v>
                </c:pt>
                <c:pt idx="3186">
                  <c:v>1120.0793983099422</c:v>
                </c:pt>
                <c:pt idx="3187">
                  <c:v>1120.0120037987961</c:v>
                </c:pt>
                <c:pt idx="3188">
                  <c:v>1119.9448580977719</c:v>
                </c:pt>
                <c:pt idx="3189">
                  <c:v>1119.8779603069413</c:v>
                </c:pt>
                <c:pt idx="3190">
                  <c:v>1119.8113095295162</c:v>
                </c:pt>
                <c:pt idx="3191">
                  <c:v>1119.7449048718436</c:v>
                </c:pt>
                <c:pt idx="3192">
                  <c:v>1119.6787454433841</c:v>
                </c:pt>
                <c:pt idx="3193">
                  <c:v>1119.6128303567143</c:v>
                </c:pt>
                <c:pt idx="3194">
                  <c:v>1119.547158727516</c:v>
                </c:pt>
                <c:pt idx="3195">
                  <c:v>1119.481729674553</c:v>
                </c:pt>
                <c:pt idx="3196">
                  <c:v>1119.4165423196746</c:v>
                </c:pt>
                <c:pt idx="3197">
                  <c:v>1119.351595787806</c:v>
                </c:pt>
                <c:pt idx="3198">
                  <c:v>1119.2868892069275</c:v>
                </c:pt>
                <c:pt idx="3199">
                  <c:v>1119.2224217080704</c:v>
                </c:pt>
                <c:pt idx="3200">
                  <c:v>1119.1581924253144</c:v>
                </c:pt>
                <c:pt idx="3201">
                  <c:v>1119.0942004957633</c:v>
                </c:pt>
                <c:pt idx="3202">
                  <c:v>1119.0304450595477</c:v>
                </c:pt>
                <c:pt idx="3203">
                  <c:v>1118.9669252598101</c:v>
                </c:pt>
                <c:pt idx="3204">
                  <c:v>1118.9036402426934</c:v>
                </c:pt>
                <c:pt idx="3205">
                  <c:v>1118.8405891573334</c:v>
                </c:pt>
                <c:pt idx="3206">
                  <c:v>1118.7777711558515</c:v>
                </c:pt>
                <c:pt idx="3207">
                  <c:v>1118.7151853933394</c:v>
                </c:pt>
                <c:pt idx="3208">
                  <c:v>1118.6528310278557</c:v>
                </c:pt>
                <c:pt idx="3209">
                  <c:v>1118.5907072204104</c:v>
                </c:pt>
                <c:pt idx="3210">
                  <c:v>1118.528813134958</c:v>
                </c:pt>
                <c:pt idx="3211">
                  <c:v>1118.4671479383896</c:v>
                </c:pt>
                <c:pt idx="3212">
                  <c:v>1118.4057108005215</c:v>
                </c:pt>
                <c:pt idx="3213">
                  <c:v>1118.3445008940846</c:v>
                </c:pt>
                <c:pt idx="3214">
                  <c:v>1118.2835173947142</c:v>
                </c:pt>
                <c:pt idx="3215">
                  <c:v>1118.2227594809494</c:v>
                </c:pt>
                <c:pt idx="3216">
                  <c:v>1118.162226334209</c:v>
                </c:pt>
                <c:pt idx="3217">
                  <c:v>1118.1019171387936</c:v>
                </c:pt>
                <c:pt idx="3218">
                  <c:v>1118.0418310818711</c:v>
                </c:pt>
                <c:pt idx="3219">
                  <c:v>1117.9819673534691</c:v>
                </c:pt>
                <c:pt idx="3220">
                  <c:v>1117.9223251464673</c:v>
                </c:pt>
                <c:pt idx="3221">
                  <c:v>1117.8629036565781</c:v>
                </c:pt>
                <c:pt idx="3222">
                  <c:v>1117.8037020823567</c:v>
                </c:pt>
                <c:pt idx="3223">
                  <c:v>1117.7447196251699</c:v>
                </c:pt>
                <c:pt idx="3224">
                  <c:v>1117.6859554892017</c:v>
                </c:pt>
                <c:pt idx="3225">
                  <c:v>1117.62740888144</c:v>
                </c:pt>
                <c:pt idx="3226">
                  <c:v>1117.5690790116651</c:v>
                </c:pt>
                <c:pt idx="3227">
                  <c:v>1117.5109650924426</c:v>
                </c:pt>
                <c:pt idx="3228">
                  <c:v>1117.453066339114</c:v>
                </c:pt>
                <c:pt idx="3229">
                  <c:v>1117.3953819697883</c:v>
                </c:pt>
                <c:pt idx="3230">
                  <c:v>1117.3379112053321</c:v>
                </c:pt>
                <c:pt idx="3231">
                  <c:v>1117.2806532693596</c:v>
                </c:pt>
                <c:pt idx="3232">
                  <c:v>1117.2236073882239</c:v>
                </c:pt>
                <c:pt idx="3233">
                  <c:v>1117.1667727910101</c:v>
                </c:pt>
                <c:pt idx="3234">
                  <c:v>1117.1101487095236</c:v>
                </c:pt>
                <c:pt idx="3235">
                  <c:v>1117.053734378286</c:v>
                </c:pt>
                <c:pt idx="3236">
                  <c:v>1116.9975290345142</c:v>
                </c:pt>
                <c:pt idx="3237">
                  <c:v>1116.9415319181248</c:v>
                </c:pt>
                <c:pt idx="3238">
                  <c:v>1116.8857422717224</c:v>
                </c:pt>
                <c:pt idx="3239">
                  <c:v>1116.8301593405836</c:v>
                </c:pt>
                <c:pt idx="3240">
                  <c:v>1116.7747823726552</c:v>
                </c:pt>
                <c:pt idx="3241">
                  <c:v>1116.7196106185434</c:v>
                </c:pt>
                <c:pt idx="3242">
                  <c:v>1116.6646433315011</c:v>
                </c:pt>
                <c:pt idx="3243">
                  <c:v>1116.6098797674285</c:v>
                </c:pt>
                <c:pt idx="3244">
                  <c:v>1116.5553191848537</c:v>
                </c:pt>
                <c:pt idx="3245">
                  <c:v>1116.5009608449277</c:v>
                </c:pt>
                <c:pt idx="3246">
                  <c:v>1116.4468040114245</c:v>
                </c:pt>
                <c:pt idx="3247">
                  <c:v>1116.3928479507151</c:v>
                </c:pt>
                <c:pt idx="3248">
                  <c:v>1116.3390919317744</c:v>
                </c:pt>
                <c:pt idx="3249">
                  <c:v>1116.2855352261624</c:v>
                </c:pt>
                <c:pt idx="3250">
                  <c:v>1116.2321771080262</c:v>
                </c:pt>
                <c:pt idx="3251">
                  <c:v>1116.1790168540733</c:v>
                </c:pt>
                <c:pt idx="3252">
                  <c:v>1116.1260537435892</c:v>
                </c:pt>
                <c:pt idx="3253">
                  <c:v>1116.0732870584029</c:v>
                </c:pt>
                <c:pt idx="3254">
                  <c:v>1116.0207160828934</c:v>
                </c:pt>
                <c:pt idx="3255">
                  <c:v>1115.9683401039772</c:v>
                </c:pt>
                <c:pt idx="3256">
                  <c:v>1115.9161584111025</c:v>
                </c:pt>
                <c:pt idx="3257">
                  <c:v>1115.8641702962364</c:v>
                </c:pt>
                <c:pt idx="3258">
                  <c:v>1115.8123750538575</c:v>
                </c:pt>
                <c:pt idx="3259">
                  <c:v>1115.7607719809496</c:v>
                </c:pt>
                <c:pt idx="3260">
                  <c:v>1115.7093603769911</c:v>
                </c:pt>
                <c:pt idx="3261">
                  <c:v>1115.6581395439507</c:v>
                </c:pt>
                <c:pt idx="3262">
                  <c:v>1115.6071087862742</c:v>
                </c:pt>
                <c:pt idx="3263">
                  <c:v>1115.5562674108764</c:v>
                </c:pt>
                <c:pt idx="3264">
                  <c:v>1115.5056147271359</c:v>
                </c:pt>
                <c:pt idx="3265">
                  <c:v>1115.4551500468849</c:v>
                </c:pt>
                <c:pt idx="3266">
                  <c:v>1115.4048726844042</c:v>
                </c:pt>
                <c:pt idx="3267">
                  <c:v>1115.3547819564101</c:v>
                </c:pt>
                <c:pt idx="3268">
                  <c:v>1115.3048771820468</c:v>
                </c:pt>
                <c:pt idx="3269">
                  <c:v>1115.2551576828837</c:v>
                </c:pt>
                <c:pt idx="3270">
                  <c:v>1115.2056227828982</c:v>
                </c:pt>
                <c:pt idx="3271">
                  <c:v>1115.1562718084774</c:v>
                </c:pt>
                <c:pt idx="3272">
                  <c:v>1115.1071040884049</c:v>
                </c:pt>
                <c:pt idx="3273">
                  <c:v>1115.0581189538509</c:v>
                </c:pt>
                <c:pt idx="3274">
                  <c:v>1115.0093157383653</c:v>
                </c:pt>
                <c:pt idx="3275">
                  <c:v>1114.9606937778756</c:v>
                </c:pt>
                <c:pt idx="3276">
                  <c:v>1114.9122524106726</c:v>
                </c:pt>
                <c:pt idx="3277">
                  <c:v>1114.8639909774015</c:v>
                </c:pt>
                <c:pt idx="3278">
                  <c:v>1114.8159088210568</c:v>
                </c:pt>
                <c:pt idx="3279">
                  <c:v>1114.7680052869762</c:v>
                </c:pt>
                <c:pt idx="3280">
                  <c:v>1114.7202797228297</c:v>
                </c:pt>
                <c:pt idx="3281">
                  <c:v>1114.6727314786087</c:v>
                </c:pt>
                <c:pt idx="3282">
                  <c:v>1114.625359906629</c:v>
                </c:pt>
                <c:pt idx="3283">
                  <c:v>1114.5781643615103</c:v>
                </c:pt>
                <c:pt idx="3284">
                  <c:v>1114.5311442001748</c:v>
                </c:pt>
                <c:pt idx="3285">
                  <c:v>1114.4842987818413</c:v>
                </c:pt>
                <c:pt idx="3286">
                  <c:v>1114.4376274680121</c:v>
                </c:pt>
                <c:pt idx="3287">
                  <c:v>1114.3911296224669</c:v>
                </c:pt>
                <c:pt idx="3288">
                  <c:v>1114.3448046112596</c:v>
                </c:pt>
                <c:pt idx="3289">
                  <c:v>1114.2986518027037</c:v>
                </c:pt>
                <c:pt idx="3290">
                  <c:v>1114.2526705673686</c:v>
                </c:pt>
                <c:pt idx="3291">
                  <c:v>1114.2068602780744</c:v>
                </c:pt>
                <c:pt idx="3292">
                  <c:v>1114.1612203098753</c:v>
                </c:pt>
                <c:pt idx="3293">
                  <c:v>1114.115750040065</c:v>
                </c:pt>
                <c:pt idx="3294">
                  <c:v>1114.0704488481538</c:v>
                </c:pt>
                <c:pt idx="3295">
                  <c:v>1114.0253161158773</c:v>
                </c:pt>
                <c:pt idx="3296">
                  <c:v>1113.980351227174</c:v>
                </c:pt>
                <c:pt idx="3297">
                  <c:v>1113.9355535681866</c:v>
                </c:pt>
                <c:pt idx="3298">
                  <c:v>1113.890922527256</c:v>
                </c:pt>
                <c:pt idx="3299">
                  <c:v>1113.8464574949053</c:v>
                </c:pt>
                <c:pt idx="3300">
                  <c:v>1113.8021578638416</c:v>
                </c:pt>
                <c:pt idx="3301">
                  <c:v>1113.75802302894</c:v>
                </c:pt>
                <c:pt idx="3302">
                  <c:v>1113.7140523872426</c:v>
                </c:pt>
                <c:pt idx="3303">
                  <c:v>1113.6702453379512</c:v>
                </c:pt>
                <c:pt idx="3304">
                  <c:v>1113.6266012824126</c:v>
                </c:pt>
                <c:pt idx="3305">
                  <c:v>1113.5831196241188</c:v>
                </c:pt>
                <c:pt idx="3306">
                  <c:v>1113.5397997687</c:v>
                </c:pt>
                <c:pt idx="3307">
                  <c:v>1113.4966411239118</c:v>
                </c:pt>
                <c:pt idx="3308">
                  <c:v>1113.4536430996295</c:v>
                </c:pt>
                <c:pt idx="3309">
                  <c:v>1113.4108051078417</c:v>
                </c:pt>
                <c:pt idx="3310">
                  <c:v>1113.3681265626503</c:v>
                </c:pt>
                <c:pt idx="3311">
                  <c:v>1113.3256068802464</c:v>
                </c:pt>
                <c:pt idx="3312">
                  <c:v>1113.2832454789204</c:v>
                </c:pt>
                <c:pt idx="3313">
                  <c:v>1113.2410417790459</c:v>
                </c:pt>
                <c:pt idx="3314">
                  <c:v>1113.1989952030715</c:v>
                </c:pt>
                <c:pt idx="3315">
                  <c:v>1113.1571051755182</c:v>
                </c:pt>
                <c:pt idx="3316">
                  <c:v>1113.1153711229708</c:v>
                </c:pt>
                <c:pt idx="3317">
                  <c:v>1113.0737924740729</c:v>
                </c:pt>
                <c:pt idx="3318">
                  <c:v>1113.0323686595091</c:v>
                </c:pt>
                <c:pt idx="3319">
                  <c:v>1112.9910991120166</c:v>
                </c:pt>
                <c:pt idx="3320">
                  <c:v>1112.9499832663626</c:v>
                </c:pt>
                <c:pt idx="3321">
                  <c:v>1112.90902055934</c:v>
                </c:pt>
                <c:pt idx="3322">
                  <c:v>1112.8682104297704</c:v>
                </c:pt>
                <c:pt idx="3323">
                  <c:v>1112.8275523184839</c:v>
                </c:pt>
                <c:pt idx="3324">
                  <c:v>1112.7870456683195</c:v>
                </c:pt>
                <c:pt idx="3325">
                  <c:v>1112.7466899241178</c:v>
                </c:pt>
                <c:pt idx="3326">
                  <c:v>1112.7064845327113</c:v>
                </c:pt>
                <c:pt idx="3327">
                  <c:v>1112.6664289429191</c:v>
                </c:pt>
                <c:pt idx="3328">
                  <c:v>1112.6265226055471</c:v>
                </c:pt>
                <c:pt idx="3329">
                  <c:v>1112.5867649733618</c:v>
                </c:pt>
                <c:pt idx="3330">
                  <c:v>1112.5471555011075</c:v>
                </c:pt>
                <c:pt idx="3331">
                  <c:v>1112.5076936454809</c:v>
                </c:pt>
                <c:pt idx="3332">
                  <c:v>1112.4683788651359</c:v>
                </c:pt>
                <c:pt idx="3333">
                  <c:v>1112.4292106206706</c:v>
                </c:pt>
                <c:pt idx="3334">
                  <c:v>1112.3901883746223</c:v>
                </c:pt>
                <c:pt idx="3335">
                  <c:v>1112.3513115914604</c:v>
                </c:pt>
                <c:pt idx="3336">
                  <c:v>1112.3125797375822</c:v>
                </c:pt>
                <c:pt idx="3337">
                  <c:v>1112.2739922813025</c:v>
                </c:pt>
                <c:pt idx="3338">
                  <c:v>1112.2355486928518</c:v>
                </c:pt>
                <c:pt idx="3339">
                  <c:v>1112.1972484443609</c:v>
                </c:pt>
                <c:pt idx="3340">
                  <c:v>1112.1590910098662</c:v>
                </c:pt>
                <c:pt idx="3341">
                  <c:v>1112.1210758652937</c:v>
                </c:pt>
                <c:pt idx="3342">
                  <c:v>1112.083202488458</c:v>
                </c:pt>
                <c:pt idx="3343">
                  <c:v>1112.0454703590522</c:v>
                </c:pt>
                <c:pt idx="3344">
                  <c:v>1112.0078789586407</c:v>
                </c:pt>
                <c:pt idx="3345">
                  <c:v>1111.970427770658</c:v>
                </c:pt>
                <c:pt idx="3346">
                  <c:v>1111.9331162803992</c:v>
                </c:pt>
                <c:pt idx="3347">
                  <c:v>1111.8959439750104</c:v>
                </c:pt>
                <c:pt idx="3348">
                  <c:v>1111.8589103434863</c:v>
                </c:pt>
                <c:pt idx="3349">
                  <c:v>1111.8220148766663</c:v>
                </c:pt>
                <c:pt idx="3350">
                  <c:v>1111.7852570672178</c:v>
                </c:pt>
                <c:pt idx="3351">
                  <c:v>1111.7486364096449</c:v>
                </c:pt>
                <c:pt idx="3352">
                  <c:v>1111.7121524002639</c:v>
                </c:pt>
                <c:pt idx="3353">
                  <c:v>1111.6758045372148</c:v>
                </c:pt>
                <c:pt idx="3354">
                  <c:v>1111.6395923204464</c:v>
                </c:pt>
                <c:pt idx="3355">
                  <c:v>1111.6035152517054</c:v>
                </c:pt>
                <c:pt idx="3356">
                  <c:v>1111.5675728345366</c:v>
                </c:pt>
                <c:pt idx="3357">
                  <c:v>1111.5317645742816</c:v>
                </c:pt>
                <c:pt idx="3358">
                  <c:v>1111.4960899780594</c:v>
                </c:pt>
                <c:pt idx="3359">
                  <c:v>1111.4605485547734</c:v>
                </c:pt>
                <c:pt idx="3360">
                  <c:v>1111.4251398150911</c:v>
                </c:pt>
                <c:pt idx="3361">
                  <c:v>1111.3898632714527</c:v>
                </c:pt>
                <c:pt idx="3362">
                  <c:v>1111.3547184380534</c:v>
                </c:pt>
                <c:pt idx="3363">
                  <c:v>1111.3197048308452</c:v>
                </c:pt>
                <c:pt idx="3364">
                  <c:v>1111.2848219675282</c:v>
                </c:pt>
                <c:pt idx="3365">
                  <c:v>1111.2500693675379</c:v>
                </c:pt>
                <c:pt idx="3366">
                  <c:v>1111.2154465520532</c:v>
                </c:pt>
                <c:pt idx="3367">
                  <c:v>1111.1809530439753</c:v>
                </c:pt>
                <c:pt idx="3368">
                  <c:v>1111.1465883679334</c:v>
                </c:pt>
                <c:pt idx="3369">
                  <c:v>1111.1123520502724</c:v>
                </c:pt>
                <c:pt idx="3370">
                  <c:v>1111.0782436190468</c:v>
                </c:pt>
                <c:pt idx="3371">
                  <c:v>1111.0442626040194</c:v>
                </c:pt>
                <c:pt idx="3372">
                  <c:v>1111.010408536647</c:v>
                </c:pt>
                <c:pt idx="3373">
                  <c:v>1110.9766809500857</c:v>
                </c:pt>
                <c:pt idx="3374">
                  <c:v>1110.943079379178</c:v>
                </c:pt>
                <c:pt idx="3375">
                  <c:v>1110.9096033604442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75-443A-B277-A7E168006C5F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CO2_Zone_4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Sheet2!$E$2:$E$3377</c:f>
              <c:numCache>
                <c:formatCode>General</c:formatCode>
                <c:ptCount val="3376"/>
                <c:pt idx="0">
                  <c:v>300</c:v>
                </c:pt>
                <c:pt idx="1">
                  <c:v>302.96206082182152</c:v>
                </c:pt>
                <c:pt idx="2">
                  <c:v>305.90046791656931</c:v>
                </c:pt>
                <c:pt idx="3">
                  <c:v>308.81535516273885</c:v>
                </c:pt>
                <c:pt idx="4">
                  <c:v>311.70687413599779</c:v>
                </c:pt>
                <c:pt idx="5">
                  <c:v>314.57518682248406</c:v>
                </c:pt>
                <c:pt idx="6">
                  <c:v>317.42046128889041</c:v>
                </c:pt>
                <c:pt idx="7">
                  <c:v>320.2428690657527</c:v>
                </c:pt>
                <c:pt idx="8">
                  <c:v>323.04258353739766</c:v>
                </c:pt>
                <c:pt idx="9">
                  <c:v>325.81977893130562</c:v>
                </c:pt>
                <c:pt idx="10">
                  <c:v>328.57462967017966</c:v>
                </c:pt>
                <c:pt idx="11">
                  <c:v>331.30730994701685</c:v>
                </c:pt>
                <c:pt idx="12">
                  <c:v>334.01799344022186</c:v>
                </c:pt>
                <c:pt idx="13">
                  <c:v>336.70685311831778</c:v>
                </c:pt>
                <c:pt idx="14">
                  <c:v>339.37406110330829</c:v>
                </c:pt>
                <c:pt idx="15">
                  <c:v>342.01978857334416</c:v>
                </c:pt>
                <c:pt idx="16">
                  <c:v>344.64420569234227</c:v>
                </c:pt>
                <c:pt idx="17">
                  <c:v>347.24748155844702</c:v>
                </c:pt>
                <c:pt idx="18">
                  <c:v>349.82978416606028</c:v>
                </c:pt>
                <c:pt idx="19">
                  <c:v>352.3912803777589</c:v>
                </c:pt>
                <c:pt idx="20">
                  <c:v>354.93213590360324</c:v>
                </c:pt>
                <c:pt idx="21">
                  <c:v>357.45251528604695</c:v>
                </c:pt>
                <c:pt idx="22">
                  <c:v>359.95258188919917</c:v>
                </c:pt>
                <c:pt idx="23">
                  <c:v>362.43249789144039</c:v>
                </c:pt>
                <c:pt idx="24">
                  <c:v>364.89242428072845</c:v>
                </c:pt>
                <c:pt idx="25">
                  <c:v>367.33252085206652</c:v>
                </c:pt>
                <c:pt idx="26">
                  <c:v>369.75294620669189</c:v>
                </c:pt>
                <c:pt idx="27">
                  <c:v>372.21852015511132</c:v>
                </c:pt>
                <c:pt idx="28">
                  <c:v>374.67683509775952</c:v>
                </c:pt>
                <c:pt idx="29">
                  <c:v>377.12784641860509</c:v>
                </c:pt>
                <c:pt idx="30">
                  <c:v>379.57151075017566</c:v>
                </c:pt>
                <c:pt idx="31">
                  <c:v>382.00778595162609</c:v>
                </c:pt>
                <c:pt idx="32">
                  <c:v>384.43663108764594</c:v>
                </c:pt>
                <c:pt idx="33">
                  <c:v>386.85800640812141</c:v>
                </c:pt>
                <c:pt idx="34">
                  <c:v>389.27187332835553</c:v>
                </c:pt>
                <c:pt idx="35">
                  <c:v>391.67819441</c:v>
                </c:pt>
                <c:pt idx="36">
                  <c:v>394.07693334237655</c:v>
                </c:pt>
                <c:pt idx="37">
                  <c:v>396.46805492442149</c:v>
                </c:pt>
                <c:pt idx="38">
                  <c:v>398.85152504696288</c:v>
                </c:pt>
                <c:pt idx="39">
                  <c:v>401.2273106755103</c:v>
                </c:pt>
                <c:pt idx="40">
                  <c:v>403.59537983331512</c:v>
                </c:pt>
                <c:pt idx="41">
                  <c:v>405.95570158490051</c:v>
                </c:pt>
                <c:pt idx="42">
                  <c:v>408.30824601987212</c:v>
                </c:pt>
                <c:pt idx="43">
                  <c:v>410.65298423702188</c:v>
                </c:pt>
                <c:pt idx="44">
                  <c:v>412.98988832880104</c:v>
                </c:pt>
                <c:pt idx="45">
                  <c:v>415.31893136600587</c:v>
                </c:pt>
                <c:pt idx="46">
                  <c:v>417.64008738279773</c:v>
                </c:pt>
                <c:pt idx="47">
                  <c:v>419.95333136191346</c:v>
                </c:pt>
                <c:pt idx="48">
                  <c:v>422.25863922017834</c:v>
                </c:pt>
                <c:pt idx="49">
                  <c:v>424.5562489613913</c:v>
                </c:pt>
                <c:pt idx="50">
                  <c:v>426.84618508402434</c:v>
                </c:pt>
                <c:pt idx="51">
                  <c:v>429.12847179450836</c:v>
                </c:pt>
                <c:pt idx="52">
                  <c:v>431.40313301305326</c:v>
                </c:pt>
                <c:pt idx="53">
                  <c:v>433.67019237933215</c:v>
                </c:pt>
                <c:pt idx="54">
                  <c:v>435.92967325817619</c:v>
                </c:pt>
                <c:pt idx="55">
                  <c:v>438.18159874516755</c:v>
                </c:pt>
                <c:pt idx="56">
                  <c:v>440.42599167216844</c:v>
                </c:pt>
                <c:pt idx="57">
                  <c:v>442.66287461282445</c:v>
                </c:pt>
                <c:pt idx="58">
                  <c:v>444.89226988795349</c:v>
                </c:pt>
                <c:pt idx="59">
                  <c:v>447.11419957088862</c:v>
                </c:pt>
                <c:pt idx="60">
                  <c:v>449.32868549272774</c:v>
                </c:pt>
                <c:pt idx="61">
                  <c:v>451.53574924758249</c:v>
                </c:pt>
                <c:pt idx="62">
                  <c:v>453.73541219764519</c:v>
                </c:pt>
                <c:pt idx="63">
                  <c:v>455.92769547827487</c:v>
                </c:pt>
                <c:pt idx="64">
                  <c:v>458.11262000297188</c:v>
                </c:pt>
                <c:pt idx="65">
                  <c:v>460.29020646829571</c:v>
                </c:pt>
                <c:pt idx="66">
                  <c:v>462.46047535868036</c:v>
                </c:pt>
                <c:pt idx="67">
                  <c:v>464.62344695120248</c:v>
                </c:pt>
                <c:pt idx="68">
                  <c:v>466.77914132030469</c:v>
                </c:pt>
                <c:pt idx="69">
                  <c:v>468.92757834233544</c:v>
                </c:pt>
                <c:pt idx="70">
                  <c:v>471.0687777001919</c:v>
                </c:pt>
                <c:pt idx="71">
                  <c:v>473.20275994253234</c:v>
                </c:pt>
                <c:pt idx="72">
                  <c:v>475.32954561372958</c:v>
                </c:pt>
                <c:pt idx="73">
                  <c:v>477.44915525193886</c:v>
                </c:pt>
                <c:pt idx="74">
                  <c:v>479.56160938722815</c:v>
                </c:pt>
                <c:pt idx="75">
                  <c:v>481.66692853981147</c:v>
                </c:pt>
                <c:pt idx="76">
                  <c:v>483.76513321826377</c:v>
                </c:pt>
                <c:pt idx="77">
                  <c:v>485.85624391787383</c:v>
                </c:pt>
                <c:pt idx="78">
                  <c:v>487.94028111896461</c:v>
                </c:pt>
                <c:pt idx="79">
                  <c:v>490.01726528533811</c:v>
                </c:pt>
                <c:pt idx="80">
                  <c:v>492.08721686271417</c:v>
                </c:pt>
                <c:pt idx="81">
                  <c:v>494.15015627722386</c:v>
                </c:pt>
                <c:pt idx="82">
                  <c:v>496.206103933995</c:v>
                </c:pt>
                <c:pt idx="83">
                  <c:v>498.25508021573563</c:v>
                </c:pt>
                <c:pt idx="84">
                  <c:v>500.29710548134915</c:v>
                </c:pt>
                <c:pt idx="85">
                  <c:v>502.33220006466763</c:v>
                </c:pt>
                <c:pt idx="86">
                  <c:v>504.36038427313753</c:v>
                </c:pt>
                <c:pt idx="87">
                  <c:v>506.38167838659655</c:v>
                </c:pt>
                <c:pt idx="88">
                  <c:v>508.39610265608428</c:v>
                </c:pt>
                <c:pt idx="89">
                  <c:v>510.40367730268366</c:v>
                </c:pt>
                <c:pt idx="90">
                  <c:v>512.40442251640002</c:v>
                </c:pt>
                <c:pt idx="91">
                  <c:v>514.39835845508605</c:v>
                </c:pt>
                <c:pt idx="92">
                  <c:v>516.38550524337052</c:v>
                </c:pt>
                <c:pt idx="93">
                  <c:v>518.3658829759662</c:v>
                </c:pt>
                <c:pt idx="94">
                  <c:v>520.33951171732167</c:v>
                </c:pt>
                <c:pt idx="95">
                  <c:v>522.30641150138126</c:v>
                </c:pt>
                <c:pt idx="96">
                  <c:v>524.26660233129235</c:v>
                </c:pt>
                <c:pt idx="97">
                  <c:v>526.22010417913737</c:v>
                </c:pt>
                <c:pt idx="98">
                  <c:v>528.16693698564211</c:v>
                </c:pt>
                <c:pt idx="99">
                  <c:v>530.10712065995369</c:v>
                </c:pt>
                <c:pt idx="100">
                  <c:v>532.04067507929949</c:v>
                </c:pt>
                <c:pt idx="101">
                  <c:v>533.96762008877795</c:v>
                </c:pt>
                <c:pt idx="102">
                  <c:v>535.88797550109643</c:v>
                </c:pt>
                <c:pt idx="103">
                  <c:v>537.80176109625779</c:v>
                </c:pt>
                <c:pt idx="104">
                  <c:v>539.70899662136617</c:v>
                </c:pt>
                <c:pt idx="105">
                  <c:v>541.60970179032631</c:v>
                </c:pt>
                <c:pt idx="106">
                  <c:v>543.50389628359369</c:v>
                </c:pt>
                <c:pt idx="107">
                  <c:v>545.39159974796701</c:v>
                </c:pt>
                <c:pt idx="108">
                  <c:v>547.27283179627</c:v>
                </c:pt>
                <c:pt idx="109">
                  <c:v>549.14761200715134</c:v>
                </c:pt>
                <c:pt idx="110">
                  <c:v>551.01595992485272</c:v>
                </c:pt>
                <c:pt idx="111">
                  <c:v>552.8778950589176</c:v>
                </c:pt>
                <c:pt idx="112">
                  <c:v>554.73343688398427</c:v>
                </c:pt>
                <c:pt idx="113">
                  <c:v>556.58260483955132</c:v>
                </c:pt>
                <c:pt idx="114">
                  <c:v>558.42541832973291</c:v>
                </c:pt>
                <c:pt idx="115">
                  <c:v>560.26189672303099</c:v>
                </c:pt>
                <c:pt idx="116">
                  <c:v>562.09205935217233</c:v>
                </c:pt>
                <c:pt idx="117">
                  <c:v>563.91592551385816</c:v>
                </c:pt>
                <c:pt idx="118">
                  <c:v>565.73351446856361</c:v>
                </c:pt>
                <c:pt idx="119">
                  <c:v>567.54484544039462</c:v>
                </c:pt>
                <c:pt idx="120">
                  <c:v>569.34993761684416</c:v>
                </c:pt>
                <c:pt idx="121">
                  <c:v>571.14881014862613</c:v>
                </c:pt>
                <c:pt idx="122">
                  <c:v>572.9414821494953</c:v>
                </c:pt>
                <c:pt idx="123">
                  <c:v>574.72797269608634</c:v>
                </c:pt>
                <c:pt idx="124">
                  <c:v>576.50830082771085</c:v>
                </c:pt>
                <c:pt idx="125">
                  <c:v>578.28248554619802</c:v>
                </c:pt>
                <c:pt idx="126">
                  <c:v>580.05054581577349</c:v>
                </c:pt>
                <c:pt idx="127">
                  <c:v>581.81250056282818</c:v>
                </c:pt>
                <c:pt idx="128">
                  <c:v>583.56836867581831</c:v>
                </c:pt>
                <c:pt idx="129">
                  <c:v>585.31816900508238</c:v>
                </c:pt>
                <c:pt idx="130">
                  <c:v>587.06192036273103</c:v>
                </c:pt>
                <c:pt idx="131">
                  <c:v>588.79964152243645</c:v>
                </c:pt>
                <c:pt idx="132">
                  <c:v>590.53135121936918</c:v>
                </c:pt>
                <c:pt idx="133">
                  <c:v>592.25706815000524</c:v>
                </c:pt>
                <c:pt idx="134">
                  <c:v>593.97681097200962</c:v>
                </c:pt>
                <c:pt idx="135">
                  <c:v>595.69059830411027</c:v>
                </c:pt>
                <c:pt idx="136">
                  <c:v>597.39844872597041</c:v>
                </c:pt>
                <c:pt idx="137">
                  <c:v>599.1003807780744</c:v>
                </c:pt>
                <c:pt idx="138">
                  <c:v>600.79641296155705</c:v>
                </c:pt>
                <c:pt idx="139">
                  <c:v>602.48656373814651</c:v>
                </c:pt>
                <c:pt idx="140">
                  <c:v>604.17085153005326</c:v>
                </c:pt>
                <c:pt idx="141">
                  <c:v>605.84929471978046</c:v>
                </c:pt>
                <c:pt idx="142">
                  <c:v>607.52191165010299</c:v>
                </c:pt>
                <c:pt idx="143">
                  <c:v>609.18872062391904</c:v>
                </c:pt>
                <c:pt idx="144">
                  <c:v>610.84973990415415</c:v>
                </c:pt>
                <c:pt idx="145">
                  <c:v>612.50498771367336</c:v>
                </c:pt>
                <c:pt idx="146">
                  <c:v>614.15448223516194</c:v>
                </c:pt>
                <c:pt idx="147">
                  <c:v>615.79824161107217</c:v>
                </c:pt>
                <c:pt idx="148">
                  <c:v>617.4362839434624</c:v>
                </c:pt>
                <c:pt idx="149">
                  <c:v>619.06862729400382</c:v>
                </c:pt>
                <c:pt idx="150">
                  <c:v>620.6952896838128</c:v>
                </c:pt>
                <c:pt idx="151">
                  <c:v>622.31628909339986</c:v>
                </c:pt>
                <c:pt idx="152">
                  <c:v>623.93164346261267</c:v>
                </c:pt>
                <c:pt idx="153">
                  <c:v>625.54137069049455</c:v>
                </c:pt>
                <c:pt idx="154">
                  <c:v>627.1454886353082</c:v>
                </c:pt>
                <c:pt idx="155">
                  <c:v>628.74401511435155</c:v>
                </c:pt>
                <c:pt idx="156">
                  <c:v>630.33696790396357</c:v>
                </c:pt>
                <c:pt idx="157">
                  <c:v>631.92436473945099</c:v>
                </c:pt>
                <c:pt idx="158">
                  <c:v>633.50622331499335</c:v>
                </c:pt>
                <c:pt idx="159">
                  <c:v>635.08256128357539</c:v>
                </c:pt>
                <c:pt idx="160">
                  <c:v>636.65339625696822</c:v>
                </c:pt>
                <c:pt idx="161">
                  <c:v>638.21874580564224</c:v>
                </c:pt>
                <c:pt idx="162">
                  <c:v>639.77862745872517</c:v>
                </c:pt>
                <c:pt idx="163">
                  <c:v>641.33305870391939</c:v>
                </c:pt>
                <c:pt idx="164">
                  <c:v>642.88205698748766</c:v>
                </c:pt>
                <c:pt idx="165">
                  <c:v>644.42563971417883</c:v>
                </c:pt>
                <c:pt idx="166">
                  <c:v>645.96382424719468</c:v>
                </c:pt>
                <c:pt idx="167">
                  <c:v>647.49662790812636</c:v>
                </c:pt>
                <c:pt idx="168">
                  <c:v>649.02406797694402</c:v>
                </c:pt>
                <c:pt idx="169">
                  <c:v>650.54616169190524</c:v>
                </c:pt>
                <c:pt idx="170">
                  <c:v>652.06292624957121</c:v>
                </c:pt>
                <c:pt idx="171">
                  <c:v>653.57437880472753</c:v>
                </c:pt>
                <c:pt idx="172">
                  <c:v>655.08053647036945</c:v>
                </c:pt>
                <c:pt idx="173">
                  <c:v>656.58141631767592</c:v>
                </c:pt>
                <c:pt idx="174">
                  <c:v>658.07703537595114</c:v>
                </c:pt>
                <c:pt idx="175">
                  <c:v>659.56741063260131</c:v>
                </c:pt>
                <c:pt idx="176">
                  <c:v>661.05255903314185</c:v>
                </c:pt>
                <c:pt idx="177">
                  <c:v>662.53249748112387</c:v>
                </c:pt>
                <c:pt idx="178">
                  <c:v>664.00724283812997</c:v>
                </c:pt>
                <c:pt idx="179">
                  <c:v>665.47681192377206</c:v>
                </c:pt>
                <c:pt idx="180">
                  <c:v>666.94122151562885</c:v>
                </c:pt>
                <c:pt idx="181">
                  <c:v>668.40048834926029</c:v>
                </c:pt>
                <c:pt idx="182">
                  <c:v>669.85462911816967</c:v>
                </c:pt>
                <c:pt idx="183">
                  <c:v>671.30366047382472</c:v>
                </c:pt>
                <c:pt idx="184">
                  <c:v>672.74759902555638</c:v>
                </c:pt>
                <c:pt idx="185">
                  <c:v>674.18646134068285</c:v>
                </c:pt>
                <c:pt idx="186">
                  <c:v>675.62026394435009</c:v>
                </c:pt>
                <c:pt idx="187">
                  <c:v>677.04902331964627</c:v>
                </c:pt>
                <c:pt idx="188">
                  <c:v>678.47275590750598</c:v>
                </c:pt>
                <c:pt idx="189">
                  <c:v>679.89147810676241</c:v>
                </c:pt>
                <c:pt idx="190">
                  <c:v>681.30520627411158</c:v>
                </c:pt>
                <c:pt idx="191">
                  <c:v>682.71395672411597</c:v>
                </c:pt>
                <c:pt idx="192">
                  <c:v>684.11774572919171</c:v>
                </c:pt>
                <c:pt idx="193">
                  <c:v>685.51658951964362</c:v>
                </c:pt>
                <c:pt idx="194">
                  <c:v>686.91050428362053</c:v>
                </c:pt>
                <c:pt idx="195">
                  <c:v>688.29950616716064</c:v>
                </c:pt>
                <c:pt idx="196">
                  <c:v>689.68361127416813</c:v>
                </c:pt>
                <c:pt idx="197">
                  <c:v>691.06283566640082</c:v>
                </c:pt>
                <c:pt idx="198">
                  <c:v>692.43719536353183</c:v>
                </c:pt>
                <c:pt idx="199">
                  <c:v>693.80670634310695</c:v>
                </c:pt>
                <c:pt idx="200">
                  <c:v>695.17138454058932</c:v>
                </c:pt>
                <c:pt idx="201">
                  <c:v>696.53124584933232</c:v>
                </c:pt>
                <c:pt idx="202">
                  <c:v>697.88630612063241</c:v>
                </c:pt>
                <c:pt idx="203">
                  <c:v>699.23658116370291</c:v>
                </c:pt>
                <c:pt idx="204">
                  <c:v>700.58208674571119</c:v>
                </c:pt>
                <c:pt idx="205">
                  <c:v>701.92283859180645</c:v>
                </c:pt>
                <c:pt idx="206">
                  <c:v>703.25885238509318</c:v>
                </c:pt>
                <c:pt idx="207">
                  <c:v>704.59014376669552</c:v>
                </c:pt>
                <c:pt idx="208">
                  <c:v>705.91672833573773</c:v>
                </c:pt>
                <c:pt idx="209">
                  <c:v>707.23862164941431</c:v>
                </c:pt>
                <c:pt idx="210">
                  <c:v>708.55583922292294</c:v>
                </c:pt>
                <c:pt idx="211">
                  <c:v>709.86839652960816</c:v>
                </c:pt>
                <c:pt idx="212">
                  <c:v>711.17630900087033</c:v>
                </c:pt>
                <c:pt idx="213">
                  <c:v>712.47959202624656</c:v>
                </c:pt>
                <c:pt idx="214">
                  <c:v>713.7782609534471</c:v>
                </c:pt>
                <c:pt idx="215">
                  <c:v>715.07233108836124</c:v>
                </c:pt>
                <c:pt idx="216">
                  <c:v>716.36181769506527</c:v>
                </c:pt>
                <c:pt idx="217">
                  <c:v>717.64673599589071</c:v>
                </c:pt>
                <c:pt idx="218">
                  <c:v>718.9271011714244</c:v>
                </c:pt>
                <c:pt idx="219">
                  <c:v>720.2029283605624</c:v>
                </c:pt>
                <c:pt idx="220">
                  <c:v>721.4742326605159</c:v>
                </c:pt>
                <c:pt idx="221">
                  <c:v>722.74102912687692</c:v>
                </c:pt>
                <c:pt idx="222">
                  <c:v>724.00333277360528</c:v>
                </c:pt>
                <c:pt idx="223">
                  <c:v>725.26115857312152</c:v>
                </c:pt>
                <c:pt idx="224">
                  <c:v>726.51452145627593</c:v>
                </c:pt>
                <c:pt idx="225">
                  <c:v>727.7634363124422</c:v>
                </c:pt>
                <c:pt idx="226">
                  <c:v>729.00791798953207</c:v>
                </c:pt>
                <c:pt idx="227">
                  <c:v>730.24798129402211</c:v>
                </c:pt>
                <c:pt idx="228">
                  <c:v>731.48364099100979</c:v>
                </c:pt>
                <c:pt idx="229">
                  <c:v>732.71491180425824</c:v>
                </c:pt>
                <c:pt idx="230">
                  <c:v>733.94180841619493</c:v>
                </c:pt>
                <c:pt idx="231">
                  <c:v>735.16434546800053</c:v>
                </c:pt>
                <c:pt idx="232">
                  <c:v>736.38253755964968</c:v>
                </c:pt>
                <c:pt idx="233">
                  <c:v>737.59639924992121</c:v>
                </c:pt>
                <c:pt idx="234">
                  <c:v>738.80594505645763</c:v>
                </c:pt>
                <c:pt idx="235">
                  <c:v>740.01118945581436</c:v>
                </c:pt>
                <c:pt idx="236">
                  <c:v>741.2121468835137</c:v>
                </c:pt>
                <c:pt idx="237">
                  <c:v>742.40883173406587</c:v>
                </c:pt>
                <c:pt idx="238">
                  <c:v>743.60125836102122</c:v>
                </c:pt>
                <c:pt idx="239">
                  <c:v>744.78944107705263</c:v>
                </c:pt>
                <c:pt idx="240">
                  <c:v>745.97339415396289</c:v>
                </c:pt>
                <c:pt idx="241">
                  <c:v>747.15313182274599</c:v>
                </c:pt>
                <c:pt idx="242">
                  <c:v>748.32866827362511</c:v>
                </c:pt>
                <c:pt idx="243">
                  <c:v>749.50001765615275</c:v>
                </c:pt>
                <c:pt idx="244">
                  <c:v>750.66719407919948</c:v>
                </c:pt>
                <c:pt idx="245">
                  <c:v>751.83021161103648</c:v>
                </c:pt>
                <c:pt idx="246">
                  <c:v>752.98908427939728</c:v>
                </c:pt>
                <c:pt idx="247">
                  <c:v>754.14382607149093</c:v>
                </c:pt>
                <c:pt idx="248">
                  <c:v>755.29445093411562</c:v>
                </c:pt>
                <c:pt idx="249">
                  <c:v>756.44097277365267</c:v>
                </c:pt>
                <c:pt idx="250">
                  <c:v>757.58340545615215</c:v>
                </c:pt>
                <c:pt idx="251">
                  <c:v>758.7217628073995</c:v>
                </c:pt>
                <c:pt idx="252">
                  <c:v>759.85605861295608</c:v>
                </c:pt>
                <c:pt idx="253">
                  <c:v>760.98630661819584</c:v>
                </c:pt>
                <c:pt idx="254">
                  <c:v>762.11252052839802</c:v>
                </c:pt>
                <c:pt idx="255">
                  <c:v>763.23471400880396</c:v>
                </c:pt>
                <c:pt idx="256">
                  <c:v>764.35290068464917</c:v>
                </c:pt>
                <c:pt idx="257">
                  <c:v>765.46709414122461</c:v>
                </c:pt>
                <c:pt idx="258">
                  <c:v>766.57730792396808</c:v>
                </c:pt>
                <c:pt idx="259">
                  <c:v>767.68355553849142</c:v>
                </c:pt>
                <c:pt idx="260">
                  <c:v>768.78585045067155</c:v>
                </c:pt>
                <c:pt idx="261">
                  <c:v>769.88420608665774</c:v>
                </c:pt>
                <c:pt idx="262">
                  <c:v>770.97863583301387</c:v>
                </c:pt>
                <c:pt idx="263">
                  <c:v>772.06915303670996</c:v>
                </c:pt>
                <c:pt idx="264">
                  <c:v>773.15577100520807</c:v>
                </c:pt>
                <c:pt idx="265">
                  <c:v>774.23850300655511</c:v>
                </c:pt>
                <c:pt idx="266">
                  <c:v>775.3173622693771</c:v>
                </c:pt>
                <c:pt idx="267">
                  <c:v>776.39236198302967</c:v>
                </c:pt>
                <c:pt idx="268">
                  <c:v>777.46351529759966</c:v>
                </c:pt>
                <c:pt idx="269">
                  <c:v>778.53083532398489</c:v>
                </c:pt>
                <c:pt idx="270">
                  <c:v>779.59433513397789</c:v>
                </c:pt>
                <c:pt idx="271">
                  <c:v>780.65402776029578</c:v>
                </c:pt>
                <c:pt idx="272">
                  <c:v>781.70992619670699</c:v>
                </c:pt>
                <c:pt idx="273">
                  <c:v>782.76204339802223</c:v>
                </c:pt>
                <c:pt idx="274">
                  <c:v>783.81039228022394</c:v>
                </c:pt>
                <c:pt idx="275">
                  <c:v>784.85498572050483</c:v>
                </c:pt>
                <c:pt idx="276">
                  <c:v>785.89583655732577</c:v>
                </c:pt>
                <c:pt idx="277">
                  <c:v>786.93295759052864</c:v>
                </c:pt>
                <c:pt idx="278">
                  <c:v>787.96636158134038</c:v>
                </c:pt>
                <c:pt idx="279">
                  <c:v>788.99606125251069</c:v>
                </c:pt>
                <c:pt idx="280">
                  <c:v>790.02206928833573</c:v>
                </c:pt>
                <c:pt idx="281">
                  <c:v>791.0443983347343</c:v>
                </c:pt>
                <c:pt idx="282">
                  <c:v>792.06306099932453</c:v>
                </c:pt>
                <c:pt idx="283">
                  <c:v>793.07806985150614</c:v>
                </c:pt>
                <c:pt idx="284">
                  <c:v>794.08943742250585</c:v>
                </c:pt>
                <c:pt idx="285">
                  <c:v>795.09717620548417</c:v>
                </c:pt>
                <c:pt idx="286">
                  <c:v>796.10129865556087</c:v>
                </c:pt>
                <c:pt idx="287">
                  <c:v>797.10181718991953</c:v>
                </c:pt>
                <c:pt idx="288">
                  <c:v>798.09874418788615</c:v>
                </c:pt>
                <c:pt idx="289">
                  <c:v>799.09209199096824</c:v>
                </c:pt>
                <c:pt idx="290">
                  <c:v>800.08187290294245</c:v>
                </c:pt>
                <c:pt idx="291">
                  <c:v>801.06809918995987</c:v>
                </c:pt>
                <c:pt idx="292">
                  <c:v>802.05078308058353</c:v>
                </c:pt>
                <c:pt idx="293">
                  <c:v>803.02993676583162</c:v>
                </c:pt>
                <c:pt idx="294">
                  <c:v>804.00557239934278</c:v>
                </c:pt>
                <c:pt idx="295">
                  <c:v>804.97770209737928</c:v>
                </c:pt>
                <c:pt idx="296">
                  <c:v>805.94633793890193</c:v>
                </c:pt>
                <c:pt idx="297">
                  <c:v>806.91149196568665</c:v>
                </c:pt>
                <c:pt idx="298">
                  <c:v>807.87317618235897</c:v>
                </c:pt>
                <c:pt idx="299">
                  <c:v>808.83140255650994</c:v>
                </c:pt>
                <c:pt idx="300">
                  <c:v>809.78618301872359</c:v>
                </c:pt>
                <c:pt idx="301">
                  <c:v>810.73752946269508</c:v>
                </c:pt>
                <c:pt idx="302">
                  <c:v>811.68545374526809</c:v>
                </c:pt>
                <c:pt idx="303">
                  <c:v>812.62996768654568</c:v>
                </c:pt>
                <c:pt idx="304">
                  <c:v>813.57108306997009</c:v>
                </c:pt>
                <c:pt idx="305">
                  <c:v>814.50881164234806</c:v>
                </c:pt>
                <c:pt idx="306">
                  <c:v>815.44316511399404</c:v>
                </c:pt>
                <c:pt idx="307">
                  <c:v>816.37415515874136</c:v>
                </c:pt>
                <c:pt idx="308">
                  <c:v>817.30179341410098</c:v>
                </c:pt>
                <c:pt idx="309">
                  <c:v>818.22609148124707</c:v>
                </c:pt>
                <c:pt idx="310">
                  <c:v>819.14706092516212</c:v>
                </c:pt>
                <c:pt idx="311">
                  <c:v>820.0647132746941</c:v>
                </c:pt>
                <c:pt idx="312">
                  <c:v>820.97906002262243</c:v>
                </c:pt>
                <c:pt idx="313">
                  <c:v>821.89011262574843</c:v>
                </c:pt>
                <c:pt idx="314">
                  <c:v>822.79788250498211</c:v>
                </c:pt>
                <c:pt idx="315">
                  <c:v>823.70238104540192</c:v>
                </c:pt>
                <c:pt idx="316">
                  <c:v>824.60361959634122</c:v>
                </c:pt>
                <c:pt idx="317">
                  <c:v>825.50160947148561</c:v>
                </c:pt>
                <c:pt idx="318">
                  <c:v>826.39636194890636</c:v>
                </c:pt>
                <c:pt idx="319">
                  <c:v>827.28788827120513</c:v>
                </c:pt>
                <c:pt idx="320">
                  <c:v>828.17619964552011</c:v>
                </c:pt>
                <c:pt idx="321">
                  <c:v>829.06130724365255</c:v>
                </c:pt>
                <c:pt idx="322">
                  <c:v>829.94322220217362</c:v>
                </c:pt>
                <c:pt idx="323">
                  <c:v>830.82195562240679</c:v>
                </c:pt>
                <c:pt idx="324">
                  <c:v>831.6975185706051</c:v>
                </c:pt>
                <c:pt idx="325">
                  <c:v>832.56992207798487</c:v>
                </c:pt>
                <c:pt idx="326">
                  <c:v>833.43917714082488</c:v>
                </c:pt>
                <c:pt idx="327">
                  <c:v>834.30529472051433</c:v>
                </c:pt>
                <c:pt idx="328">
                  <c:v>835.16828574368958</c:v>
                </c:pt>
                <c:pt idx="329">
                  <c:v>836.02816110224489</c:v>
                </c:pt>
                <c:pt idx="330">
                  <c:v>836.88493165347063</c:v>
                </c:pt>
                <c:pt idx="331">
                  <c:v>837.73860822012364</c:v>
                </c:pt>
                <c:pt idx="332">
                  <c:v>838.58920159045044</c:v>
                </c:pt>
                <c:pt idx="333">
                  <c:v>839.43672251838075</c:v>
                </c:pt>
                <c:pt idx="334">
                  <c:v>840.28118172348923</c:v>
                </c:pt>
                <c:pt idx="335">
                  <c:v>841.12258989115458</c:v>
                </c:pt>
                <c:pt idx="336">
                  <c:v>841.96095767261704</c:v>
                </c:pt>
                <c:pt idx="337">
                  <c:v>842.79629568505618</c:v>
                </c:pt>
                <c:pt idx="338">
                  <c:v>843.62861451166179</c:v>
                </c:pt>
                <c:pt idx="339">
                  <c:v>844.45792470175695</c:v>
                </c:pt>
                <c:pt idx="340">
                  <c:v>845.28423677082128</c:v>
                </c:pt>
                <c:pt idx="341">
                  <c:v>846.10756120062558</c:v>
                </c:pt>
                <c:pt idx="342">
                  <c:v>846.9279084392814</c:v>
                </c:pt>
                <c:pt idx="343">
                  <c:v>847.74528890132785</c:v>
                </c:pt>
                <c:pt idx="344">
                  <c:v>848.55971296784389</c:v>
                </c:pt>
                <c:pt idx="345">
                  <c:v>849.37119098645348</c:v>
                </c:pt>
                <c:pt idx="346">
                  <c:v>850.17973327149537</c:v>
                </c:pt>
                <c:pt idx="347">
                  <c:v>850.98535010408636</c:v>
                </c:pt>
                <c:pt idx="348">
                  <c:v>851.78805173212709</c:v>
                </c:pt>
                <c:pt idx="349">
                  <c:v>852.58784837048108</c:v>
                </c:pt>
                <c:pt idx="350">
                  <c:v>853.38475020100873</c:v>
                </c:pt>
                <c:pt idx="351">
                  <c:v>854.17876737266954</c:v>
                </c:pt>
                <c:pt idx="352">
                  <c:v>854.96991000156106</c:v>
                </c:pt>
                <c:pt idx="353">
                  <c:v>855.75818817108006</c:v>
                </c:pt>
                <c:pt idx="354">
                  <c:v>856.54361193190414</c:v>
                </c:pt>
                <c:pt idx="355">
                  <c:v>857.32619130216131</c:v>
                </c:pt>
                <c:pt idx="356">
                  <c:v>858.10593626746993</c:v>
                </c:pt>
                <c:pt idx="357">
                  <c:v>858.88285678103671</c:v>
                </c:pt>
                <c:pt idx="358">
                  <c:v>859.65696276371216</c:v>
                </c:pt>
                <c:pt idx="359">
                  <c:v>860.42826410410839</c:v>
                </c:pt>
                <c:pt idx="360">
                  <c:v>861.19677065865915</c:v>
                </c:pt>
                <c:pt idx="361">
                  <c:v>861.96249225170345</c:v>
                </c:pt>
                <c:pt idx="362">
                  <c:v>862.72543867558636</c:v>
                </c:pt>
                <c:pt idx="363">
                  <c:v>863.48561969070556</c:v>
                </c:pt>
                <c:pt idx="364">
                  <c:v>864.24304502563984</c:v>
                </c:pt>
                <c:pt idx="365">
                  <c:v>864.99772437719116</c:v>
                </c:pt>
                <c:pt idx="366">
                  <c:v>865.74966741047979</c:v>
                </c:pt>
                <c:pt idx="367">
                  <c:v>866.49888375905016</c:v>
                </c:pt>
                <c:pt idx="368">
                  <c:v>867.24538302489816</c:v>
                </c:pt>
                <c:pt idx="369">
                  <c:v>867.98917477862835</c:v>
                </c:pt>
                <c:pt idx="370">
                  <c:v>868.73026855945398</c:v>
                </c:pt>
                <c:pt idx="371">
                  <c:v>869.46867387534928</c:v>
                </c:pt>
                <c:pt idx="372">
                  <c:v>870.20440020309218</c:v>
                </c:pt>
                <c:pt idx="373">
                  <c:v>870.9374569883671</c:v>
                </c:pt>
                <c:pt idx="374">
                  <c:v>871.66785364581324</c:v>
                </c:pt>
                <c:pt idx="375">
                  <c:v>872.39559955916661</c:v>
                </c:pt>
                <c:pt idx="376">
                  <c:v>873.12070408126613</c:v>
                </c:pt>
                <c:pt idx="377">
                  <c:v>873.84317653420635</c:v>
                </c:pt>
                <c:pt idx="378">
                  <c:v>874.56302620937993</c:v>
                </c:pt>
                <c:pt idx="379">
                  <c:v>875.28026236756455</c:v>
                </c:pt>
                <c:pt idx="380">
                  <c:v>875.9948942389949</c:v>
                </c:pt>
                <c:pt idx="381">
                  <c:v>876.7069310234906</c:v>
                </c:pt>
                <c:pt idx="382">
                  <c:v>877.41638189048251</c:v>
                </c:pt>
                <c:pt idx="383">
                  <c:v>878.12325597912513</c:v>
                </c:pt>
                <c:pt idx="384">
                  <c:v>878.82756239836033</c:v>
                </c:pt>
                <c:pt idx="385">
                  <c:v>879.52931022702739</c:v>
                </c:pt>
                <c:pt idx="386">
                  <c:v>880.22850851391877</c:v>
                </c:pt>
                <c:pt idx="387">
                  <c:v>880.92516627786108</c:v>
                </c:pt>
                <c:pt idx="388">
                  <c:v>881.61929250781554</c:v>
                </c:pt>
                <c:pt idx="389">
                  <c:v>882.31089616295901</c:v>
                </c:pt>
                <c:pt idx="390">
                  <c:v>882.99998617272365</c:v>
                </c:pt>
                <c:pt idx="391">
                  <c:v>883.68657143694293</c:v>
                </c:pt>
                <c:pt idx="392">
                  <c:v>884.37066082588399</c:v>
                </c:pt>
                <c:pt idx="393">
                  <c:v>885.05226318033749</c:v>
                </c:pt>
                <c:pt idx="394">
                  <c:v>885.73138731173231</c:v>
                </c:pt>
                <c:pt idx="395">
                  <c:v>886.40804200216076</c:v>
                </c:pt>
                <c:pt idx="396">
                  <c:v>887.08223600451538</c:v>
                </c:pt>
                <c:pt idx="397">
                  <c:v>887.75397804252975</c:v>
                </c:pt>
                <c:pt idx="398">
                  <c:v>888.42327681086579</c:v>
                </c:pt>
                <c:pt idx="399">
                  <c:v>889.09014097522572</c:v>
                </c:pt>
                <c:pt idx="400">
                  <c:v>889.75457917239112</c:v>
                </c:pt>
                <c:pt idx="401">
                  <c:v>890.4166000103271</c:v>
                </c:pt>
                <c:pt idx="402">
                  <c:v>891.07621206825797</c:v>
                </c:pt>
                <c:pt idx="403">
                  <c:v>891.73342389674849</c:v>
                </c:pt>
                <c:pt idx="404">
                  <c:v>892.38824401777288</c:v>
                </c:pt>
                <c:pt idx="405">
                  <c:v>893.04068092483385</c:v>
                </c:pt>
                <c:pt idx="406">
                  <c:v>893.69074308296672</c:v>
                </c:pt>
                <c:pt idx="407">
                  <c:v>894.33843892892264</c:v>
                </c:pt>
                <c:pt idx="408">
                  <c:v>894.98377687113725</c:v>
                </c:pt>
                <c:pt idx="409">
                  <c:v>895.62676528992711</c:v>
                </c:pt>
                <c:pt idx="410">
                  <c:v>896.26741253745149</c:v>
                </c:pt>
                <c:pt idx="411">
                  <c:v>896.90572693788681</c:v>
                </c:pt>
                <c:pt idx="412">
                  <c:v>897.54171678745899</c:v>
                </c:pt>
                <c:pt idx="413">
                  <c:v>898.17539035452364</c:v>
                </c:pt>
                <c:pt idx="414">
                  <c:v>898.80675587967266</c:v>
                </c:pt>
                <c:pt idx="415">
                  <c:v>899.4358215757826</c:v>
                </c:pt>
                <c:pt idx="416">
                  <c:v>900.06259562811215</c:v>
                </c:pt>
                <c:pt idx="417">
                  <c:v>900.6870861943828</c:v>
                </c:pt>
                <c:pt idx="418">
                  <c:v>901.30930140483724</c:v>
                </c:pt>
                <c:pt idx="419">
                  <c:v>901.9292493623542</c:v>
                </c:pt>
                <c:pt idx="420">
                  <c:v>902.546938142469</c:v>
                </c:pt>
                <c:pt idx="421">
                  <c:v>903.16237579354299</c:v>
                </c:pt>
                <c:pt idx="422">
                  <c:v>903.77557033674464</c:v>
                </c:pt>
                <c:pt idx="423">
                  <c:v>904.38652976618209</c:v>
                </c:pt>
                <c:pt idx="424">
                  <c:v>904.99526204898041</c:v>
                </c:pt>
                <c:pt idx="425">
                  <c:v>905.60177512536427</c:v>
                </c:pt>
                <c:pt idx="426">
                  <c:v>906.20607690868178</c:v>
                </c:pt>
                <c:pt idx="427">
                  <c:v>906.80817528556395</c:v>
                </c:pt>
                <c:pt idx="428">
                  <c:v>907.40807811593788</c:v>
                </c:pt>
                <c:pt idx="429">
                  <c:v>908.00579323314764</c:v>
                </c:pt>
                <c:pt idx="430">
                  <c:v>908.60132844401301</c:v>
                </c:pt>
                <c:pt idx="431">
                  <c:v>909.1946915288712</c:v>
                </c:pt>
                <c:pt idx="432">
                  <c:v>909.78589024175358</c:v>
                </c:pt>
                <c:pt idx="433">
                  <c:v>910.37493231034318</c:v>
                </c:pt>
                <c:pt idx="434">
                  <c:v>910.96182543614498</c:v>
                </c:pt>
                <c:pt idx="435">
                  <c:v>911.54657729451208</c:v>
                </c:pt>
                <c:pt idx="436">
                  <c:v>912.12919553474865</c:v>
                </c:pt>
                <c:pt idx="437">
                  <c:v>912.70968778016891</c:v>
                </c:pt>
                <c:pt idx="438">
                  <c:v>913.28806162817705</c:v>
                </c:pt>
                <c:pt idx="439">
                  <c:v>913.86432465035728</c:v>
                </c:pt>
                <c:pt idx="440">
                  <c:v>914.43848439254555</c:v>
                </c:pt>
                <c:pt idx="441">
                  <c:v>915.01054837489949</c:v>
                </c:pt>
                <c:pt idx="442">
                  <c:v>915.58052409196227</c:v>
                </c:pt>
                <c:pt idx="443">
                  <c:v>916.14841901276486</c:v>
                </c:pt>
                <c:pt idx="444">
                  <c:v>916.71424058091111</c:v>
                </c:pt>
                <c:pt idx="445">
                  <c:v>917.2779962145903</c:v>
                </c:pt>
                <c:pt idx="446">
                  <c:v>917.83969330673472</c:v>
                </c:pt>
                <c:pt idx="447">
                  <c:v>918.39933922503201</c:v>
                </c:pt>
                <c:pt idx="448">
                  <c:v>918.9569413120438</c:v>
                </c:pt>
                <c:pt idx="449">
                  <c:v>919.51250688525749</c:v>
                </c:pt>
                <c:pt idx="450">
                  <c:v>920.06604323716988</c:v>
                </c:pt>
                <c:pt idx="451">
                  <c:v>920.61755763533768</c:v>
                </c:pt>
                <c:pt idx="452">
                  <c:v>921.16705732250148</c:v>
                </c:pt>
                <c:pt idx="453">
                  <c:v>921.71454951662952</c:v>
                </c:pt>
                <c:pt idx="454">
                  <c:v>922.26004141097269</c:v>
                </c:pt>
                <c:pt idx="455">
                  <c:v>922.80354017419188</c:v>
                </c:pt>
                <c:pt idx="456">
                  <c:v>923.34505295039423</c:v>
                </c:pt>
                <c:pt idx="457">
                  <c:v>923.88458685920853</c:v>
                </c:pt>
                <c:pt idx="458">
                  <c:v>924.4221489958735</c:v>
                </c:pt>
                <c:pt idx="459">
                  <c:v>924.95774643130801</c:v>
                </c:pt>
                <c:pt idx="460">
                  <c:v>925.49138621217242</c:v>
                </c:pt>
                <c:pt idx="461">
                  <c:v>926.02307536097567</c:v>
                </c:pt>
                <c:pt idx="462">
                  <c:v>926.55282087609248</c:v>
                </c:pt>
                <c:pt idx="463">
                  <c:v>927.08062973190511</c:v>
                </c:pt>
                <c:pt idx="464">
                  <c:v>927.60650887881627</c:v>
                </c:pt>
                <c:pt idx="465">
                  <c:v>928.13046524336539</c:v>
                </c:pt>
                <c:pt idx="466">
                  <c:v>928.65250572826426</c:v>
                </c:pt>
                <c:pt idx="467">
                  <c:v>929.17263721250845</c:v>
                </c:pt>
                <c:pt idx="468">
                  <c:v>929.69086655142746</c:v>
                </c:pt>
                <c:pt idx="469">
                  <c:v>930.20720057675157</c:v>
                </c:pt>
                <c:pt idx="470">
                  <c:v>930.72164609671756</c:v>
                </c:pt>
                <c:pt idx="471">
                  <c:v>931.23420989608542</c:v>
                </c:pt>
                <c:pt idx="472">
                  <c:v>931.74489873626987</c:v>
                </c:pt>
                <c:pt idx="473">
                  <c:v>932.25371935537248</c:v>
                </c:pt>
                <c:pt idx="474">
                  <c:v>932.76067846827789</c:v>
                </c:pt>
                <c:pt idx="475">
                  <c:v>933.2657827666817</c:v>
                </c:pt>
                <c:pt idx="476">
                  <c:v>933.76903891923439</c:v>
                </c:pt>
                <c:pt idx="477">
                  <c:v>934.27045357156999</c:v>
                </c:pt>
                <c:pt idx="478">
                  <c:v>934.77003334634696</c:v>
                </c:pt>
                <c:pt idx="479">
                  <c:v>935.26778484338456</c:v>
                </c:pt>
                <c:pt idx="480">
                  <c:v>935.76371463967496</c:v>
                </c:pt>
                <c:pt idx="481">
                  <c:v>936.25782928952276</c:v>
                </c:pt>
                <c:pt idx="482">
                  <c:v>936.75013532452715</c:v>
                </c:pt>
                <c:pt idx="483">
                  <c:v>937.2406392537381</c:v>
                </c:pt>
                <c:pt idx="484">
                  <c:v>937.7293475636543</c:v>
                </c:pt>
                <c:pt idx="485">
                  <c:v>938.21626671835111</c:v>
                </c:pt>
                <c:pt idx="486">
                  <c:v>938.70140315951994</c:v>
                </c:pt>
                <c:pt idx="487">
                  <c:v>939.18476330654789</c:v>
                </c:pt>
                <c:pt idx="488">
                  <c:v>939.66635355657979</c:v>
                </c:pt>
                <c:pt idx="489">
                  <c:v>940.14618028459029</c:v>
                </c:pt>
                <c:pt idx="490">
                  <c:v>940.62424984345955</c:v>
                </c:pt>
                <c:pt idx="491">
                  <c:v>941.10056856404685</c:v>
                </c:pt>
                <c:pt idx="492">
                  <c:v>941.57514275523351</c:v>
                </c:pt>
                <c:pt idx="493">
                  <c:v>942.04797870403752</c:v>
                </c:pt>
                <c:pt idx="494">
                  <c:v>942.51908267562271</c:v>
                </c:pt>
                <c:pt idx="495">
                  <c:v>942.98846091341727</c:v>
                </c:pt>
                <c:pt idx="496">
                  <c:v>943.45611963917975</c:v>
                </c:pt>
                <c:pt idx="497">
                  <c:v>943.92206505301465</c:v>
                </c:pt>
                <c:pt idx="498">
                  <c:v>944.38630333351796</c:v>
                </c:pt>
                <c:pt idx="499">
                  <c:v>944.84884063777918</c:v>
                </c:pt>
                <c:pt idx="500">
                  <c:v>945.3096831014858</c:v>
                </c:pt>
                <c:pt idx="501">
                  <c:v>945.76883683897631</c:v>
                </c:pt>
                <c:pt idx="502">
                  <c:v>946.22630794333554</c:v>
                </c:pt>
                <c:pt idx="503">
                  <c:v>946.68210248641185</c:v>
                </c:pt>
                <c:pt idx="504">
                  <c:v>947.13622651891706</c:v>
                </c:pt>
                <c:pt idx="505">
                  <c:v>947.58868607049305</c:v>
                </c:pt>
                <c:pt idx="506">
                  <c:v>948.03948714977673</c:v>
                </c:pt>
                <c:pt idx="507">
                  <c:v>948.48863574446773</c:v>
                </c:pt>
                <c:pt idx="508">
                  <c:v>948.93613782138016</c:v>
                </c:pt>
                <c:pt idx="509">
                  <c:v>949.38199932652412</c:v>
                </c:pt>
                <c:pt idx="510">
                  <c:v>949.82622618519065</c:v>
                </c:pt>
                <c:pt idx="511">
                  <c:v>950.26882430195508</c:v>
                </c:pt>
                <c:pt idx="512">
                  <c:v>950.70979956083295</c:v>
                </c:pt>
                <c:pt idx="513">
                  <c:v>951.14915782523804</c:v>
                </c:pt>
                <c:pt idx="514">
                  <c:v>951.58690493817255</c:v>
                </c:pt>
                <c:pt idx="515">
                  <c:v>952.02304672216974</c:v>
                </c:pt>
                <c:pt idx="516">
                  <c:v>952.45758897945541</c:v>
                </c:pt>
                <c:pt idx="517">
                  <c:v>952.89053749196023</c:v>
                </c:pt>
                <c:pt idx="518">
                  <c:v>953.3218980213901</c:v>
                </c:pt>
                <c:pt idx="519">
                  <c:v>953.75167630933186</c:v>
                </c:pt>
                <c:pt idx="520">
                  <c:v>954.17987807724762</c:v>
                </c:pt>
                <c:pt idx="521">
                  <c:v>954.60650902660097</c:v>
                </c:pt>
                <c:pt idx="522">
                  <c:v>955.0315748389055</c:v>
                </c:pt>
                <c:pt idx="523">
                  <c:v>955.45508117575366</c:v>
                </c:pt>
                <c:pt idx="524">
                  <c:v>955.87703367893323</c:v>
                </c:pt>
                <c:pt idx="525">
                  <c:v>956.29743797046547</c:v>
                </c:pt>
                <c:pt idx="526">
                  <c:v>956.71629965267334</c:v>
                </c:pt>
                <c:pt idx="527">
                  <c:v>957.13362430822235</c:v>
                </c:pt>
                <c:pt idx="528">
                  <c:v>957.54941750022567</c:v>
                </c:pt>
                <c:pt idx="529">
                  <c:v>957.96368477229692</c:v>
                </c:pt>
                <c:pt idx="530">
                  <c:v>958.37643164857252</c:v>
                </c:pt>
                <c:pt idx="531">
                  <c:v>958.78766363381487</c:v>
                </c:pt>
                <c:pt idx="532">
                  <c:v>959.19738621348631</c:v>
                </c:pt>
                <c:pt idx="533">
                  <c:v>959.60560485375652</c:v>
                </c:pt>
                <c:pt idx="534">
                  <c:v>960.01232500164372</c:v>
                </c:pt>
                <c:pt idx="535">
                  <c:v>960.41755208499785</c:v>
                </c:pt>
                <c:pt idx="536">
                  <c:v>960.82129151260267</c:v>
                </c:pt>
                <c:pt idx="537">
                  <c:v>961.2235486742419</c:v>
                </c:pt>
                <c:pt idx="538">
                  <c:v>961.62432894076335</c:v>
                </c:pt>
                <c:pt idx="539">
                  <c:v>962.02363766410997</c:v>
                </c:pt>
                <c:pt idx="540">
                  <c:v>962.42148017740021</c:v>
                </c:pt>
                <c:pt idx="541">
                  <c:v>962.81786179500307</c:v>
                </c:pt>
                <c:pt idx="542">
                  <c:v>963.21278781259423</c:v>
                </c:pt>
                <c:pt idx="543">
                  <c:v>963.60626350719326</c:v>
                </c:pt>
                <c:pt idx="544">
                  <c:v>963.99829413723876</c:v>
                </c:pt>
                <c:pt idx="545">
                  <c:v>964.38888494266894</c:v>
                </c:pt>
                <c:pt idx="546">
                  <c:v>964.77804114495177</c:v>
                </c:pt>
                <c:pt idx="547">
                  <c:v>965.16576794716639</c:v>
                </c:pt>
                <c:pt idx="548">
                  <c:v>965.55207053404069</c:v>
                </c:pt>
                <c:pt idx="549">
                  <c:v>965.93695407204586</c:v>
                </c:pt>
                <c:pt idx="550">
                  <c:v>966.32042370943657</c:v>
                </c:pt>
                <c:pt idx="551">
                  <c:v>966.70248457629975</c:v>
                </c:pt>
                <c:pt idx="552">
                  <c:v>967.08314178463024</c:v>
                </c:pt>
                <c:pt idx="553">
                  <c:v>967.46240042837974</c:v>
                </c:pt>
                <c:pt idx="554">
                  <c:v>967.84026558352946</c:v>
                </c:pt>
                <c:pt idx="555">
                  <c:v>968.21674230815609</c:v>
                </c:pt>
                <c:pt idx="556">
                  <c:v>968.59183564243392</c:v>
                </c:pt>
                <c:pt idx="557">
                  <c:v>968.96555060879848</c:v>
                </c:pt>
                <c:pt idx="558">
                  <c:v>969.3378922118859</c:v>
                </c:pt>
                <c:pt idx="559">
                  <c:v>969.70886543869028</c:v>
                </c:pt>
                <c:pt idx="560">
                  <c:v>970.07847525856312</c:v>
                </c:pt>
                <c:pt idx="561">
                  <c:v>970.44672662327741</c:v>
                </c:pt>
                <c:pt idx="562">
                  <c:v>970.81362446712717</c:v>
                </c:pt>
                <c:pt idx="563">
                  <c:v>971.17917370694238</c:v>
                </c:pt>
                <c:pt idx="564">
                  <c:v>971.54337924214747</c:v>
                </c:pt>
                <c:pt idx="565">
                  <c:v>971.90624595483916</c:v>
                </c:pt>
                <c:pt idx="566">
                  <c:v>972.26777870985995</c:v>
                </c:pt>
                <c:pt idx="567">
                  <c:v>972.62798235480227</c:v>
                </c:pt>
                <c:pt idx="568">
                  <c:v>972.98686172011412</c:v>
                </c:pt>
                <c:pt idx="569">
                  <c:v>973.34442161912875</c:v>
                </c:pt>
                <c:pt idx="570">
                  <c:v>973.70066684813685</c:v>
                </c:pt>
                <c:pt idx="571">
                  <c:v>974.05560218640983</c:v>
                </c:pt>
                <c:pt idx="572">
                  <c:v>974.4092323963381</c:v>
                </c:pt>
                <c:pt idx="573">
                  <c:v>974.76156222338182</c:v>
                </c:pt>
                <c:pt idx="574">
                  <c:v>975.11259639619618</c:v>
                </c:pt>
                <c:pt idx="575">
                  <c:v>975.46233962667361</c:v>
                </c:pt>
                <c:pt idx="576">
                  <c:v>975.81079661000081</c:v>
                </c:pt>
                <c:pt idx="577">
                  <c:v>976.15797202468582</c:v>
                </c:pt>
                <c:pt idx="578">
                  <c:v>976.50387053266229</c:v>
                </c:pt>
                <c:pt idx="579">
                  <c:v>976.84849677929503</c:v>
                </c:pt>
                <c:pt idx="580">
                  <c:v>977.19185539347313</c:v>
                </c:pt>
                <c:pt idx="581">
                  <c:v>977.53395098767498</c:v>
                </c:pt>
                <c:pt idx="582">
                  <c:v>977.87478815796135</c:v>
                </c:pt>
                <c:pt idx="583">
                  <c:v>978.21437148406233</c:v>
                </c:pt>
                <c:pt idx="584">
                  <c:v>978.55270552950128</c:v>
                </c:pt>
                <c:pt idx="585">
                  <c:v>978.88979484151434</c:v>
                </c:pt>
                <c:pt idx="586">
                  <c:v>979.22564395121447</c:v>
                </c:pt>
                <c:pt idx="587">
                  <c:v>979.56025737360812</c:v>
                </c:pt>
                <c:pt idx="588">
                  <c:v>979.8936396076499</c:v>
                </c:pt>
                <c:pt idx="589">
                  <c:v>980.22579513626602</c:v>
                </c:pt>
                <c:pt idx="590">
                  <c:v>980.55672842648255</c:v>
                </c:pt>
                <c:pt idx="591">
                  <c:v>980.88644392939091</c:v>
                </c:pt>
                <c:pt idx="592">
                  <c:v>981.21494608030071</c:v>
                </c:pt>
                <c:pt idx="593">
                  <c:v>981.54223929866748</c:v>
                </c:pt>
                <c:pt idx="594">
                  <c:v>981.86832798826447</c:v>
                </c:pt>
                <c:pt idx="595">
                  <c:v>982.19321653717611</c:v>
                </c:pt>
                <c:pt idx="596">
                  <c:v>982.51690931785811</c:v>
                </c:pt>
                <c:pt idx="597">
                  <c:v>982.83941068718559</c:v>
                </c:pt>
                <c:pt idx="598">
                  <c:v>983.16072498653114</c:v>
                </c:pt>
                <c:pt idx="599">
                  <c:v>983.48085654177453</c:v>
                </c:pt>
                <c:pt idx="600">
                  <c:v>983.79980966340952</c:v>
                </c:pt>
                <c:pt idx="601">
                  <c:v>984.11758864655519</c:v>
                </c:pt>
                <c:pt idx="602">
                  <c:v>984.43419777099098</c:v>
                </c:pt>
                <c:pt idx="603">
                  <c:v>984.74964130129354</c:v>
                </c:pt>
                <c:pt idx="604">
                  <c:v>985.06392348676582</c:v>
                </c:pt>
                <c:pt idx="605">
                  <c:v>985.37704856159849</c:v>
                </c:pt>
                <c:pt idx="606">
                  <c:v>985.68902074485607</c:v>
                </c:pt>
                <c:pt idx="607">
                  <c:v>985.99984424056936</c:v>
                </c:pt>
                <c:pt idx="608">
                  <c:v>986.30952323775159</c:v>
                </c:pt>
                <c:pt idx="609">
                  <c:v>986.61806191045423</c:v>
                </c:pt>
                <c:pt idx="610">
                  <c:v>986.92546441784043</c:v>
                </c:pt>
                <c:pt idx="611">
                  <c:v>987.23173490421743</c:v>
                </c:pt>
                <c:pt idx="612">
                  <c:v>987.53687749908124</c:v>
                </c:pt>
                <c:pt idx="613">
                  <c:v>987.84089631721429</c:v>
                </c:pt>
                <c:pt idx="614">
                  <c:v>988.14379545865154</c:v>
                </c:pt>
                <c:pt idx="615">
                  <c:v>988.44557900880022</c:v>
                </c:pt>
                <c:pt idx="616">
                  <c:v>988.74625103847086</c:v>
                </c:pt>
                <c:pt idx="617">
                  <c:v>989.04581560391603</c:v>
                </c:pt>
                <c:pt idx="618">
                  <c:v>989.34427674687743</c:v>
                </c:pt>
                <c:pt idx="619">
                  <c:v>989.64163849465433</c:v>
                </c:pt>
                <c:pt idx="620">
                  <c:v>989.93790486015837</c:v>
                </c:pt>
                <c:pt idx="621">
                  <c:v>990.23307984191638</c:v>
                </c:pt>
                <c:pt idx="622">
                  <c:v>990.52716742416885</c:v>
                </c:pt>
                <c:pt idx="623">
                  <c:v>990.8201715769012</c:v>
                </c:pt>
                <c:pt idx="624">
                  <c:v>991.11209625587389</c:v>
                </c:pt>
                <c:pt idx="625">
                  <c:v>991.40294540271327</c:v>
                </c:pt>
                <c:pt idx="626">
                  <c:v>991.69272294490747</c:v>
                </c:pt>
                <c:pt idx="627">
                  <c:v>991.98143279590249</c:v>
                </c:pt>
                <c:pt idx="628">
                  <c:v>992.26907885514379</c:v>
                </c:pt>
                <c:pt idx="629">
                  <c:v>992.55566500805878</c:v>
                </c:pt>
                <c:pt idx="630">
                  <c:v>992.84119512620373</c:v>
                </c:pt>
                <c:pt idx="631">
                  <c:v>993.12567306724156</c:v>
                </c:pt>
                <c:pt idx="632">
                  <c:v>993.4091026750325</c:v>
                </c:pt>
                <c:pt idx="633">
                  <c:v>993.69148777962062</c:v>
                </c:pt>
                <c:pt idx="634">
                  <c:v>993.97283219735687</c:v>
                </c:pt>
                <c:pt idx="635">
                  <c:v>994.25313973090465</c:v>
                </c:pt>
                <c:pt idx="636">
                  <c:v>994.53241416928392</c:v>
                </c:pt>
                <c:pt idx="637">
                  <c:v>994.81065928791645</c:v>
                </c:pt>
                <c:pt idx="638">
                  <c:v>995.08787884870708</c:v>
                </c:pt>
                <c:pt idx="639">
                  <c:v>995.3640766000367</c:v>
                </c:pt>
                <c:pt idx="640">
                  <c:v>995.63925627686126</c:v>
                </c:pt>
                <c:pt idx="641">
                  <c:v>995.91342160072259</c:v>
                </c:pt>
                <c:pt idx="642">
                  <c:v>996.18657627981122</c:v>
                </c:pt>
                <c:pt idx="643">
                  <c:v>996.45872400900487</c:v>
                </c:pt>
                <c:pt idx="644">
                  <c:v>996.72986846990239</c:v>
                </c:pt>
                <c:pt idx="645">
                  <c:v>997.00001333090609</c:v>
                </c:pt>
                <c:pt idx="646">
                  <c:v>997.26916224722459</c:v>
                </c:pt>
                <c:pt idx="647">
                  <c:v>997.53731886094954</c:v>
                </c:pt>
                <c:pt idx="648">
                  <c:v>997.80448680109589</c:v>
                </c:pt>
                <c:pt idx="649">
                  <c:v>998.07066968360823</c:v>
                </c:pt>
                <c:pt idx="650">
                  <c:v>998.33587111147472</c:v>
                </c:pt>
                <c:pt idx="651">
                  <c:v>998.60009467472264</c:v>
                </c:pt>
                <c:pt idx="652">
                  <c:v>998.86334395046561</c:v>
                </c:pt>
                <c:pt idx="653">
                  <c:v>999.12562250295457</c:v>
                </c:pt>
                <c:pt idx="654">
                  <c:v>999.38693388365107</c:v>
                </c:pt>
                <c:pt idx="655">
                  <c:v>999.64728163122834</c:v>
                </c:pt>
                <c:pt idx="656">
                  <c:v>999.90666927162511</c:v>
                </c:pt>
                <c:pt idx="657">
                  <c:v>1000.1651003181126</c:v>
                </c:pt>
                <c:pt idx="658">
                  <c:v>1000.4225782713058</c:v>
                </c:pt>
                <c:pt idx="659">
                  <c:v>1000.6791066192549</c:v>
                </c:pt>
                <c:pt idx="660">
                  <c:v>1000.9346888374243</c:v>
                </c:pt>
                <c:pt idx="661">
                  <c:v>1001.1893283887782</c:v>
                </c:pt>
                <c:pt idx="662">
                  <c:v>1001.4430287238346</c:v>
                </c:pt>
                <c:pt idx="663">
                  <c:v>1001.6957932806789</c:v>
                </c:pt>
                <c:pt idx="664">
                  <c:v>1001.9476254850175</c:v>
                </c:pt>
                <c:pt idx="665">
                  <c:v>1002.1985287501959</c:v>
                </c:pt>
                <c:pt idx="666">
                  <c:v>1002.4485064773121</c:v>
                </c:pt>
                <c:pt idx="667">
                  <c:v>1002.6975620551917</c:v>
                </c:pt>
                <c:pt idx="668">
                  <c:v>1002.9456988604358</c:v>
                </c:pt>
                <c:pt idx="669">
                  <c:v>1003.1929202575034</c:v>
                </c:pt>
                <c:pt idx="670">
                  <c:v>1003.4392295987168</c:v>
                </c:pt>
                <c:pt idx="671">
                  <c:v>1003.6846302243221</c:v>
                </c:pt>
                <c:pt idx="672">
                  <c:v>1003.9291254625361</c:v>
                </c:pt>
                <c:pt idx="673">
                  <c:v>1004.172718629551</c:v>
                </c:pt>
                <c:pt idx="674">
                  <c:v>1004.4154130296316</c:v>
                </c:pt>
                <c:pt idx="675">
                  <c:v>1004.6572119551073</c:v>
                </c:pt>
                <c:pt idx="676">
                  <c:v>1004.8981186864538</c:v>
                </c:pt>
                <c:pt idx="677">
                  <c:v>1005.1381364922823</c:v>
                </c:pt>
                <c:pt idx="678">
                  <c:v>1005.3772686294523</c:v>
                </c:pt>
                <c:pt idx="679">
                  <c:v>1005.6155183430512</c:v>
                </c:pt>
                <c:pt idx="680">
                  <c:v>1005.8528888664687</c:v>
                </c:pt>
                <c:pt idx="681">
                  <c:v>1006.0893834214113</c:v>
                </c:pt>
                <c:pt idx="682">
                  <c:v>1006.325005217967</c:v>
                </c:pt>
                <c:pt idx="683">
                  <c:v>1006.5597574546335</c:v>
                </c:pt>
                <c:pt idx="684">
                  <c:v>1006.7936433183751</c:v>
                </c:pt>
                <c:pt idx="685">
                  <c:v>1007.0266659846408</c:v>
                </c:pt>
                <c:pt idx="686">
                  <c:v>1007.2588286174039</c:v>
                </c:pt>
                <c:pt idx="687">
                  <c:v>1007.4901343692341</c:v>
                </c:pt>
                <c:pt idx="688">
                  <c:v>1007.7205863812846</c:v>
                </c:pt>
                <c:pt idx="689">
                  <c:v>1007.9501877833924</c:v>
                </c:pt>
                <c:pt idx="690">
                  <c:v>1008.178941694066</c:v>
                </c:pt>
                <c:pt idx="691">
                  <c:v>1008.4068512205631</c:v>
                </c:pt>
                <c:pt idx="692">
                  <c:v>1008.6339194588921</c:v>
                </c:pt>
                <c:pt idx="693">
                  <c:v>1008.860149493903</c:v>
                </c:pt>
                <c:pt idx="694">
                  <c:v>1009.0855443992508</c:v>
                </c:pt>
                <c:pt idx="695">
                  <c:v>1009.3101072375398</c:v>
                </c:pt>
                <c:pt idx="696">
                  <c:v>1009.5338410602607</c:v>
                </c:pt>
                <c:pt idx="697">
                  <c:v>1009.7567489078702</c:v>
                </c:pt>
                <c:pt idx="698">
                  <c:v>1009.9788338098377</c:v>
                </c:pt>
                <c:pt idx="699">
                  <c:v>1010.2000987847008</c:v>
                </c:pt>
                <c:pt idx="700">
                  <c:v>1010.4205468400365</c:v>
                </c:pt>
                <c:pt idx="701">
                  <c:v>1010.6401809725847</c:v>
                </c:pt>
                <c:pt idx="702">
                  <c:v>1010.859004168205</c:v>
                </c:pt>
                <c:pt idx="703">
                  <c:v>1011.0770194019793</c:v>
                </c:pt>
                <c:pt idx="704">
                  <c:v>1011.2942296382173</c:v>
                </c:pt>
                <c:pt idx="705">
                  <c:v>1011.5106378305006</c:v>
                </c:pt>
                <c:pt idx="706">
                  <c:v>1011.7262469217271</c:v>
                </c:pt>
                <c:pt idx="707">
                  <c:v>1011.9410598441152</c:v>
                </c:pt>
                <c:pt idx="708">
                  <c:v>1012.1550795193102</c:v>
                </c:pt>
                <c:pt idx="709">
                  <c:v>1012.3683088583469</c:v>
                </c:pt>
                <c:pt idx="710">
                  <c:v>1012.5807507617253</c:v>
                </c:pt>
                <c:pt idx="711">
                  <c:v>1012.7924081194577</c:v>
                </c:pt>
                <c:pt idx="712">
                  <c:v>1013.0032838110773</c:v>
                </c:pt>
                <c:pt idx="713">
                  <c:v>1013.2133807056683</c:v>
                </c:pt>
                <c:pt idx="714">
                  <c:v>1013.4227016619652</c:v>
                </c:pt>
                <c:pt idx="715">
                  <c:v>1013.6312495283113</c:v>
                </c:pt>
                <c:pt idx="716">
                  <c:v>1013.8390271427352</c:v>
                </c:pt>
                <c:pt idx="717">
                  <c:v>1014.0460373329844</c:v>
                </c:pt>
                <c:pt idx="718">
                  <c:v>1014.252282916563</c:v>
                </c:pt>
                <c:pt idx="719">
                  <c:v>1014.457766700763</c:v>
                </c:pt>
                <c:pt idx="720">
                  <c:v>1014.6624914826879</c:v>
                </c:pt>
                <c:pt idx="721">
                  <c:v>1014.2126325228321</c:v>
                </c:pt>
                <c:pt idx="722">
                  <c:v>1013.7674789901642</c:v>
                </c:pt>
                <c:pt idx="723">
                  <c:v>1013.3269522849791</c:v>
                </c:pt>
                <c:pt idx="724">
                  <c:v>1012.8909867041679</c:v>
                </c:pt>
                <c:pt idx="725">
                  <c:v>1012.4595246778581</c:v>
                </c:pt>
                <c:pt idx="726">
                  <c:v>1012.0325139324051</c:v>
                </c:pt>
                <c:pt idx="727">
                  <c:v>1011.6099057717604</c:v>
                </c:pt>
                <c:pt idx="728">
                  <c:v>1011.1916540160436</c:v>
                </c:pt>
                <c:pt idx="729">
                  <c:v>1010.777714331549</c:v>
                </c:pt>
                <c:pt idx="730">
                  <c:v>1010.3680437975203</c:v>
                </c:pt>
                <c:pt idx="731">
                  <c:v>1009.9626006186356</c:v>
                </c:pt>
                <c:pt idx="732">
                  <c:v>1009.5613439289018</c:v>
                </c:pt>
                <c:pt idx="733">
                  <c:v>1009.1642336541513</c:v>
                </c:pt>
                <c:pt idx="734">
                  <c:v>1008.771230412926</c:v>
                </c:pt>
                <c:pt idx="735">
                  <c:v>1008.3822954429585</c:v>
                </c:pt>
                <c:pt idx="736">
                  <c:v>1007.9973905454414</c:v>
                </c:pt>
                <c:pt idx="737">
                  <c:v>1007.6164780416369</c:v>
                </c:pt>
                <c:pt idx="738">
                  <c:v>1007.2395207383433</c:v>
                </c:pt>
                <c:pt idx="739">
                  <c:v>1006.8664818999298</c:v>
                </c:pt>
                <c:pt idx="740">
                  <c:v>1006.4973252253192</c:v>
                </c:pt>
                <c:pt idx="741">
                  <c:v>1006.132014828543</c:v>
                </c:pt>
                <c:pt idx="742">
                  <c:v>1005.7705152224009</c:v>
                </c:pt>
                <c:pt idx="743">
                  <c:v>1005.4113710183731</c:v>
                </c:pt>
                <c:pt idx="744">
                  <c:v>1005.0545704352273</c:v>
                </c:pt>
                <c:pt idx="745">
                  <c:v>1004.7001017746855</c:v>
                </c:pt>
                <c:pt idx="746">
                  <c:v>1004.3479534147092</c:v>
                </c:pt>
                <c:pt idx="747">
                  <c:v>1003.9981138038681</c:v>
                </c:pt>
                <c:pt idx="748">
                  <c:v>1003.6505714563422</c:v>
                </c:pt>
                <c:pt idx="749">
                  <c:v>1003.3053149476998</c:v>
                </c:pt>
                <c:pt idx="750">
                  <c:v>1002.962332911204</c:v>
                </c:pt>
                <c:pt idx="751">
                  <c:v>1002.6216140345866</c:v>
                </c:pt>
                <c:pt idx="752">
                  <c:v>1002.2831470572528</c:v>
                </c:pt>
                <c:pt idx="753">
                  <c:v>1001.9469207677705</c:v>
                </c:pt>
                <c:pt idx="754">
                  <c:v>1001.612924001753</c:v>
                </c:pt>
                <c:pt idx="755">
                  <c:v>1001.2811456399075</c:v>
                </c:pt>
                <c:pt idx="756">
                  <c:v>1000.9515746063706</c:v>
                </c:pt>
                <c:pt idx="757">
                  <c:v>1000.6241998671973</c:v>
                </c:pt>
                <c:pt idx="758">
                  <c:v>1000.2990104290843</c:v>
                </c:pt>
                <c:pt idx="759">
                  <c:v>999.97599533812638</c:v>
                </c:pt>
                <c:pt idx="760">
                  <c:v>999.65514367885282</c:v>
                </c:pt>
                <c:pt idx="761">
                  <c:v>999.33644457329638</c:v>
                </c:pt>
                <c:pt idx="762">
                  <c:v>999.0198871801183</c:v>
                </c:pt>
                <c:pt idx="763">
                  <c:v>998.70546069398245</c:v>
                </c:pt>
                <c:pt idx="764">
                  <c:v>998.39315434480704</c:v>
                </c:pt>
                <c:pt idx="765">
                  <c:v>998.08295166084258</c:v>
                </c:pt>
                <c:pt idx="766">
                  <c:v>997.77483634362727</c:v>
                </c:pt>
                <c:pt idx="767">
                  <c:v>997.4687922652289</c:v>
                </c:pt>
                <c:pt idx="768">
                  <c:v>997.16480346572587</c:v>
                </c:pt>
                <c:pt idx="769">
                  <c:v>996.86285415060399</c:v>
                </c:pt>
                <c:pt idx="770">
                  <c:v>996.56292868835965</c:v>
                </c:pt>
                <c:pt idx="771">
                  <c:v>996.26501160805765</c:v>
                </c:pt>
                <c:pt idx="772">
                  <c:v>995.96908759704854</c:v>
                </c:pt>
                <c:pt idx="773">
                  <c:v>995.67514149866486</c:v>
                </c:pt>
                <c:pt idx="774">
                  <c:v>995.38315831003945</c:v>
                </c:pt>
                <c:pt idx="775">
                  <c:v>995.09312317989952</c:v>
                </c:pt>
                <c:pt idx="776">
                  <c:v>994.80502140654289</c:v>
                </c:pt>
                <c:pt idx="777">
                  <c:v>994.51883843568737</c:v>
                </c:pt>
                <c:pt idx="778">
                  <c:v>994.23455985852547</c:v>
                </c:pt>
                <c:pt idx="779">
                  <c:v>993.95217140969714</c:v>
                </c:pt>
                <c:pt idx="780">
                  <c:v>993.67165896541087</c:v>
                </c:pt>
                <c:pt idx="781">
                  <c:v>993.39300854153328</c:v>
                </c:pt>
                <c:pt idx="782">
                  <c:v>993.11620629171057</c:v>
                </c:pt>
                <c:pt idx="783">
                  <c:v>992.84123850561468</c:v>
                </c:pt>
                <c:pt idx="784">
                  <c:v>992.56809160707724</c:v>
                </c:pt>
                <c:pt idx="785">
                  <c:v>992.29675215243685</c:v>
                </c:pt>
                <c:pt idx="786">
                  <c:v>992.02720682875542</c:v>
                </c:pt>
                <c:pt idx="787">
                  <c:v>991.75944242898322</c:v>
                </c:pt>
                <c:pt idx="788">
                  <c:v>991.49344585109145</c:v>
                </c:pt>
                <c:pt idx="789">
                  <c:v>991.22920409710196</c:v>
                </c:pt>
                <c:pt idx="790">
                  <c:v>990.96670427228935</c:v>
                </c:pt>
                <c:pt idx="791">
                  <c:v>990.70593358430222</c:v>
                </c:pt>
                <c:pt idx="792">
                  <c:v>990.44687934225942</c:v>
                </c:pt>
                <c:pt idx="793">
                  <c:v>990.18952895594987</c:v>
                </c:pt>
                <c:pt idx="794">
                  <c:v>989.93386993501656</c:v>
                </c:pt>
                <c:pt idx="795">
                  <c:v>989.67988988810055</c:v>
                </c:pt>
                <c:pt idx="796">
                  <c:v>989.42757652207831</c:v>
                </c:pt>
                <c:pt idx="797">
                  <c:v>989.17691764118445</c:v>
                </c:pt>
                <c:pt idx="798">
                  <c:v>988.92790114631441</c:v>
                </c:pt>
                <c:pt idx="799">
                  <c:v>988.68051503419565</c:v>
                </c:pt>
                <c:pt idx="800">
                  <c:v>988.43474739660815</c:v>
                </c:pt>
                <c:pt idx="801">
                  <c:v>988.19058641962829</c:v>
                </c:pt>
                <c:pt idx="802">
                  <c:v>987.94802038291675</c:v>
                </c:pt>
                <c:pt idx="803">
                  <c:v>987.70703765888334</c:v>
                </c:pt>
                <c:pt idx="804">
                  <c:v>987.46762671202725</c:v>
                </c:pt>
                <c:pt idx="805">
                  <c:v>987.22977609818292</c:v>
                </c:pt>
                <c:pt idx="806">
                  <c:v>986.99347446375543</c:v>
                </c:pt>
                <c:pt idx="807">
                  <c:v>986.75871054504933</c:v>
                </c:pt>
                <c:pt idx="808">
                  <c:v>986.52547316755727</c:v>
                </c:pt>
                <c:pt idx="809">
                  <c:v>986.29375124509988</c:v>
                </c:pt>
                <c:pt idx="810">
                  <c:v>986.06353377912342</c:v>
                </c:pt>
                <c:pt idx="811">
                  <c:v>985.83480985785468</c:v>
                </c:pt>
                <c:pt idx="812">
                  <c:v>985.60756865557676</c:v>
                </c:pt>
                <c:pt idx="813">
                  <c:v>985.38179943183343</c:v>
                </c:pt>
                <c:pt idx="814">
                  <c:v>985.1574915306968</c:v>
                </c:pt>
                <c:pt idx="815">
                  <c:v>984.9346343800255</c:v>
                </c:pt>
                <c:pt idx="816">
                  <c:v>984.71321749073059</c:v>
                </c:pt>
                <c:pt idx="817">
                  <c:v>984.49323045606013</c:v>
                </c:pt>
                <c:pt idx="818">
                  <c:v>984.27466295086697</c:v>
                </c:pt>
                <c:pt idx="819">
                  <c:v>984.05750473091678</c:v>
                </c:pt>
                <c:pt idx="820">
                  <c:v>983.84174563218971</c:v>
                </c:pt>
                <c:pt idx="821">
                  <c:v>983.62737557017363</c:v>
                </c:pt>
                <c:pt idx="822">
                  <c:v>983.41438453918556</c:v>
                </c:pt>
                <c:pt idx="823">
                  <c:v>983.20276261172103</c:v>
                </c:pt>
                <c:pt idx="824">
                  <c:v>982.99249993775618</c:v>
                </c:pt>
                <c:pt idx="825">
                  <c:v>982.7835867440989</c:v>
                </c:pt>
                <c:pt idx="826">
                  <c:v>982.57601333373771</c:v>
                </c:pt>
                <c:pt idx="827">
                  <c:v>982.36977008519659</c:v>
                </c:pt>
                <c:pt idx="828">
                  <c:v>982.16484745188791</c:v>
                </c:pt>
                <c:pt idx="829">
                  <c:v>981.9612359614805</c:v>
                </c:pt>
                <c:pt idx="830">
                  <c:v>981.75892621527737</c:v>
                </c:pt>
                <c:pt idx="831">
                  <c:v>981.55790888761214</c:v>
                </c:pt>
                <c:pt idx="832">
                  <c:v>981.35817472521057</c:v>
                </c:pt>
                <c:pt idx="833">
                  <c:v>981.15971454658632</c:v>
                </c:pt>
                <c:pt idx="834">
                  <c:v>980.96251924146793</c:v>
                </c:pt>
                <c:pt idx="835">
                  <c:v>980.76657977015088</c:v>
                </c:pt>
                <c:pt idx="836">
                  <c:v>980.57188716296434</c:v>
                </c:pt>
                <c:pt idx="837">
                  <c:v>980.37843251964819</c:v>
                </c:pt>
                <c:pt idx="838">
                  <c:v>980.18620700878478</c:v>
                </c:pt>
                <c:pt idx="839">
                  <c:v>979.99520186725942</c:v>
                </c:pt>
                <c:pt idx="840">
                  <c:v>979.80540839963123</c:v>
                </c:pt>
                <c:pt idx="841">
                  <c:v>979.61681797760389</c:v>
                </c:pt>
                <c:pt idx="842">
                  <c:v>979.42942203948758</c:v>
                </c:pt>
                <c:pt idx="843">
                  <c:v>979.24321208961203</c:v>
                </c:pt>
                <c:pt idx="844">
                  <c:v>979.05817969778889</c:v>
                </c:pt>
                <c:pt idx="845">
                  <c:v>978.87431649881182</c:v>
                </c:pt>
                <c:pt idx="846">
                  <c:v>978.69161419184138</c:v>
                </c:pt>
                <c:pt idx="847">
                  <c:v>978.51006453995774</c:v>
                </c:pt>
                <c:pt idx="848">
                  <c:v>978.32965936957237</c:v>
                </c:pt>
                <c:pt idx="849">
                  <c:v>978.15039056992271</c:v>
                </c:pt>
                <c:pt idx="850">
                  <c:v>977.97225009259171</c:v>
                </c:pt>
                <c:pt idx="851">
                  <c:v>977.79522995093578</c:v>
                </c:pt>
                <c:pt idx="852">
                  <c:v>977.61932221963741</c:v>
                </c:pt>
                <c:pt idx="853">
                  <c:v>977.44451903412914</c:v>
                </c:pt>
                <c:pt idx="854">
                  <c:v>977.27081259019315</c:v>
                </c:pt>
                <c:pt idx="855">
                  <c:v>977.09819514339279</c:v>
                </c:pt>
                <c:pt idx="856">
                  <c:v>976.92665900858356</c:v>
                </c:pt>
                <c:pt idx="857">
                  <c:v>976.75619655948094</c:v>
                </c:pt>
                <c:pt idx="858">
                  <c:v>976.58680022813098</c:v>
                </c:pt>
                <c:pt idx="859">
                  <c:v>976.41846250446474</c:v>
                </c:pt>
                <c:pt idx="860">
                  <c:v>976.25117593582559</c:v>
                </c:pt>
                <c:pt idx="861">
                  <c:v>976.08493312645078</c:v>
                </c:pt>
                <c:pt idx="862">
                  <c:v>975.9197267370912</c:v>
                </c:pt>
                <c:pt idx="863">
                  <c:v>975.75554948447871</c:v>
                </c:pt>
                <c:pt idx="864">
                  <c:v>975.59239414093383</c:v>
                </c:pt>
                <c:pt idx="865">
                  <c:v>975.43025353384655</c:v>
                </c:pt>
                <c:pt idx="866">
                  <c:v>975.26912054529407</c:v>
                </c:pt>
                <c:pt idx="867">
                  <c:v>975.10898811155255</c:v>
                </c:pt>
                <c:pt idx="868">
                  <c:v>974.94984922269077</c:v>
                </c:pt>
                <c:pt idx="869">
                  <c:v>974.79169692210564</c:v>
                </c:pt>
                <c:pt idx="870">
                  <c:v>974.63452430610448</c:v>
                </c:pt>
                <c:pt idx="871">
                  <c:v>974.47832452346427</c:v>
                </c:pt>
                <c:pt idx="872">
                  <c:v>974.32309077506488</c:v>
                </c:pt>
                <c:pt idx="873">
                  <c:v>974.16881631336025</c:v>
                </c:pt>
                <c:pt idx="874">
                  <c:v>974.01549444208649</c:v>
                </c:pt>
                <c:pt idx="875">
                  <c:v>973.86311851574067</c:v>
                </c:pt>
                <c:pt idx="876">
                  <c:v>973.71168193923404</c:v>
                </c:pt>
                <c:pt idx="877">
                  <c:v>973.56117816748906</c:v>
                </c:pt>
                <c:pt idx="878">
                  <c:v>973.41160070498358</c:v>
                </c:pt>
                <c:pt idx="879">
                  <c:v>973.26294310541141</c:v>
                </c:pt>
                <c:pt idx="880">
                  <c:v>973.11519897125629</c:v>
                </c:pt>
                <c:pt idx="881">
                  <c:v>972.96836195339984</c:v>
                </c:pt>
                <c:pt idx="882">
                  <c:v>972.8224257507386</c:v>
                </c:pt>
                <c:pt idx="883">
                  <c:v>972.67738410981269</c:v>
                </c:pt>
                <c:pt idx="884">
                  <c:v>972.53323082438715</c:v>
                </c:pt>
                <c:pt idx="885">
                  <c:v>972.38995973512533</c:v>
                </c:pt>
                <c:pt idx="886">
                  <c:v>972.24756472914839</c:v>
                </c:pt>
                <c:pt idx="887">
                  <c:v>972.10603973972479</c:v>
                </c:pt>
                <c:pt idx="888">
                  <c:v>971.96537874585954</c:v>
                </c:pt>
                <c:pt idx="889">
                  <c:v>971.82557577195064</c:v>
                </c:pt>
                <c:pt idx="890">
                  <c:v>971.68662488742973</c:v>
                </c:pt>
                <c:pt idx="891">
                  <c:v>971.54852020634871</c:v>
                </c:pt>
                <c:pt idx="892">
                  <c:v>971.41125588712873</c:v>
                </c:pt>
                <c:pt idx="893">
                  <c:v>971.27482613208861</c:v>
                </c:pt>
                <c:pt idx="894">
                  <c:v>971.13922518718084</c:v>
                </c:pt>
                <c:pt idx="895">
                  <c:v>971.00444734160067</c:v>
                </c:pt>
                <c:pt idx="896">
                  <c:v>970.8704869274369</c:v>
                </c:pt>
                <c:pt idx="897">
                  <c:v>970.73733831938807</c:v>
                </c:pt>
                <c:pt idx="898">
                  <c:v>970.60499593432667</c:v>
                </c:pt>
                <c:pt idx="899">
                  <c:v>970.47345423106424</c:v>
                </c:pt>
                <c:pt idx="900">
                  <c:v>970.34270770993828</c:v>
                </c:pt>
                <c:pt idx="901">
                  <c:v>970.21275091253335</c:v>
                </c:pt>
                <c:pt idx="902">
                  <c:v>970.08357842133762</c:v>
                </c:pt>
                <c:pt idx="903">
                  <c:v>969.9551848593884</c:v>
                </c:pt>
                <c:pt idx="904">
                  <c:v>969.82756488999871</c:v>
                </c:pt>
                <c:pt idx="905">
                  <c:v>969.70071321642934</c:v>
                </c:pt>
                <c:pt idx="906">
                  <c:v>969.57462458150576</c:v>
                </c:pt>
                <c:pt idx="907">
                  <c:v>969.44929376740026</c:v>
                </c:pt>
                <c:pt idx="908">
                  <c:v>969.32471559527539</c:v>
                </c:pt>
                <c:pt idx="909">
                  <c:v>969.20088492495745</c:v>
                </c:pt>
                <c:pt idx="910">
                  <c:v>969.07779665464761</c:v>
                </c:pt>
                <c:pt idx="911">
                  <c:v>968.95544572063613</c:v>
                </c:pt>
                <c:pt idx="912">
                  <c:v>968.83382709697219</c:v>
                </c:pt>
                <c:pt idx="913">
                  <c:v>968.71293579516839</c:v>
                </c:pt>
                <c:pt idx="914">
                  <c:v>968.59276686392911</c:v>
                </c:pt>
                <c:pt idx="915">
                  <c:v>968.47331538882418</c:v>
                </c:pt>
                <c:pt idx="916">
                  <c:v>968.35457649203852</c:v>
                </c:pt>
                <c:pt idx="917">
                  <c:v>968.23654533203455</c:v>
                </c:pt>
                <c:pt idx="918">
                  <c:v>968.11921710328079</c:v>
                </c:pt>
                <c:pt idx="919">
                  <c:v>968.00258703601071</c:v>
                </c:pt>
                <c:pt idx="920">
                  <c:v>967.88665039588363</c:v>
                </c:pt>
                <c:pt idx="921">
                  <c:v>967.77140248371938</c:v>
                </c:pt>
                <c:pt idx="922">
                  <c:v>967.65683863525021</c:v>
                </c:pt>
                <c:pt idx="923">
                  <c:v>967.542954220811</c:v>
                </c:pt>
                <c:pt idx="924">
                  <c:v>967.42974464507756</c:v>
                </c:pt>
                <c:pt idx="925">
                  <c:v>967.31720534682267</c:v>
                </c:pt>
                <c:pt idx="926">
                  <c:v>967.20533179859467</c:v>
                </c:pt>
                <c:pt idx="927">
                  <c:v>967.09411950650008</c:v>
                </c:pt>
                <c:pt idx="928">
                  <c:v>966.98356400991872</c:v>
                </c:pt>
                <c:pt idx="929">
                  <c:v>966.87366088123565</c:v>
                </c:pt>
                <c:pt idx="930">
                  <c:v>966.76440572560261</c:v>
                </c:pt>
                <c:pt idx="931">
                  <c:v>966.6557941806642</c:v>
                </c:pt>
                <c:pt idx="932">
                  <c:v>966.54782191630068</c:v>
                </c:pt>
                <c:pt idx="933">
                  <c:v>966.44048463439208</c:v>
                </c:pt>
                <c:pt idx="934">
                  <c:v>966.33377806854276</c:v>
                </c:pt>
                <c:pt idx="935">
                  <c:v>966.22769798387264</c:v>
                </c:pt>
                <c:pt idx="936">
                  <c:v>966.1222401767252</c:v>
                </c:pt>
                <c:pt idx="937">
                  <c:v>966.01740047442524</c:v>
                </c:pt>
                <c:pt idx="938">
                  <c:v>965.91317473508195</c:v>
                </c:pt>
                <c:pt idx="939">
                  <c:v>965.80955884732089</c:v>
                </c:pt>
                <c:pt idx="940">
                  <c:v>965.70654873002013</c:v>
                </c:pt>
                <c:pt idx="941">
                  <c:v>965.60414033209588</c:v>
                </c:pt>
                <c:pt idx="942">
                  <c:v>965.50232963227904</c:v>
                </c:pt>
                <c:pt idx="943">
                  <c:v>965.40111263888821</c:v>
                </c:pt>
                <c:pt idx="944">
                  <c:v>965.300485389541</c:v>
                </c:pt>
                <c:pt idx="945">
                  <c:v>965.20044395099421</c:v>
                </c:pt>
                <c:pt idx="946">
                  <c:v>965.10098441887885</c:v>
                </c:pt>
                <c:pt idx="947">
                  <c:v>965.00210291748158</c:v>
                </c:pt>
                <c:pt idx="948">
                  <c:v>964.90379559952351</c:v>
                </c:pt>
                <c:pt idx="949">
                  <c:v>964.80605864593917</c:v>
                </c:pt>
                <c:pt idx="950">
                  <c:v>964.70888826564533</c:v>
                </c:pt>
                <c:pt idx="951">
                  <c:v>964.61228069534218</c:v>
                </c:pt>
                <c:pt idx="952">
                  <c:v>964.51623219928774</c:v>
                </c:pt>
                <c:pt idx="953">
                  <c:v>964.42073906906057</c:v>
                </c:pt>
                <c:pt idx="954">
                  <c:v>964.32579762341516</c:v>
                </c:pt>
                <c:pt idx="955">
                  <c:v>964.2314042079654</c:v>
                </c:pt>
                <c:pt idx="956">
                  <c:v>964.13755519507583</c:v>
                </c:pt>
                <c:pt idx="957">
                  <c:v>964.04424698359753</c:v>
                </c:pt>
                <c:pt idx="958">
                  <c:v>963.95147599866095</c:v>
                </c:pt>
                <c:pt idx="959">
                  <c:v>963.85923869152555</c:v>
                </c:pt>
                <c:pt idx="960">
                  <c:v>963.76753153928098</c:v>
                </c:pt>
                <c:pt idx="961">
                  <c:v>963.67635104476688</c:v>
                </c:pt>
                <c:pt idx="962">
                  <c:v>963.58569373624937</c:v>
                </c:pt>
                <c:pt idx="963">
                  <c:v>963.49555616733335</c:v>
                </c:pt>
                <c:pt idx="964">
                  <c:v>963.4059349166838</c:v>
                </c:pt>
                <c:pt idx="965">
                  <c:v>963.31682658787793</c:v>
                </c:pt>
                <c:pt idx="966">
                  <c:v>963.22822780919432</c:v>
                </c:pt>
                <c:pt idx="967">
                  <c:v>963.14013523341623</c:v>
                </c:pt>
                <c:pt idx="968">
                  <c:v>963.05254553765462</c:v>
                </c:pt>
                <c:pt idx="969">
                  <c:v>962.96545542316358</c:v>
                </c:pt>
                <c:pt idx="970">
                  <c:v>962.8788616151395</c:v>
                </c:pt>
                <c:pt idx="971">
                  <c:v>962.79276086253253</c:v>
                </c:pt>
                <c:pt idx="972">
                  <c:v>962.70714993788715</c:v>
                </c:pt>
                <c:pt idx="973">
                  <c:v>962.62202563713265</c:v>
                </c:pt>
                <c:pt idx="974">
                  <c:v>962.53738477940954</c:v>
                </c:pt>
                <c:pt idx="975">
                  <c:v>962.45322420689683</c:v>
                </c:pt>
                <c:pt idx="976">
                  <c:v>962.36954078464726</c:v>
                </c:pt>
                <c:pt idx="977">
                  <c:v>962.28633140037073</c:v>
                </c:pt>
                <c:pt idx="978">
                  <c:v>962.20359296429194</c:v>
                </c:pt>
                <c:pt idx="979">
                  <c:v>962.12132240896267</c:v>
                </c:pt>
                <c:pt idx="980">
                  <c:v>962.03951668912055</c:v>
                </c:pt>
                <c:pt idx="981">
                  <c:v>961.95817278144784</c:v>
                </c:pt>
                <c:pt idx="982">
                  <c:v>961.87728768446959</c:v>
                </c:pt>
                <c:pt idx="983">
                  <c:v>961.79685841837431</c:v>
                </c:pt>
                <c:pt idx="984">
                  <c:v>961.71688202480811</c:v>
                </c:pt>
                <c:pt idx="985">
                  <c:v>961.63735556674999</c:v>
                </c:pt>
                <c:pt idx="986">
                  <c:v>961.55827612833366</c:v>
                </c:pt>
                <c:pt idx="987">
                  <c:v>961.47964081466887</c:v>
                </c:pt>
                <c:pt idx="988">
                  <c:v>961.40144675170802</c:v>
                </c:pt>
                <c:pt idx="989">
                  <c:v>961.32369108608214</c:v>
                </c:pt>
                <c:pt idx="990">
                  <c:v>961.24637098490803</c:v>
                </c:pt>
                <c:pt idx="991">
                  <c:v>961.1694836356628</c:v>
                </c:pt>
                <c:pt idx="992">
                  <c:v>961.09302624604982</c:v>
                </c:pt>
                <c:pt idx="993">
                  <c:v>961.01699604375938</c:v>
                </c:pt>
                <c:pt idx="994">
                  <c:v>960.94139027640608</c:v>
                </c:pt>
                <c:pt idx="995">
                  <c:v>960.86620621134</c:v>
                </c:pt>
                <c:pt idx="996">
                  <c:v>960.79144113547727</c:v>
                </c:pt>
                <c:pt idx="997">
                  <c:v>960.71709235516266</c:v>
                </c:pt>
                <c:pt idx="998">
                  <c:v>960.64315719604485</c:v>
                </c:pt>
                <c:pt idx="999">
                  <c:v>960.56963300289101</c:v>
                </c:pt>
                <c:pt idx="1000">
                  <c:v>960.49651713946901</c:v>
                </c:pt>
                <c:pt idx="1001">
                  <c:v>960.42380698838542</c:v>
                </c:pt>
                <c:pt idx="1002">
                  <c:v>960.35149995093821</c:v>
                </c:pt>
                <c:pt idx="1003">
                  <c:v>960.27959344698661</c:v>
                </c:pt>
                <c:pt idx="1004">
                  <c:v>960.20808491481466</c:v>
                </c:pt>
                <c:pt idx="1005">
                  <c:v>960.13697181096359</c:v>
                </c:pt>
                <c:pt idx="1006">
                  <c:v>960.06625161010845</c:v>
                </c:pt>
                <c:pt idx="1007">
                  <c:v>959.99592180492743</c:v>
                </c:pt>
                <c:pt idx="1008">
                  <c:v>959.92597990594606</c:v>
                </c:pt>
                <c:pt idx="1009">
                  <c:v>959.85642344142423</c:v>
                </c:pt>
                <c:pt idx="1010">
                  <c:v>959.78724995719267</c:v>
                </c:pt>
                <c:pt idx="1011">
                  <c:v>959.71845701653922</c:v>
                </c:pt>
                <c:pt idx="1012">
                  <c:v>959.65004220006108</c:v>
                </c:pt>
                <c:pt idx="1013">
                  <c:v>959.58200310555583</c:v>
                </c:pt>
                <c:pt idx="1014">
                  <c:v>959.51433734786406</c:v>
                </c:pt>
                <c:pt idx="1015">
                  <c:v>959.44704255876275</c:v>
                </c:pt>
                <c:pt idx="1016">
                  <c:v>959.38011638678722</c:v>
                </c:pt>
                <c:pt idx="1017">
                  <c:v>959.31355649719433</c:v>
                </c:pt>
                <c:pt idx="1018">
                  <c:v>959.24736057174596</c:v>
                </c:pt>
                <c:pt idx="1019">
                  <c:v>959.18152630861869</c:v>
                </c:pt>
                <c:pt idx="1020">
                  <c:v>959.11605142229371</c:v>
                </c:pt>
                <c:pt idx="1021">
                  <c:v>959.05093364340996</c:v>
                </c:pt>
                <c:pt idx="1022">
                  <c:v>958.98617071864396</c:v>
                </c:pt>
                <c:pt idx="1023">
                  <c:v>958.92176041059258</c:v>
                </c:pt>
                <c:pt idx="1024">
                  <c:v>958.85770049765654</c:v>
                </c:pt>
                <c:pt idx="1025">
                  <c:v>958.79398877393521</c:v>
                </c:pt>
                <c:pt idx="1026">
                  <c:v>958.7306230490417</c:v>
                </c:pt>
                <c:pt idx="1027">
                  <c:v>958.66760114806971</c:v>
                </c:pt>
                <c:pt idx="1028">
                  <c:v>958.60492091143294</c:v>
                </c:pt>
                <c:pt idx="1029">
                  <c:v>958.54258019473218</c:v>
                </c:pt>
                <c:pt idx="1030">
                  <c:v>958.48057686867855</c:v>
                </c:pt>
                <c:pt idx="1031">
                  <c:v>958.41890881896154</c:v>
                </c:pt>
                <c:pt idx="1032">
                  <c:v>958.35757394613586</c:v>
                </c:pt>
                <c:pt idx="1033">
                  <c:v>958.29657016549368</c:v>
                </c:pt>
                <c:pt idx="1034">
                  <c:v>958.23589540699777</c:v>
                </c:pt>
                <c:pt idx="1035">
                  <c:v>958.17554761510814</c:v>
                </c:pt>
                <c:pt idx="1036">
                  <c:v>958.11552474871155</c:v>
                </c:pt>
                <c:pt idx="1037">
                  <c:v>958.05582478103599</c:v>
                </c:pt>
                <c:pt idx="1038">
                  <c:v>957.99644569948089</c:v>
                </c:pt>
                <c:pt idx="1039">
                  <c:v>957.93738550553189</c:v>
                </c:pt>
                <c:pt idx="1040">
                  <c:v>957.87864221470431</c:v>
                </c:pt>
                <c:pt idx="1041">
                  <c:v>957.82021385635778</c:v>
                </c:pt>
                <c:pt idx="1042">
                  <c:v>957.76209847364703</c:v>
                </c:pt>
                <c:pt idx="1043">
                  <c:v>957.70429412339843</c:v>
                </c:pt>
                <c:pt idx="1044">
                  <c:v>957.64679887600505</c:v>
                </c:pt>
                <c:pt idx="1045">
                  <c:v>957.58961081534346</c:v>
                </c:pt>
                <c:pt idx="1046">
                  <c:v>957.53272803863524</c:v>
                </c:pt>
                <c:pt idx="1047">
                  <c:v>957.47614865638093</c:v>
                </c:pt>
                <c:pt idx="1048">
                  <c:v>957.41987079224816</c:v>
                </c:pt>
                <c:pt idx="1049">
                  <c:v>957.36389258296265</c:v>
                </c:pt>
                <c:pt idx="1050">
                  <c:v>957.30821217822552</c:v>
                </c:pt>
                <c:pt idx="1051">
                  <c:v>957.25282774061236</c:v>
                </c:pt>
                <c:pt idx="1052">
                  <c:v>957.19773744545046</c:v>
                </c:pt>
                <c:pt idx="1053">
                  <c:v>957.14293948078523</c:v>
                </c:pt>
                <c:pt idx="1054">
                  <c:v>957.08843204721029</c:v>
                </c:pt>
                <c:pt idx="1055">
                  <c:v>957.0342133578165</c:v>
                </c:pt>
                <c:pt idx="1056">
                  <c:v>956.98028163808783</c:v>
                </c:pt>
                <c:pt idx="1057">
                  <c:v>956.92663512581873</c:v>
                </c:pt>
                <c:pt idx="1058">
                  <c:v>956.87327207100441</c:v>
                </c:pt>
                <c:pt idx="1059">
                  <c:v>956.82019073576419</c:v>
                </c:pt>
                <c:pt idx="1060">
                  <c:v>956.76738939422546</c:v>
                </c:pt>
                <c:pt idx="1061">
                  <c:v>956.7148663324665</c:v>
                </c:pt>
                <c:pt idx="1062">
                  <c:v>956.66261984841367</c:v>
                </c:pt>
                <c:pt idx="1063">
                  <c:v>956.61064825174708</c:v>
                </c:pt>
                <c:pt idx="1064">
                  <c:v>956.5589498638127</c:v>
                </c:pt>
                <c:pt idx="1065">
                  <c:v>956.50752301754812</c:v>
                </c:pt>
                <c:pt idx="1066">
                  <c:v>956.45636605736809</c:v>
                </c:pt>
                <c:pt idx="1067">
                  <c:v>956.4054773391191</c:v>
                </c:pt>
                <c:pt idx="1068">
                  <c:v>956.35485522997055</c:v>
                </c:pt>
                <c:pt idx="1069">
                  <c:v>956.30449810829202</c:v>
                </c:pt>
                <c:pt idx="1070">
                  <c:v>956.25440436367296</c:v>
                </c:pt>
                <c:pt idx="1071">
                  <c:v>956.2045723967251</c:v>
                </c:pt>
                <c:pt idx="1072">
                  <c:v>956.15500061905118</c:v>
                </c:pt>
                <c:pt idx="1073">
                  <c:v>956.10568745320165</c:v>
                </c:pt>
                <c:pt idx="1074">
                  <c:v>956.05663133251733</c:v>
                </c:pt>
                <c:pt idx="1075">
                  <c:v>956.00783070108776</c:v>
                </c:pt>
                <c:pt idx="1076">
                  <c:v>955.9592840136736</c:v>
                </c:pt>
                <c:pt idx="1077">
                  <c:v>955.91098973562964</c:v>
                </c:pt>
                <c:pt idx="1078">
                  <c:v>955.86294634279591</c:v>
                </c:pt>
                <c:pt idx="1079">
                  <c:v>955.81515232147342</c:v>
                </c:pt>
                <c:pt idx="1080">
                  <c:v>955.76760616826539</c:v>
                </c:pt>
                <c:pt idx="1081">
                  <c:v>955.72784497052066</c:v>
                </c:pt>
                <c:pt idx="1082">
                  <c:v>955.6882833568327</c:v>
                </c:pt>
                <c:pt idx="1083">
                  <c:v>955.64891692337778</c:v>
                </c:pt>
                <c:pt idx="1084">
                  <c:v>955.60974238583822</c:v>
                </c:pt>
                <c:pt idx="1085">
                  <c:v>955.57075715726228</c:v>
                </c:pt>
                <c:pt idx="1086">
                  <c:v>955.53195909670251</c:v>
                </c:pt>
                <c:pt idx="1087">
                  <c:v>955.4933463570701</c:v>
                </c:pt>
                <c:pt idx="1088">
                  <c:v>955.45491729120351</c:v>
                </c:pt>
                <c:pt idx="1089">
                  <c:v>955.41667039267145</c:v>
                </c:pt>
                <c:pt idx="1090">
                  <c:v>955.37860425759425</c:v>
                </c:pt>
                <c:pt idx="1091">
                  <c:v>955.34071755933962</c:v>
                </c:pt>
                <c:pt idx="1092">
                  <c:v>955.30300903131945</c:v>
                </c:pt>
                <c:pt idx="1093">
                  <c:v>955.26547745504161</c:v>
                </c:pt>
                <c:pt idx="1094">
                  <c:v>955.22812165150049</c:v>
                </c:pt>
                <c:pt idx="1095">
                  <c:v>955.19094047485351</c:v>
                </c:pt>
                <c:pt idx="1096">
                  <c:v>955.15393280767591</c:v>
                </c:pt>
                <c:pt idx="1097">
                  <c:v>955.11709755732727</c:v>
                </c:pt>
                <c:pt idx="1098">
                  <c:v>955.08043365306162</c:v>
                </c:pt>
                <c:pt idx="1099">
                  <c:v>955.04394004372887</c:v>
                </c:pt>
                <c:pt idx="1100">
                  <c:v>955.00761569596727</c:v>
                </c:pt>
                <c:pt idx="1101">
                  <c:v>954.97145959261218</c:v>
                </c:pt>
                <c:pt idx="1102">
                  <c:v>954.93547073145191</c:v>
                </c:pt>
                <c:pt idx="1103">
                  <c:v>954.89977545951319</c:v>
                </c:pt>
                <c:pt idx="1104">
                  <c:v>954.86437074398248</c:v>
                </c:pt>
                <c:pt idx="1105">
                  <c:v>954.8292535891544</c:v>
                </c:pt>
                <c:pt idx="1106">
                  <c:v>954.79442103550321</c:v>
                </c:pt>
                <c:pt idx="1107">
                  <c:v>954.75987015880969</c:v>
                </c:pt>
                <c:pt idx="1108">
                  <c:v>954.72559806936158</c:v>
                </c:pt>
                <c:pt idx="1109">
                  <c:v>954.69160191125241</c:v>
                </c:pt>
                <c:pt idx="1110">
                  <c:v>954.65787886168084</c:v>
                </c:pt>
                <c:pt idx="1111">
                  <c:v>954.62442613035034</c:v>
                </c:pt>
                <c:pt idx="1112">
                  <c:v>954.59124095886591</c:v>
                </c:pt>
                <c:pt idx="1113">
                  <c:v>954.55832062017578</c:v>
                </c:pt>
                <c:pt idx="1114">
                  <c:v>954.52566241806232</c:v>
                </c:pt>
                <c:pt idx="1115">
                  <c:v>954.49326368666118</c:v>
                </c:pt>
                <c:pt idx="1116">
                  <c:v>954.46112178993349</c:v>
                </c:pt>
                <c:pt idx="1117">
                  <c:v>954.4292341212697</c:v>
                </c:pt>
                <c:pt idx="1118">
                  <c:v>954.39759810303417</c:v>
                </c:pt>
                <c:pt idx="1119">
                  <c:v>954.36621118612095</c:v>
                </c:pt>
                <c:pt idx="1120">
                  <c:v>954.33507084962366</c:v>
                </c:pt>
                <c:pt idx="1121">
                  <c:v>954.30417460035574</c:v>
                </c:pt>
                <c:pt idx="1122">
                  <c:v>954.27351997256164</c:v>
                </c:pt>
                <c:pt idx="1123">
                  <c:v>954.24310452747989</c:v>
                </c:pt>
                <c:pt idx="1124">
                  <c:v>954.21292585304468</c:v>
                </c:pt>
                <c:pt idx="1125">
                  <c:v>954.18298207780174</c:v>
                </c:pt>
                <c:pt idx="1126">
                  <c:v>954.15327134384006</c:v>
                </c:pt>
                <c:pt idx="1127">
                  <c:v>954.12379180664414</c:v>
                </c:pt>
                <c:pt idx="1128">
                  <c:v>954.09454163499709</c:v>
                </c:pt>
                <c:pt idx="1129">
                  <c:v>954.06551901083367</c:v>
                </c:pt>
                <c:pt idx="1130">
                  <c:v>954.03672212914557</c:v>
                </c:pt>
                <c:pt idx="1131">
                  <c:v>954.00814919790548</c:v>
                </c:pt>
                <c:pt idx="1132">
                  <c:v>953.9797984378921</c:v>
                </c:pt>
                <c:pt idx="1133">
                  <c:v>953.95166808266686</c:v>
                </c:pt>
                <c:pt idx="1134">
                  <c:v>953.92375637840246</c:v>
                </c:pt>
                <c:pt idx="1135">
                  <c:v>953.896061583848</c:v>
                </c:pt>
                <c:pt idx="1136">
                  <c:v>953.86858197021684</c:v>
                </c:pt>
                <c:pt idx="1137">
                  <c:v>953.84131582108853</c:v>
                </c:pt>
                <c:pt idx="1138">
                  <c:v>953.81426143230146</c:v>
                </c:pt>
                <c:pt idx="1139">
                  <c:v>953.78741711191299</c:v>
                </c:pt>
                <c:pt idx="1140">
                  <c:v>953.76078118009139</c:v>
                </c:pt>
                <c:pt idx="1141">
                  <c:v>953.73435196901642</c:v>
                </c:pt>
                <c:pt idx="1142">
                  <c:v>953.70812782282985</c:v>
                </c:pt>
                <c:pt idx="1143">
                  <c:v>953.68210709752088</c:v>
                </c:pt>
                <c:pt idx="1144">
                  <c:v>953.6562881608952</c:v>
                </c:pt>
                <c:pt idx="1145">
                  <c:v>953.63066939242299</c:v>
                </c:pt>
                <c:pt idx="1146">
                  <c:v>953.60524918326621</c:v>
                </c:pt>
                <c:pt idx="1147">
                  <c:v>953.58002593818094</c:v>
                </c:pt>
                <c:pt idx="1148">
                  <c:v>953.55499807542105</c:v>
                </c:pt>
                <c:pt idx="1149">
                  <c:v>953.53016402661228</c:v>
                </c:pt>
                <c:pt idx="1150">
                  <c:v>953.50552223659088</c:v>
                </c:pt>
                <c:pt idx="1151">
                  <c:v>953.4810711632839</c:v>
                </c:pt>
                <c:pt idx="1152">
                  <c:v>953.4568092775545</c:v>
                </c:pt>
                <c:pt idx="1153">
                  <c:v>953.43273506311914</c:v>
                </c:pt>
                <c:pt idx="1154">
                  <c:v>953.40884701635252</c:v>
                </c:pt>
                <c:pt idx="1155">
                  <c:v>953.38514364622051</c:v>
                </c:pt>
                <c:pt idx="1156">
                  <c:v>953.36162347411573</c:v>
                </c:pt>
                <c:pt idx="1157">
                  <c:v>953.33828503377481</c:v>
                </c:pt>
                <c:pt idx="1158">
                  <c:v>953.3151268711166</c:v>
                </c:pt>
                <c:pt idx="1159">
                  <c:v>953.29214754413294</c:v>
                </c:pt>
                <c:pt idx="1160">
                  <c:v>953.2693456227953</c:v>
                </c:pt>
                <c:pt idx="1161">
                  <c:v>953.24671968890345</c:v>
                </c:pt>
                <c:pt idx="1162">
                  <c:v>953.22426833601162</c:v>
                </c:pt>
                <c:pt idx="1163">
                  <c:v>953.20199016926756</c:v>
                </c:pt>
                <c:pt idx="1164">
                  <c:v>953.17988380535382</c:v>
                </c:pt>
                <c:pt idx="1165">
                  <c:v>953.15794787232676</c:v>
                </c:pt>
                <c:pt idx="1166">
                  <c:v>953.13618100955705</c:v>
                </c:pt>
                <c:pt idx="1167">
                  <c:v>953.11458186756374</c:v>
                </c:pt>
                <c:pt idx="1168">
                  <c:v>953.09314910797559</c:v>
                </c:pt>
                <c:pt idx="1169">
                  <c:v>953.07188140338792</c:v>
                </c:pt>
                <c:pt idx="1170">
                  <c:v>953.05077743727804</c:v>
                </c:pt>
                <c:pt idx="1171">
                  <c:v>953.02983590393092</c:v>
                </c:pt>
                <c:pt idx="1172">
                  <c:v>953.00905550831351</c:v>
                </c:pt>
                <c:pt idx="1173">
                  <c:v>952.98843496600648</c:v>
                </c:pt>
                <c:pt idx="1174">
                  <c:v>952.96797300311846</c:v>
                </c:pt>
                <c:pt idx="1175">
                  <c:v>952.94766835616417</c:v>
                </c:pt>
                <c:pt idx="1176">
                  <c:v>952.92751977200805</c:v>
                </c:pt>
                <c:pt idx="1177">
                  <c:v>952.90752600775829</c:v>
                </c:pt>
                <c:pt idx="1178">
                  <c:v>952.8876858306736</c:v>
                </c:pt>
                <c:pt idx="1179">
                  <c:v>952.86799801811082</c:v>
                </c:pt>
                <c:pt idx="1180">
                  <c:v>952.84846135739326</c:v>
                </c:pt>
                <c:pt idx="1181">
                  <c:v>952.82907464575885</c:v>
                </c:pt>
                <c:pt idx="1182">
                  <c:v>952.80983669024829</c:v>
                </c:pt>
                <c:pt idx="1183">
                  <c:v>952.79074630765831</c:v>
                </c:pt>
                <c:pt idx="1184">
                  <c:v>952.77180232441651</c:v>
                </c:pt>
                <c:pt idx="1185">
                  <c:v>952.75300357654237</c:v>
                </c:pt>
                <c:pt idx="1186">
                  <c:v>952.73434890952421</c:v>
                </c:pt>
                <c:pt idx="1187">
                  <c:v>952.71583717826161</c:v>
                </c:pt>
                <c:pt idx="1188">
                  <c:v>952.69746724700065</c:v>
                </c:pt>
                <c:pt idx="1189">
                  <c:v>952.67923798921152</c:v>
                </c:pt>
                <c:pt idx="1190">
                  <c:v>952.66114828754928</c:v>
                </c:pt>
                <c:pt idx="1191">
                  <c:v>952.64319703376407</c:v>
                </c:pt>
                <c:pt idx="1192">
                  <c:v>952.62538312861966</c:v>
                </c:pt>
                <c:pt idx="1193">
                  <c:v>952.60770548181654</c:v>
                </c:pt>
                <c:pt idx="1194">
                  <c:v>952.59016301193174</c:v>
                </c:pt>
                <c:pt idx="1195">
                  <c:v>952.57275464630902</c:v>
                </c:pt>
                <c:pt idx="1196">
                  <c:v>952.55547932104776</c:v>
                </c:pt>
                <c:pt idx="1197">
                  <c:v>952.53833598085259</c:v>
                </c:pt>
                <c:pt idx="1198">
                  <c:v>952.52132357901303</c:v>
                </c:pt>
                <c:pt idx="1199">
                  <c:v>952.50444107733142</c:v>
                </c:pt>
                <c:pt idx="1200">
                  <c:v>952.487687446015</c:v>
                </c:pt>
                <c:pt idx="1201">
                  <c:v>952.47106166364108</c:v>
                </c:pt>
                <c:pt idx="1202">
                  <c:v>952.45456271707258</c:v>
                </c:pt>
                <c:pt idx="1203">
                  <c:v>952.43818960137742</c:v>
                </c:pt>
                <c:pt idx="1204">
                  <c:v>952.42194131979772</c:v>
                </c:pt>
                <c:pt idx="1205">
                  <c:v>952.40581688364261</c:v>
                </c:pt>
                <c:pt idx="1206">
                  <c:v>952.38981531221543</c:v>
                </c:pt>
                <c:pt idx="1207">
                  <c:v>952.37393563280352</c:v>
                </c:pt>
                <c:pt idx="1208">
                  <c:v>952.35817688054669</c:v>
                </c:pt>
                <c:pt idx="1209">
                  <c:v>952.34253809840936</c:v>
                </c:pt>
                <c:pt idx="1210">
                  <c:v>952.32701833710621</c:v>
                </c:pt>
                <c:pt idx="1211">
                  <c:v>952.31161665502884</c:v>
                </c:pt>
                <c:pt idx="1212">
                  <c:v>952.29633211820465</c:v>
                </c:pt>
                <c:pt idx="1213">
                  <c:v>952.2811638002031</c:v>
                </c:pt>
                <c:pt idx="1214">
                  <c:v>952.26611078210203</c:v>
                </c:pt>
                <c:pt idx="1215">
                  <c:v>952.25117215239493</c:v>
                </c:pt>
                <c:pt idx="1216">
                  <c:v>952.23634700696846</c:v>
                </c:pt>
                <c:pt idx="1217">
                  <c:v>952.221634448994</c:v>
                </c:pt>
                <c:pt idx="1218">
                  <c:v>952.20703358891956</c:v>
                </c:pt>
                <c:pt idx="1219">
                  <c:v>952.192543544361</c:v>
                </c:pt>
                <c:pt idx="1220">
                  <c:v>952.17816344006758</c:v>
                </c:pt>
                <c:pt idx="1221">
                  <c:v>952.16389240786145</c:v>
                </c:pt>
                <c:pt idx="1222">
                  <c:v>952.14972958658427</c:v>
                </c:pt>
                <c:pt idx="1223">
                  <c:v>952.13567412201871</c:v>
                </c:pt>
                <c:pt idx="1224">
                  <c:v>952.12172516686246</c:v>
                </c:pt>
                <c:pt idx="1225">
                  <c:v>952.10788188061713</c:v>
                </c:pt>
                <c:pt idx="1226">
                  <c:v>952.09414342960781</c:v>
                </c:pt>
                <c:pt idx="1227">
                  <c:v>952.08050898686975</c:v>
                </c:pt>
                <c:pt idx="1228">
                  <c:v>952.06697773210067</c:v>
                </c:pt>
                <c:pt idx="1229">
                  <c:v>952.05354885162365</c:v>
                </c:pt>
                <c:pt idx="1230">
                  <c:v>952.04022153832057</c:v>
                </c:pt>
                <c:pt idx="1231">
                  <c:v>952.02699499159871</c:v>
                </c:pt>
                <c:pt idx="1232">
                  <c:v>952.01386841727765</c:v>
                </c:pt>
                <c:pt idx="1233">
                  <c:v>952.00084102762776</c:v>
                </c:pt>
                <c:pt idx="1234">
                  <c:v>951.98791204122847</c:v>
                </c:pt>
                <c:pt idx="1235">
                  <c:v>951.97508068297179</c:v>
                </c:pt>
                <c:pt idx="1236">
                  <c:v>951.96234618400536</c:v>
                </c:pt>
                <c:pt idx="1237">
                  <c:v>951.94970778164111</c:v>
                </c:pt>
                <c:pt idx="1238">
                  <c:v>951.93716471935602</c:v>
                </c:pt>
                <c:pt idx="1239">
                  <c:v>951.9247162467027</c:v>
                </c:pt>
                <c:pt idx="1240">
                  <c:v>951.91236161928407</c:v>
                </c:pt>
                <c:pt idx="1241">
                  <c:v>951.90010009869945</c:v>
                </c:pt>
                <c:pt idx="1242">
                  <c:v>951.88793095247524</c:v>
                </c:pt>
                <c:pt idx="1243">
                  <c:v>951.87585345404568</c:v>
                </c:pt>
                <c:pt idx="1244">
                  <c:v>951.86386688268215</c:v>
                </c:pt>
                <c:pt idx="1245">
                  <c:v>951.85197052344927</c:v>
                </c:pt>
                <c:pt idx="1246">
                  <c:v>951.84016366717719</c:v>
                </c:pt>
                <c:pt idx="1247">
                  <c:v>951.82844561038121</c:v>
                </c:pt>
                <c:pt idx="1248">
                  <c:v>951.81681565523797</c:v>
                </c:pt>
                <c:pt idx="1249">
                  <c:v>951.80527310953642</c:v>
                </c:pt>
                <c:pt idx="1250">
                  <c:v>951.79381728663361</c:v>
                </c:pt>
                <c:pt idx="1251">
                  <c:v>951.78244750538511</c:v>
                </c:pt>
                <c:pt idx="1252">
                  <c:v>951.7711630901423</c:v>
                </c:pt>
                <c:pt idx="1253">
                  <c:v>951.75996337066738</c:v>
                </c:pt>
                <c:pt idx="1254">
                  <c:v>951.74884768211132</c:v>
                </c:pt>
                <c:pt idx="1255">
                  <c:v>951.73781536497529</c:v>
                </c:pt>
                <c:pt idx="1256">
                  <c:v>951.72686576502872</c:v>
                </c:pt>
                <c:pt idx="1257">
                  <c:v>951.71599823332372</c:v>
                </c:pt>
                <c:pt idx="1258">
                  <c:v>951.70521212609412</c:v>
                </c:pt>
                <c:pt idx="1259">
                  <c:v>951.69450680476086</c:v>
                </c:pt>
                <c:pt idx="1260">
                  <c:v>951.6838816358777</c:v>
                </c:pt>
                <c:pt idx="1261">
                  <c:v>951.67333599103574</c:v>
                </c:pt>
                <c:pt idx="1262">
                  <c:v>951.6628692469219</c:v>
                </c:pt>
                <c:pt idx="1263">
                  <c:v>951.65248078518482</c:v>
                </c:pt>
                <c:pt idx="1264">
                  <c:v>951.64216999244809</c:v>
                </c:pt>
                <c:pt idx="1265">
                  <c:v>951.63193626025009</c:v>
                </c:pt>
                <c:pt idx="1266">
                  <c:v>951.62177898501477</c:v>
                </c:pt>
                <c:pt idx="1267">
                  <c:v>951.61169756798085</c:v>
                </c:pt>
                <c:pt idx="1268">
                  <c:v>951.60169141522329</c:v>
                </c:pt>
                <c:pt idx="1269">
                  <c:v>951.59175993754843</c:v>
                </c:pt>
                <c:pt idx="1270">
                  <c:v>951.58190255048419</c:v>
                </c:pt>
                <c:pt idx="1271">
                  <c:v>951.57211867426236</c:v>
                </c:pt>
                <c:pt idx="1272">
                  <c:v>951.5624077337369</c:v>
                </c:pt>
                <c:pt idx="1273">
                  <c:v>951.55276915837476</c:v>
                </c:pt>
                <c:pt idx="1274">
                  <c:v>951.54320238222101</c:v>
                </c:pt>
                <c:pt idx="1275">
                  <c:v>951.53370684383992</c:v>
                </c:pt>
                <c:pt idx="1276">
                  <c:v>951.52428198629389</c:v>
                </c:pt>
                <c:pt idx="1277">
                  <c:v>951.51492725710898</c:v>
                </c:pt>
                <c:pt idx="1278">
                  <c:v>951.50564210823518</c:v>
                </c:pt>
                <c:pt idx="1279">
                  <c:v>951.49642599599019</c:v>
                </c:pt>
                <c:pt idx="1280">
                  <c:v>951.48727838105401</c:v>
                </c:pt>
                <c:pt idx="1281">
                  <c:v>951.47819872843684</c:v>
                </c:pt>
                <c:pt idx="1282">
                  <c:v>951.46918650739678</c:v>
                </c:pt>
                <c:pt idx="1283">
                  <c:v>951.46024119147137</c:v>
                </c:pt>
                <c:pt idx="1284">
                  <c:v>951.45136225836677</c:v>
                </c:pt>
                <c:pt idx="1285">
                  <c:v>951.44254919000321</c:v>
                </c:pt>
                <c:pt idx="1286">
                  <c:v>951.43380147242419</c:v>
                </c:pt>
                <c:pt idx="1287">
                  <c:v>951.42511859579224</c:v>
                </c:pt>
                <c:pt idx="1288">
                  <c:v>951.41650005432655</c:v>
                </c:pt>
                <c:pt idx="1289">
                  <c:v>951.40794534631073</c:v>
                </c:pt>
                <c:pt idx="1290">
                  <c:v>951.39945397401812</c:v>
                </c:pt>
                <c:pt idx="1291">
                  <c:v>951.39102544370508</c:v>
                </c:pt>
                <c:pt idx="1292">
                  <c:v>951.3826592655854</c:v>
                </c:pt>
                <c:pt idx="1293">
                  <c:v>951.37435495376417</c:v>
                </c:pt>
                <c:pt idx="1294">
                  <c:v>951.3661120262376</c:v>
                </c:pt>
                <c:pt idx="1295">
                  <c:v>951.35793000485296</c:v>
                </c:pt>
                <c:pt idx="1296">
                  <c:v>951.34980841526317</c:v>
                </c:pt>
                <c:pt idx="1297">
                  <c:v>951.34174678692318</c:v>
                </c:pt>
                <c:pt idx="1298">
                  <c:v>951.3337446530345</c:v>
                </c:pt>
                <c:pt idx="1299">
                  <c:v>951.3258015505221</c:v>
                </c:pt>
                <c:pt idx="1300">
                  <c:v>951.31791702001556</c:v>
                </c:pt>
                <c:pt idx="1301">
                  <c:v>951.31009060579504</c:v>
                </c:pt>
                <c:pt idx="1302">
                  <c:v>951.30232185579212</c:v>
                </c:pt>
                <c:pt idx="1303">
                  <c:v>951.29461032153824</c:v>
                </c:pt>
                <c:pt idx="1304">
                  <c:v>951.28695555813181</c:v>
                </c:pt>
                <c:pt idx="1305">
                  <c:v>951.27935712423118</c:v>
                </c:pt>
                <c:pt idx="1306">
                  <c:v>951.2718145820138</c:v>
                </c:pt>
                <c:pt idx="1307">
                  <c:v>951.2643274971407</c:v>
                </c:pt>
                <c:pt idx="1308">
                  <c:v>951.25689543873614</c:v>
                </c:pt>
                <c:pt idx="1309">
                  <c:v>951.24951797935717</c:v>
                </c:pt>
                <c:pt idx="1310">
                  <c:v>951.24219469498405</c:v>
                </c:pt>
                <c:pt idx="1311">
                  <c:v>951.23492516494321</c:v>
                </c:pt>
                <c:pt idx="1312">
                  <c:v>951.22770897194221</c:v>
                </c:pt>
                <c:pt idx="1313">
                  <c:v>951.22054570199668</c:v>
                </c:pt>
                <c:pt idx="1314">
                  <c:v>951.2134349444284</c:v>
                </c:pt>
                <c:pt idx="1315">
                  <c:v>951.20637629182022</c:v>
                </c:pt>
                <c:pt idx="1316">
                  <c:v>951.19936934000771</c:v>
                </c:pt>
                <c:pt idx="1317">
                  <c:v>951.19241368803648</c:v>
                </c:pt>
                <c:pt idx="1318">
                  <c:v>951.18550893815006</c:v>
                </c:pt>
                <c:pt idx="1319">
                  <c:v>951.17865469576327</c:v>
                </c:pt>
                <c:pt idx="1320">
                  <c:v>951.17185056941173</c:v>
                </c:pt>
                <c:pt idx="1321">
                  <c:v>951.16509617076724</c:v>
                </c:pt>
                <c:pt idx="1322">
                  <c:v>951.15839111457183</c:v>
                </c:pt>
                <c:pt idx="1323">
                  <c:v>951.15173501865627</c:v>
                </c:pt>
                <c:pt idx="1324">
                  <c:v>951.14512750387041</c:v>
                </c:pt>
                <c:pt idx="1325">
                  <c:v>951.13856819407954</c:v>
                </c:pt>
                <c:pt idx="1326">
                  <c:v>951.13205671615844</c:v>
                </c:pt>
                <c:pt idx="1327">
                  <c:v>951.12559269993631</c:v>
                </c:pt>
                <c:pt idx="1328">
                  <c:v>951.11917577817553</c:v>
                </c:pt>
                <c:pt idx="1329">
                  <c:v>951.11280558657916</c:v>
                </c:pt>
                <c:pt idx="1330">
                  <c:v>951.10648176372865</c:v>
                </c:pt>
                <c:pt idx="1331">
                  <c:v>951.1002039510837</c:v>
                </c:pt>
                <c:pt idx="1332">
                  <c:v>951.09397179295377</c:v>
                </c:pt>
                <c:pt idx="1333">
                  <c:v>951.0877849364781</c:v>
                </c:pt>
                <c:pt idx="1334">
                  <c:v>951.08164303158651</c:v>
                </c:pt>
                <c:pt idx="1335">
                  <c:v>951.07554573099026</c:v>
                </c:pt>
                <c:pt idx="1336">
                  <c:v>951.06949269018571</c:v>
                </c:pt>
                <c:pt idx="1337">
                  <c:v>951.06348356736669</c:v>
                </c:pt>
                <c:pt idx="1338">
                  <c:v>951.05751802345742</c:v>
                </c:pt>
                <c:pt idx="1339">
                  <c:v>951.05159572208277</c:v>
                </c:pt>
                <c:pt idx="1340">
                  <c:v>951.04571632952491</c:v>
                </c:pt>
                <c:pt idx="1341">
                  <c:v>951.03987951472448</c:v>
                </c:pt>
                <c:pt idx="1342">
                  <c:v>951.03408494923224</c:v>
                </c:pt>
                <c:pt idx="1343">
                  <c:v>951.02833230721853</c:v>
                </c:pt>
                <c:pt idx="1344">
                  <c:v>951.02262126544383</c:v>
                </c:pt>
                <c:pt idx="1345">
                  <c:v>951.01695150321746</c:v>
                </c:pt>
                <c:pt idx="1346">
                  <c:v>951.01132270239839</c:v>
                </c:pt>
                <c:pt idx="1347">
                  <c:v>951.00573454737378</c:v>
                </c:pt>
                <c:pt idx="1348">
                  <c:v>951.00018672502642</c:v>
                </c:pt>
                <c:pt idx="1349">
                  <c:v>950.99467892472023</c:v>
                </c:pt>
                <c:pt idx="1350">
                  <c:v>950.98921083829168</c:v>
                </c:pt>
                <c:pt idx="1351">
                  <c:v>950.98378216000356</c:v>
                </c:pt>
                <c:pt idx="1352">
                  <c:v>950.97839258655586</c:v>
                </c:pt>
                <c:pt idx="1353">
                  <c:v>950.97304181704658</c:v>
                </c:pt>
                <c:pt idx="1354">
                  <c:v>950.96772955295785</c:v>
                </c:pt>
                <c:pt idx="1355">
                  <c:v>950.96245549813386</c:v>
                </c:pt>
                <c:pt idx="1356">
                  <c:v>950.95721935876747</c:v>
                </c:pt>
                <c:pt idx="1357">
                  <c:v>950.95202084337041</c:v>
                </c:pt>
                <c:pt idx="1358">
                  <c:v>950.94685966277859</c:v>
                </c:pt>
                <c:pt idx="1359">
                  <c:v>950.9417355301066</c:v>
                </c:pt>
                <c:pt idx="1360">
                  <c:v>950.9366481607392</c:v>
                </c:pt>
                <c:pt idx="1361">
                  <c:v>950.9315972723191</c:v>
                </c:pt>
                <c:pt idx="1362">
                  <c:v>950.9265825847059</c:v>
                </c:pt>
                <c:pt idx="1363">
                  <c:v>950.9216038200093</c:v>
                </c:pt>
                <c:pt idx="1364">
                  <c:v>950.91666070250585</c:v>
                </c:pt>
                <c:pt idx="1365">
                  <c:v>950.9117529586764</c:v>
                </c:pt>
                <c:pt idx="1366">
                  <c:v>950.90688031714342</c:v>
                </c:pt>
                <c:pt idx="1367">
                  <c:v>950.90204250869056</c:v>
                </c:pt>
                <c:pt idx="1368">
                  <c:v>950.89723926622912</c:v>
                </c:pt>
                <c:pt idx="1369">
                  <c:v>950.89247032477988</c:v>
                </c:pt>
                <c:pt idx="1370">
                  <c:v>950.8877354214485</c:v>
                </c:pt>
                <c:pt idx="1371">
                  <c:v>950.88303429543362</c:v>
                </c:pt>
                <c:pt idx="1372">
                  <c:v>950.87836668799298</c:v>
                </c:pt>
                <c:pt idx="1373">
                  <c:v>950.87373234242432</c:v>
                </c:pt>
                <c:pt idx="1374">
                  <c:v>950.86913100404831</c:v>
                </c:pt>
                <c:pt idx="1375">
                  <c:v>950.86456242020529</c:v>
                </c:pt>
                <c:pt idx="1376">
                  <c:v>950.86002634022714</c:v>
                </c:pt>
                <c:pt idx="1377">
                  <c:v>950.85552251542481</c:v>
                </c:pt>
                <c:pt idx="1378">
                  <c:v>950.85105069908707</c:v>
                </c:pt>
                <c:pt idx="1379">
                  <c:v>950.84661064642785</c:v>
                </c:pt>
                <c:pt idx="1380">
                  <c:v>950.8422021146132</c:v>
                </c:pt>
                <c:pt idx="1381">
                  <c:v>950.83782486270513</c:v>
                </c:pt>
                <c:pt idx="1382">
                  <c:v>950.83347865169253</c:v>
                </c:pt>
                <c:pt idx="1383">
                  <c:v>950.82916324442817</c:v>
                </c:pt>
                <c:pt idx="1384">
                  <c:v>950.82487840563658</c:v>
                </c:pt>
                <c:pt idx="1385">
                  <c:v>950.82062390192743</c:v>
                </c:pt>
                <c:pt idx="1386">
                  <c:v>950.81639950171484</c:v>
                </c:pt>
                <c:pt idx="1387">
                  <c:v>950.81220497525669</c:v>
                </c:pt>
                <c:pt idx="1388">
                  <c:v>950.80804009462122</c:v>
                </c:pt>
                <c:pt idx="1389">
                  <c:v>950.80390463366643</c:v>
                </c:pt>
                <c:pt idx="1390">
                  <c:v>950.79979836804841</c:v>
                </c:pt>
                <c:pt idx="1391">
                  <c:v>950.79572107517856</c:v>
                </c:pt>
                <c:pt idx="1392">
                  <c:v>950.79167253422179</c:v>
                </c:pt>
                <c:pt idx="1393">
                  <c:v>950.78765252609026</c:v>
                </c:pt>
                <c:pt idx="1394">
                  <c:v>950.78366083341916</c:v>
                </c:pt>
                <c:pt idx="1395">
                  <c:v>950.77969724055799</c:v>
                </c:pt>
                <c:pt idx="1396">
                  <c:v>950.77576153354471</c:v>
                </c:pt>
                <c:pt idx="1397">
                  <c:v>950.77185350011689</c:v>
                </c:pt>
                <c:pt idx="1398">
                  <c:v>950.76797292966694</c:v>
                </c:pt>
                <c:pt idx="1399">
                  <c:v>950.76411961326983</c:v>
                </c:pt>
                <c:pt idx="1400">
                  <c:v>950.76029334361476</c:v>
                </c:pt>
                <c:pt idx="1401">
                  <c:v>950.7564939150484</c:v>
                </c:pt>
                <c:pt idx="1402">
                  <c:v>950.75272112352252</c:v>
                </c:pt>
                <c:pt idx="1403">
                  <c:v>950.74897476659214</c:v>
                </c:pt>
                <c:pt idx="1404">
                  <c:v>950.74525464341968</c:v>
                </c:pt>
                <c:pt idx="1405">
                  <c:v>950.74156055472508</c:v>
                </c:pt>
                <c:pt idx="1406">
                  <c:v>950.73789230280795</c:v>
                </c:pt>
                <c:pt idx="1407">
                  <c:v>950.73424969153666</c:v>
                </c:pt>
                <c:pt idx="1408">
                  <c:v>950.73063252629242</c:v>
                </c:pt>
                <c:pt idx="1409">
                  <c:v>950.72704061399941</c:v>
                </c:pt>
                <c:pt idx="1410">
                  <c:v>950.72347376311563</c:v>
                </c:pt>
                <c:pt idx="1411">
                  <c:v>950.71993178357855</c:v>
                </c:pt>
                <c:pt idx="1412">
                  <c:v>950.71641448683067</c:v>
                </c:pt>
                <c:pt idx="1413">
                  <c:v>950.71292168580226</c:v>
                </c:pt>
                <c:pt idx="1414">
                  <c:v>950.70945319487282</c:v>
                </c:pt>
                <c:pt idx="1415">
                  <c:v>950.70600882990198</c:v>
                </c:pt>
                <c:pt idx="1416">
                  <c:v>950.70258840818826</c:v>
                </c:pt>
                <c:pt idx="1417">
                  <c:v>950.69919174845791</c:v>
                </c:pt>
                <c:pt idx="1418">
                  <c:v>950.69581867086708</c:v>
                </c:pt>
                <c:pt idx="1419">
                  <c:v>950.69246899697441</c:v>
                </c:pt>
                <c:pt idx="1420">
                  <c:v>950.68914254975709</c:v>
                </c:pt>
                <c:pt idx="1421">
                  <c:v>950.6858391535668</c:v>
                </c:pt>
                <c:pt idx="1422">
                  <c:v>950.68255863412605</c:v>
                </c:pt>
                <c:pt idx="1423">
                  <c:v>950.67930081854922</c:v>
                </c:pt>
                <c:pt idx="1424">
                  <c:v>950.67606553527889</c:v>
                </c:pt>
                <c:pt idx="1425">
                  <c:v>950.67285261413144</c:v>
                </c:pt>
                <c:pt idx="1426">
                  <c:v>950.66966188622553</c:v>
                </c:pt>
                <c:pt idx="1427">
                  <c:v>950.66649318403893</c:v>
                </c:pt>
                <c:pt idx="1428">
                  <c:v>950.66334634133136</c:v>
                </c:pt>
                <c:pt idx="1429">
                  <c:v>950.66022119318586</c:v>
                </c:pt>
                <c:pt idx="1430">
                  <c:v>950.65711757595977</c:v>
                </c:pt>
                <c:pt idx="1431">
                  <c:v>950.65403532731466</c:v>
                </c:pt>
                <c:pt idx="1432">
                  <c:v>950.65097428616241</c:v>
                </c:pt>
                <c:pt idx="1433">
                  <c:v>950.64793429268798</c:v>
                </c:pt>
                <c:pt idx="1434">
                  <c:v>950.64491518833518</c:v>
                </c:pt>
                <c:pt idx="1435">
                  <c:v>950.64191681577086</c:v>
                </c:pt>
                <c:pt idx="1436">
                  <c:v>950.63893901889901</c:v>
                </c:pt>
                <c:pt idx="1437">
                  <c:v>950.63598164285861</c:v>
                </c:pt>
                <c:pt idx="1438">
                  <c:v>950.63304453398825</c:v>
                </c:pt>
                <c:pt idx="1439">
                  <c:v>950.63012753981991</c:v>
                </c:pt>
                <c:pt idx="1440">
                  <c:v>950.6272305091079</c:v>
                </c:pt>
                <c:pt idx="1441">
                  <c:v>950.62435329176014</c:v>
                </c:pt>
                <c:pt idx="1442">
                  <c:v>950.62149573887586</c:v>
                </c:pt>
                <c:pt idx="1443">
                  <c:v>950.6186577027039</c:v>
                </c:pt>
                <c:pt idx="1444">
                  <c:v>950.61583903666042</c:v>
                </c:pt>
                <c:pt idx="1445">
                  <c:v>950.6130395953104</c:v>
                </c:pt>
                <c:pt idx="1446">
                  <c:v>950.61025923433908</c:v>
                </c:pt>
                <c:pt idx="1447">
                  <c:v>950.60749781057586</c:v>
                </c:pt>
                <c:pt idx="1448">
                  <c:v>950.60475518196415</c:v>
                </c:pt>
                <c:pt idx="1449">
                  <c:v>950.60203120753681</c:v>
                </c:pt>
                <c:pt idx="1450">
                  <c:v>950.59932574747461</c:v>
                </c:pt>
                <c:pt idx="1451">
                  <c:v>950.59663866299957</c:v>
                </c:pt>
                <c:pt idx="1452">
                  <c:v>950.59396981644716</c:v>
                </c:pt>
                <c:pt idx="1453">
                  <c:v>950.59131907121298</c:v>
                </c:pt>
                <c:pt idx="1454">
                  <c:v>950.58868629177448</c:v>
                </c:pt>
                <c:pt idx="1455">
                  <c:v>950.58607134365491</c:v>
                </c:pt>
                <c:pt idx="1456">
                  <c:v>950.58347409342537</c:v>
                </c:pt>
                <c:pt idx="1457">
                  <c:v>950.58089440870128</c:v>
                </c:pt>
                <c:pt idx="1458">
                  <c:v>950.57833215813548</c:v>
                </c:pt>
                <c:pt idx="1459">
                  <c:v>950.57578721140123</c:v>
                </c:pt>
                <c:pt idx="1460">
                  <c:v>950.57325943919182</c:v>
                </c:pt>
                <c:pt idx="1461">
                  <c:v>950.57074871318923</c:v>
                </c:pt>
                <c:pt idx="1462">
                  <c:v>950.56825490610515</c:v>
                </c:pt>
                <c:pt idx="1463">
                  <c:v>950.56577789162407</c:v>
                </c:pt>
                <c:pt idx="1464">
                  <c:v>950.56331754441862</c:v>
                </c:pt>
                <c:pt idx="1465">
                  <c:v>950.56087374013362</c:v>
                </c:pt>
                <c:pt idx="1466">
                  <c:v>950.55844635539927</c:v>
                </c:pt>
                <c:pt idx="1467">
                  <c:v>950.55603526779248</c:v>
                </c:pt>
                <c:pt idx="1468">
                  <c:v>950.55364035583546</c:v>
                </c:pt>
                <c:pt idx="1469">
                  <c:v>950.55126149902037</c:v>
                </c:pt>
                <c:pt idx="1470">
                  <c:v>950.54889857774981</c:v>
                </c:pt>
                <c:pt idx="1471">
                  <c:v>950.54655147337712</c:v>
                </c:pt>
                <c:pt idx="1472">
                  <c:v>950.54422006817629</c:v>
                </c:pt>
                <c:pt idx="1473">
                  <c:v>950.54190424533317</c:v>
                </c:pt>
                <c:pt idx="1474">
                  <c:v>950.53960388893415</c:v>
                </c:pt>
                <c:pt idx="1475">
                  <c:v>950.53731888398374</c:v>
                </c:pt>
                <c:pt idx="1476">
                  <c:v>950.53504911637117</c:v>
                </c:pt>
                <c:pt idx="1477">
                  <c:v>950.53279447286616</c:v>
                </c:pt>
                <c:pt idx="1478">
                  <c:v>950.53055484113474</c:v>
                </c:pt>
                <c:pt idx="1479">
                  <c:v>950.52833010970369</c:v>
                </c:pt>
                <c:pt idx="1480">
                  <c:v>950.52612016796581</c:v>
                </c:pt>
                <c:pt idx="1481">
                  <c:v>950.52392490618888</c:v>
                </c:pt>
                <c:pt idx="1482">
                  <c:v>950.52174421546852</c:v>
                </c:pt>
                <c:pt idx="1483">
                  <c:v>950.51957798776016</c:v>
                </c:pt>
                <c:pt idx="1484">
                  <c:v>950.51742611586417</c:v>
                </c:pt>
                <c:pt idx="1485">
                  <c:v>950.51528849339991</c:v>
                </c:pt>
                <c:pt idx="1486">
                  <c:v>950.51316501481767</c:v>
                </c:pt>
                <c:pt idx="1487">
                  <c:v>950.51105557538904</c:v>
                </c:pt>
                <c:pt idx="1488">
                  <c:v>950.50896007119559</c:v>
                </c:pt>
                <c:pt idx="1489">
                  <c:v>950.50687839912109</c:v>
                </c:pt>
                <c:pt idx="1490">
                  <c:v>950.50481045686308</c:v>
                </c:pt>
                <c:pt idx="1491">
                  <c:v>950.50275614289046</c:v>
                </c:pt>
                <c:pt idx="1492">
                  <c:v>950.5007153564801</c:v>
                </c:pt>
                <c:pt idx="1493">
                  <c:v>950.49868799767592</c:v>
                </c:pt>
                <c:pt idx="1494">
                  <c:v>950.49667396730797</c:v>
                </c:pt>
                <c:pt idx="1495">
                  <c:v>950.49467316696609</c:v>
                </c:pt>
                <c:pt idx="1496">
                  <c:v>950.49268549899807</c:v>
                </c:pt>
                <c:pt idx="1497">
                  <c:v>950.4907108665235</c:v>
                </c:pt>
                <c:pt idx="1498">
                  <c:v>950.48874917339936</c:v>
                </c:pt>
                <c:pt idx="1499">
                  <c:v>950.48680032423192</c:v>
                </c:pt>
                <c:pt idx="1500">
                  <c:v>950.48493342004156</c:v>
                </c:pt>
                <c:pt idx="1501">
                  <c:v>950.48314450961539</c:v>
                </c:pt>
                <c:pt idx="1502">
                  <c:v>950.48142981501701</c:v>
                </c:pt>
                <c:pt idx="1503">
                  <c:v>950.47978572974137</c:v>
                </c:pt>
                <c:pt idx="1504">
                  <c:v>950.47820881398127</c:v>
                </c:pt>
                <c:pt idx="1505">
                  <c:v>950.47669578861394</c:v>
                </c:pt>
                <c:pt idx="1506">
                  <c:v>950.47524352859375</c:v>
                </c:pt>
                <c:pt idx="1507">
                  <c:v>950.47384905620595</c:v>
                </c:pt>
                <c:pt idx="1508">
                  <c:v>950.47250953442858</c:v>
                </c:pt>
                <c:pt idx="1509">
                  <c:v>950.47122226043257</c:v>
                </c:pt>
                <c:pt idx="1510">
                  <c:v>950.46998465934132</c:v>
                </c:pt>
                <c:pt idx="1511">
                  <c:v>950.46879427824854</c:v>
                </c:pt>
                <c:pt idx="1512">
                  <c:v>950.46764878047054</c:v>
                </c:pt>
                <c:pt idx="1513">
                  <c:v>950.4665459400926</c:v>
                </c:pt>
                <c:pt idx="1514">
                  <c:v>950.46548363672957</c:v>
                </c:pt>
                <c:pt idx="1515">
                  <c:v>950.46445985055425</c:v>
                </c:pt>
                <c:pt idx="1516">
                  <c:v>950.46347265756606</c:v>
                </c:pt>
                <c:pt idx="1517">
                  <c:v>950.46252022503927</c:v>
                </c:pt>
                <c:pt idx="1518">
                  <c:v>950.46160080724451</c:v>
                </c:pt>
                <c:pt idx="1519">
                  <c:v>950.46071274131339</c:v>
                </c:pt>
                <c:pt idx="1520">
                  <c:v>950.45985444334235</c:v>
                </c:pt>
                <c:pt idx="1521">
                  <c:v>950.45902440466261</c:v>
                </c:pt>
                <c:pt idx="1522">
                  <c:v>950.47777938345382</c:v>
                </c:pt>
                <c:pt idx="1523">
                  <c:v>950.51580150675193</c:v>
                </c:pt>
                <c:pt idx="1524">
                  <c:v>950.57277683298503</c:v>
                </c:pt>
                <c:pt idx="1525">
                  <c:v>950.64839530467475</c:v>
                </c:pt>
                <c:pt idx="1526">
                  <c:v>950.74235070194345</c:v>
                </c:pt>
                <c:pt idx="1527">
                  <c:v>950.85434059678494</c:v>
                </c:pt>
                <c:pt idx="1528">
                  <c:v>950.98406630810928</c:v>
                </c:pt>
                <c:pt idx="1529">
                  <c:v>951.13123285741801</c:v>
                </c:pt>
                <c:pt idx="1530">
                  <c:v>951.29554892529632</c:v>
                </c:pt>
                <c:pt idx="1531">
                  <c:v>951.47672680842368</c:v>
                </c:pt>
                <c:pt idx="1532">
                  <c:v>951.67448237735141</c:v>
                </c:pt>
                <c:pt idx="1533">
                  <c:v>951.88853503483051</c:v>
                </c:pt>
                <c:pt idx="1534">
                  <c:v>952.11860767479368</c:v>
                </c:pt>
                <c:pt idx="1535">
                  <c:v>952.36442664186688</c:v>
                </c:pt>
                <c:pt idx="1536">
                  <c:v>952.62572169154726</c:v>
                </c:pt>
                <c:pt idx="1537">
                  <c:v>952.90222595082423</c:v>
                </c:pt>
                <c:pt idx="1538">
                  <c:v>953.19367587943566</c:v>
                </c:pt>
                <c:pt idx="1539">
                  <c:v>953.49981123159932</c:v>
                </c:pt>
                <c:pt idx="1540">
                  <c:v>953.82037501828722</c:v>
                </c:pt>
                <c:pt idx="1541">
                  <c:v>954.15511346997869</c:v>
                </c:pt>
                <c:pt idx="1542">
                  <c:v>954.50377599990941</c:v>
                </c:pt>
                <c:pt idx="1543">
                  <c:v>954.86611516781466</c:v>
                </c:pt>
                <c:pt idx="1544">
                  <c:v>955.24196559491963</c:v>
                </c:pt>
                <c:pt idx="1545">
                  <c:v>955.6311630616101</c:v>
                </c:pt>
                <c:pt idx="1546">
                  <c:v>956.03354450374889</c:v>
                </c:pt>
                <c:pt idx="1547">
                  <c:v>956.44894800889551</c:v>
                </c:pt>
                <c:pt idx="1548">
                  <c:v>956.87721281263475</c:v>
                </c:pt>
                <c:pt idx="1549">
                  <c:v>957.31817929479439</c:v>
                </c:pt>
                <c:pt idx="1550">
                  <c:v>957.77168897572778</c:v>
                </c:pt>
                <c:pt idx="1551">
                  <c:v>958.2375845125257</c:v>
                </c:pt>
                <c:pt idx="1552">
                  <c:v>958.71570969525771</c:v>
                </c:pt>
                <c:pt idx="1553">
                  <c:v>959.20590944318815</c:v>
                </c:pt>
                <c:pt idx="1554">
                  <c:v>959.70802980095243</c:v>
                </c:pt>
                <c:pt idx="1555">
                  <c:v>960.2219179347486</c:v>
                </c:pt>
                <c:pt idx="1556">
                  <c:v>960.74742212848628</c:v>
                </c:pt>
                <c:pt idx="1557">
                  <c:v>961.28439177992254</c:v>
                </c:pt>
                <c:pt idx="1558">
                  <c:v>961.83267739677979</c:v>
                </c:pt>
                <c:pt idx="1559">
                  <c:v>962.39213059284566</c:v>
                </c:pt>
                <c:pt idx="1560">
                  <c:v>962.96260408404908</c:v>
                </c:pt>
                <c:pt idx="1561">
                  <c:v>963.5439516844981</c:v>
                </c:pt>
                <c:pt idx="1562">
                  <c:v>964.13602830251989</c:v>
                </c:pt>
                <c:pt idx="1563">
                  <c:v>964.73868993666395</c:v>
                </c:pt>
                <c:pt idx="1564">
                  <c:v>965.35179367168632</c:v>
                </c:pt>
                <c:pt idx="1565">
                  <c:v>965.97519767449012</c:v>
                </c:pt>
                <c:pt idx="1566">
                  <c:v>966.6087615087838</c:v>
                </c:pt>
                <c:pt idx="1567">
                  <c:v>967.25234612064003</c:v>
                </c:pt>
                <c:pt idx="1568">
                  <c:v>967.90581382431776</c:v>
                </c:pt>
                <c:pt idx="1569">
                  <c:v>968.56902828820137</c:v>
                </c:pt>
                <c:pt idx="1570">
                  <c:v>969.24185452096856</c:v>
                </c:pt>
                <c:pt idx="1571">
                  <c:v>969.92415885789444</c:v>
                </c:pt>
                <c:pt idx="1572">
                  <c:v>970.61580894737608</c:v>
                </c:pt>
                <c:pt idx="1573">
                  <c:v>971.31667373756466</c:v>
                </c:pt>
                <c:pt idx="1574">
                  <c:v>972.02662346320915</c:v>
                </c:pt>
                <c:pt idx="1575">
                  <c:v>972.74552963266103</c:v>
                </c:pt>
                <c:pt idx="1576">
                  <c:v>973.47326501501061</c:v>
                </c:pt>
                <c:pt idx="1577">
                  <c:v>974.20970362740616</c:v>
                </c:pt>
                <c:pt idx="1578">
                  <c:v>974.95472072254154</c:v>
                </c:pt>
                <c:pt idx="1579">
                  <c:v>975.70819277624344</c:v>
                </c:pt>
                <c:pt idx="1580">
                  <c:v>976.46999747527639</c:v>
                </c:pt>
                <c:pt idx="1581">
                  <c:v>977.24001370522933</c:v>
                </c:pt>
                <c:pt idx="1582">
                  <c:v>978.01812153861374</c:v>
                </c:pt>
                <c:pt idx="1583">
                  <c:v>978.80420222303906</c:v>
                </c:pt>
                <c:pt idx="1584">
                  <c:v>979.59813816960627</c:v>
                </c:pt>
                <c:pt idx="1585">
                  <c:v>980.39981294133736</c:v>
                </c:pt>
                <c:pt idx="1586">
                  <c:v>981.20911124184386</c:v>
                </c:pt>
                <c:pt idx="1587">
                  <c:v>982.0259189040745</c:v>
                </c:pt>
                <c:pt idx="1588">
                  <c:v>982.85012288048699</c:v>
                </c:pt>
                <c:pt idx="1589">
                  <c:v>983.68161123329696</c:v>
                </c:pt>
                <c:pt idx="1590">
                  <c:v>984.52027312483631</c:v>
                </c:pt>
                <c:pt idx="1591">
                  <c:v>985.36599880794176</c:v>
                </c:pt>
                <c:pt idx="1592">
                  <c:v>986.21867961645285</c:v>
                </c:pt>
                <c:pt idx="1593">
                  <c:v>987.0782079557606</c:v>
                </c:pt>
                <c:pt idx="1594">
                  <c:v>987.94447729346984</c:v>
                </c:pt>
                <c:pt idx="1595">
                  <c:v>988.8173821500875</c:v>
                </c:pt>
                <c:pt idx="1596">
                  <c:v>989.69681808981488</c:v>
                </c:pt>
                <c:pt idx="1597">
                  <c:v>990.58268171142367</c:v>
                </c:pt>
                <c:pt idx="1598">
                  <c:v>991.4748706391556</c:v>
                </c:pt>
                <c:pt idx="1599">
                  <c:v>992.37328351376993</c:v>
                </c:pt>
                <c:pt idx="1600">
                  <c:v>993.27781998357307</c:v>
                </c:pt>
                <c:pt idx="1601">
                  <c:v>994.18838069559547</c:v>
                </c:pt>
                <c:pt idx="1602">
                  <c:v>995.10486728680473</c:v>
                </c:pt>
                <c:pt idx="1603">
                  <c:v>996.02718237539386</c:v>
                </c:pt>
                <c:pt idx="1604">
                  <c:v>996.95522955212095</c:v>
                </c:pt>
                <c:pt idx="1605">
                  <c:v>997.88891337175403</c:v>
                </c:pt>
                <c:pt idx="1606">
                  <c:v>998.82813934456783</c:v>
                </c:pt>
                <c:pt idx="1607">
                  <c:v>999.77281392788836</c:v>
                </c:pt>
                <c:pt idx="1608">
                  <c:v>1000.7228445177399</c:v>
                </c:pt>
                <c:pt idx="1609">
                  <c:v>1001.6781394405325</c:v>
                </c:pt>
                <c:pt idx="1610">
                  <c:v>1002.6386079448285</c:v>
                </c:pt>
                <c:pt idx="1611">
                  <c:v>1003.6041601932054</c:v>
                </c:pt>
                <c:pt idx="1612">
                  <c:v>1004.5747072541222</c:v>
                </c:pt>
                <c:pt idx="1613">
                  <c:v>1005.550161093945</c:v>
                </c:pt>
                <c:pt idx="1614">
                  <c:v>1006.5304345689766</c:v>
                </c:pt>
                <c:pt idx="1615">
                  <c:v>1007.5154414175671</c:v>
                </c:pt>
                <c:pt idx="1616">
                  <c:v>1008.5050962522999</c:v>
                </c:pt>
                <c:pt idx="1617">
                  <c:v>1009.4993145522589</c:v>
                </c:pt>
                <c:pt idx="1618">
                  <c:v>1010.4980126553464</c:v>
                </c:pt>
                <c:pt idx="1619">
                  <c:v>1011.5011077506241</c:v>
                </c:pt>
                <c:pt idx="1620">
                  <c:v>1012.5085178708279</c:v>
                </c:pt>
                <c:pt idx="1621">
                  <c:v>1013.5201618848328</c:v>
                </c:pt>
                <c:pt idx="1622">
                  <c:v>1014.5359594902477</c:v>
                </c:pt>
                <c:pt idx="1623">
                  <c:v>1015.555831206069</c:v>
                </c:pt>
                <c:pt idx="1624">
                  <c:v>1016.5796983653446</c:v>
                </c:pt>
                <c:pt idx="1625">
                  <c:v>1017.6074831079814</c:v>
                </c:pt>
                <c:pt idx="1626">
                  <c:v>1018.6391083735582</c:v>
                </c:pt>
                <c:pt idx="1627">
                  <c:v>1019.6744978941891</c:v>
                </c:pt>
                <c:pt idx="1628">
                  <c:v>1020.713576187521</c:v>
                </c:pt>
                <c:pt idx="1629">
                  <c:v>1021.756268549691</c:v>
                </c:pt>
                <c:pt idx="1630">
                  <c:v>1022.8025010484375</c:v>
                </c:pt>
                <c:pt idx="1631">
                  <c:v>1023.8522005161916</c:v>
                </c:pt>
                <c:pt idx="1632">
                  <c:v>1024.9052945432879</c:v>
                </c:pt>
                <c:pt idx="1633">
                  <c:v>1025.9617114711896</c:v>
                </c:pt>
                <c:pt idx="1634">
                  <c:v>1027.0213803857957</c:v>
                </c:pt>
                <c:pt idx="1635">
                  <c:v>1028.0842311107997</c:v>
                </c:pt>
                <c:pt idx="1636">
                  <c:v>1029.150194201098</c:v>
                </c:pt>
                <c:pt idx="1637">
                  <c:v>1030.2192009362686</c:v>
                </c:pt>
                <c:pt idx="1638">
                  <c:v>1031.2911833140699</c:v>
                </c:pt>
                <c:pt idx="1639">
                  <c:v>1032.3660740440646</c:v>
                </c:pt>
                <c:pt idx="1640">
                  <c:v>1033.4438065412073</c:v>
                </c:pt>
                <c:pt idx="1641">
                  <c:v>1034.524314919558</c:v>
                </c:pt>
                <c:pt idx="1642">
                  <c:v>1035.6075339860095</c:v>
                </c:pt>
                <c:pt idx="1643">
                  <c:v>1036.6933992341021</c:v>
                </c:pt>
                <c:pt idx="1644">
                  <c:v>1037.7818468378566</c:v>
                </c:pt>
                <c:pt idx="1645">
                  <c:v>1038.8728136456582</c:v>
                </c:pt>
                <c:pt idx="1646">
                  <c:v>1039.9662371742468</c:v>
                </c:pt>
                <c:pt idx="1647">
                  <c:v>1041.0620556026829</c:v>
                </c:pt>
                <c:pt idx="1648">
                  <c:v>1042.1602077664215</c:v>
                </c:pt>
                <c:pt idx="1649">
                  <c:v>1043.2606331513914</c:v>
                </c:pt>
                <c:pt idx="1650">
                  <c:v>1044.3632718881893</c:v>
                </c:pt>
                <c:pt idx="1651">
                  <c:v>1045.4680647462358</c:v>
                </c:pt>
                <c:pt idx="1652">
                  <c:v>1046.574953128076</c:v>
                </c:pt>
                <c:pt idx="1653">
                  <c:v>1047.6838790636314</c:v>
                </c:pt>
                <c:pt idx="1654">
                  <c:v>1048.7947852045922</c:v>
                </c:pt>
                <c:pt idx="1655">
                  <c:v>1049.9076148187846</c:v>
                </c:pt>
                <c:pt idx="1656">
                  <c:v>1051.0223117846333</c:v>
                </c:pt>
                <c:pt idx="1657">
                  <c:v>1052.1388205856481</c:v>
                </c:pt>
                <c:pt idx="1658">
                  <c:v>1053.2570863049566</c:v>
                </c:pt>
                <c:pt idx="1659">
                  <c:v>1054.3770546198975</c:v>
                </c:pt>
                <c:pt idx="1660">
                  <c:v>1055.4986717966542</c:v>
                </c:pt>
                <c:pt idx="1661">
                  <c:v>1056.6218846849322</c:v>
                </c:pt>
                <c:pt idx="1662">
                  <c:v>1057.746640712651</c:v>
                </c:pt>
                <c:pt idx="1663">
                  <c:v>1058.8728878807788</c:v>
                </c:pt>
                <c:pt idx="1664">
                  <c:v>1060.0005747580572</c:v>
                </c:pt>
                <c:pt idx="1665">
                  <c:v>1061.1296504759273</c:v>
                </c:pt>
                <c:pt idx="1666">
                  <c:v>1062.2600647234058</c:v>
                </c:pt>
                <c:pt idx="1667">
                  <c:v>1063.3917677420054</c:v>
                </c:pt>
                <c:pt idx="1668">
                  <c:v>1064.524710320755</c:v>
                </c:pt>
                <c:pt idx="1669">
                  <c:v>1065.6588437912076</c:v>
                </c:pt>
                <c:pt idx="1670">
                  <c:v>1066.79412002251</c:v>
                </c:pt>
                <c:pt idx="1671">
                  <c:v>1067.9304914165375</c:v>
                </c:pt>
                <c:pt idx="1672">
                  <c:v>1069.0679109030284</c:v>
                </c:pt>
                <c:pt idx="1673">
                  <c:v>1070.2063319347615</c:v>
                </c:pt>
                <c:pt idx="1674">
                  <c:v>1071.3457084828415</c:v>
                </c:pt>
                <c:pt idx="1675">
                  <c:v>1072.4859950319301</c:v>
                </c:pt>
                <c:pt idx="1676">
                  <c:v>1073.627146575592</c:v>
                </c:pt>
                <c:pt idx="1677">
                  <c:v>1074.7691186116463</c:v>
                </c:pt>
                <c:pt idx="1678">
                  <c:v>1075.9118671375322</c:v>
                </c:pt>
                <c:pt idx="1679">
                  <c:v>1077.0553486458075</c:v>
                </c:pt>
                <c:pt idx="1680">
                  <c:v>1078.1995201195489</c:v>
                </c:pt>
                <c:pt idx="1681">
                  <c:v>1079.3443390279415</c:v>
                </c:pt>
                <c:pt idx="1682">
                  <c:v>1080.4897633217556</c:v>
                </c:pt>
                <c:pt idx="1683">
                  <c:v>1081.6357514290041</c:v>
                </c:pt>
                <c:pt idx="1684">
                  <c:v>1082.7822622505032</c:v>
                </c:pt>
                <c:pt idx="1685">
                  <c:v>1083.9292551556107</c:v>
                </c:pt>
                <c:pt idx="1686">
                  <c:v>1085.0766899778587</c:v>
                </c:pt>
                <c:pt idx="1687">
                  <c:v>1086.2245270107337</c:v>
                </c:pt>
                <c:pt idx="1688">
                  <c:v>1087.3727270034431</c:v>
                </c:pt>
                <c:pt idx="1689">
                  <c:v>1088.5212511567099</c:v>
                </c:pt>
                <c:pt idx="1690">
                  <c:v>1089.6700611186411</c:v>
                </c:pt>
                <c:pt idx="1691">
                  <c:v>1090.8191189805932</c:v>
                </c:pt>
                <c:pt idx="1692">
                  <c:v>1091.9683872731014</c:v>
                </c:pt>
                <c:pt idx="1693">
                  <c:v>1093.117828961824</c:v>
                </c:pt>
                <c:pt idx="1694">
                  <c:v>1094.2674074435286</c:v>
                </c:pt>
                <c:pt idx="1695">
                  <c:v>1095.4170865421124</c:v>
                </c:pt>
                <c:pt idx="1696">
                  <c:v>1096.56683050468</c:v>
                </c:pt>
                <c:pt idx="1697">
                  <c:v>1097.7166039975891</c:v>
                </c:pt>
                <c:pt idx="1698">
                  <c:v>1098.8663721025989</c:v>
                </c:pt>
                <c:pt idx="1699">
                  <c:v>1100.0161003130452</c:v>
                </c:pt>
                <c:pt idx="1700">
                  <c:v>1101.1657545299838</c:v>
                </c:pt>
                <c:pt idx="1701">
                  <c:v>1102.3153010584454</c:v>
                </c:pt>
                <c:pt idx="1702">
                  <c:v>1103.4647066036653</c:v>
                </c:pt>
                <c:pt idx="1703">
                  <c:v>1104.6139382674132</c:v>
                </c:pt>
                <c:pt idx="1704">
                  <c:v>1105.7629635442415</c:v>
                </c:pt>
                <c:pt idx="1705">
                  <c:v>1106.9117503178941</c:v>
                </c:pt>
                <c:pt idx="1706">
                  <c:v>1108.0602668576619</c:v>
                </c:pt>
                <c:pt idx="1707">
                  <c:v>1109.2084818147969</c:v>
                </c:pt>
                <c:pt idx="1708">
                  <c:v>1110.3563642189499</c:v>
                </c:pt>
                <c:pt idx="1709">
                  <c:v>1111.5038834746483</c:v>
                </c:pt>
                <c:pt idx="1710">
                  <c:v>1112.6510093578138</c:v>
                </c:pt>
                <c:pt idx="1711">
                  <c:v>1113.79771201226</c:v>
                </c:pt>
                <c:pt idx="1712">
                  <c:v>1114.9439619462903</c:v>
                </c:pt>
                <c:pt idx="1713">
                  <c:v>1116.0897300292711</c:v>
                </c:pt>
                <c:pt idx="1714">
                  <c:v>1117.2349874882516</c:v>
                </c:pt>
                <c:pt idx="1715">
                  <c:v>1118.3797059046346</c:v>
                </c:pt>
                <c:pt idx="1716">
                  <c:v>1119.5238572108399</c:v>
                </c:pt>
                <c:pt idx="1717">
                  <c:v>1120.6674136869951</c:v>
                </c:pt>
                <c:pt idx="1718">
                  <c:v>1121.8103479577267</c:v>
                </c:pt>
                <c:pt idx="1719">
                  <c:v>1122.9526329888563</c:v>
                </c:pt>
                <c:pt idx="1720">
                  <c:v>1124.0942420842566</c:v>
                </c:pt>
                <c:pt idx="1721">
                  <c:v>1125.2351488826164</c:v>
                </c:pt>
                <c:pt idx="1722">
                  <c:v>1126.3753273543332</c:v>
                </c:pt>
                <c:pt idx="1723">
                  <c:v>1127.5147517983594</c:v>
                </c:pt>
                <c:pt idx="1724">
                  <c:v>1128.6533968391175</c:v>
                </c:pt>
                <c:pt idx="1725">
                  <c:v>1129.7912374234047</c:v>
                </c:pt>
                <c:pt idx="1726">
                  <c:v>1130.9282488174042</c:v>
                </c:pt>
                <c:pt idx="1727">
                  <c:v>1132.064406603587</c:v>
                </c:pt>
                <c:pt idx="1728">
                  <c:v>1133.1996866777833</c:v>
                </c:pt>
                <c:pt idx="1729">
                  <c:v>1134.3340652462007</c:v>
                </c:pt>
                <c:pt idx="1730">
                  <c:v>1135.4675188224537</c:v>
                </c:pt>
                <c:pt idx="1731">
                  <c:v>1136.6000242246776</c:v>
                </c:pt>
                <c:pt idx="1732">
                  <c:v>1137.7315585726371</c:v>
                </c:pt>
                <c:pt idx="1733">
                  <c:v>1138.8620992848485</c:v>
                </c:pt>
                <c:pt idx="1734">
                  <c:v>1139.9916240757375</c:v>
                </c:pt>
                <c:pt idx="1735">
                  <c:v>1141.1201109528342</c:v>
                </c:pt>
                <c:pt idx="1736">
                  <c:v>1142.2475382139714</c:v>
                </c:pt>
                <c:pt idx="1737">
                  <c:v>1143.3738844445154</c:v>
                </c:pt>
                <c:pt idx="1738">
                  <c:v>1144.4991285146416</c:v>
                </c:pt>
                <c:pt idx="1739">
                  <c:v>1145.6232495765878</c:v>
                </c:pt>
                <c:pt idx="1740">
                  <c:v>1146.7462270619776</c:v>
                </c:pt>
                <c:pt idx="1741">
                  <c:v>1147.8680406791323</c:v>
                </c:pt>
                <c:pt idx="1742">
                  <c:v>1148.9886704104347</c:v>
                </c:pt>
                <c:pt idx="1743">
                  <c:v>1150.1080965096878</c:v>
                </c:pt>
                <c:pt idx="1744">
                  <c:v>1151.2262994995181</c:v>
                </c:pt>
                <c:pt idx="1745">
                  <c:v>1152.3432601688062</c:v>
                </c:pt>
                <c:pt idx="1746">
                  <c:v>1153.4589595700975</c:v>
                </c:pt>
                <c:pt idx="1747">
                  <c:v>1154.5733790171066</c:v>
                </c:pt>
                <c:pt idx="1748">
                  <c:v>1155.6865000821429</c:v>
                </c:pt>
                <c:pt idx="1749">
                  <c:v>1156.7983045936994</c:v>
                </c:pt>
                <c:pt idx="1750">
                  <c:v>1157.9087746338944</c:v>
                </c:pt>
                <c:pt idx="1751">
                  <c:v>1159.0178925360901</c:v>
                </c:pt>
                <c:pt idx="1752">
                  <c:v>1160.1256408824206</c:v>
                </c:pt>
                <c:pt idx="1753">
                  <c:v>1161.2320025013908</c:v>
                </c:pt>
                <c:pt idx="1754">
                  <c:v>1162.3369604655372</c:v>
                </c:pt>
                <c:pt idx="1755">
                  <c:v>1163.4404980889865</c:v>
                </c:pt>
                <c:pt idx="1756">
                  <c:v>1164.5425989251619</c:v>
                </c:pt>
                <c:pt idx="1757">
                  <c:v>1165.6432467644495</c:v>
                </c:pt>
                <c:pt idx="1758">
                  <c:v>1166.7424256318734</c:v>
                </c:pt>
                <c:pt idx="1759">
                  <c:v>1167.8401197848582</c:v>
                </c:pt>
                <c:pt idx="1760">
                  <c:v>1168.9363137108937</c:v>
                </c:pt>
                <c:pt idx="1761">
                  <c:v>1170.0309921253563</c:v>
                </c:pt>
                <c:pt idx="1762">
                  <c:v>1171.1241399692522</c:v>
                </c:pt>
                <c:pt idx="1763">
                  <c:v>1172.2157424070067</c:v>
                </c:pt>
                <c:pt idx="1764">
                  <c:v>1173.3057848243154</c:v>
                </c:pt>
                <c:pt idx="1765">
                  <c:v>1174.3942528259115</c:v>
                </c:pt>
                <c:pt idx="1766">
                  <c:v>1175.4811322334917</c:v>
                </c:pt>
                <c:pt idx="1767">
                  <c:v>1176.5664090835267</c:v>
                </c:pt>
                <c:pt idx="1768">
                  <c:v>1177.6500696251862</c:v>
                </c:pt>
                <c:pt idx="1769">
                  <c:v>1178.7321003182294</c:v>
                </c:pt>
                <c:pt idx="1770">
                  <c:v>1179.8124878309447</c:v>
                </c:pt>
                <c:pt idx="1771">
                  <c:v>1180.8912190380759</c:v>
                </c:pt>
                <c:pt idx="1772">
                  <c:v>1181.9682810187969</c:v>
                </c:pt>
                <c:pt idx="1773">
                  <c:v>1183.0436610546972</c:v>
                </c:pt>
                <c:pt idx="1774">
                  <c:v>1184.1173466277539</c:v>
                </c:pt>
                <c:pt idx="1775">
                  <c:v>1185.1893254183847</c:v>
                </c:pt>
                <c:pt idx="1776">
                  <c:v>1186.2595853034427</c:v>
                </c:pt>
                <c:pt idx="1777">
                  <c:v>1187.3281143542858</c:v>
                </c:pt>
                <c:pt idx="1778">
                  <c:v>1188.3949008348598</c:v>
                </c:pt>
                <c:pt idx="1779">
                  <c:v>1189.4599331997508</c:v>
                </c:pt>
                <c:pt idx="1780">
                  <c:v>1190.5232000922842</c:v>
                </c:pt>
                <c:pt idx="1781">
                  <c:v>1191.5846903426866</c:v>
                </c:pt>
                <c:pt idx="1782">
                  <c:v>1192.6443929661766</c:v>
                </c:pt>
                <c:pt idx="1783">
                  <c:v>1193.7022971611341</c:v>
                </c:pt>
                <c:pt idx="1784">
                  <c:v>1194.7583923072643</c:v>
                </c:pt>
                <c:pt idx="1785">
                  <c:v>1195.8126679637617</c:v>
                </c:pt>
                <c:pt idx="1786">
                  <c:v>1196.8651138675468</c:v>
                </c:pt>
                <c:pt idx="1787">
                  <c:v>1197.9157199314648</c:v>
                </c:pt>
                <c:pt idx="1788">
                  <c:v>1198.9644762425019</c:v>
                </c:pt>
                <c:pt idx="1789">
                  <c:v>1200.0113730600276</c:v>
                </c:pt>
                <c:pt idx="1790">
                  <c:v>1201.0564008141162</c:v>
                </c:pt>
                <c:pt idx="1791">
                  <c:v>1202.099550103718</c:v>
                </c:pt>
                <c:pt idx="1792">
                  <c:v>1203.140811695067</c:v>
                </c:pt>
                <c:pt idx="1793">
                  <c:v>1204.1801765199095</c:v>
                </c:pt>
                <c:pt idx="1794">
                  <c:v>1205.2176356738432</c:v>
                </c:pt>
                <c:pt idx="1795">
                  <c:v>1206.2531804146736</c:v>
                </c:pt>
                <c:pt idx="1796">
                  <c:v>1207.2868021607549</c:v>
                </c:pt>
                <c:pt idx="1797">
                  <c:v>1208.3184924893485</c:v>
                </c:pt>
                <c:pt idx="1798">
                  <c:v>1209.3482431350214</c:v>
                </c:pt>
                <c:pt idx="1799">
                  <c:v>1210.3760459880195</c:v>
                </c:pt>
                <c:pt idx="1800">
                  <c:v>1211.4018930927023</c:v>
                </c:pt>
                <c:pt idx="1801">
                  <c:v>1212.4257766459461</c:v>
                </c:pt>
                <c:pt idx="1802">
                  <c:v>1213.4476889955808</c:v>
                </c:pt>
                <c:pt idx="1803">
                  <c:v>1214.4676226388676</c:v>
                </c:pt>
                <c:pt idx="1804">
                  <c:v>1215.4855702209295</c:v>
                </c:pt>
                <c:pt idx="1805">
                  <c:v>1216.5015245332522</c:v>
                </c:pt>
                <c:pt idx="1806">
                  <c:v>1217.515478512187</c:v>
                </c:pt>
                <c:pt idx="1807">
                  <c:v>1218.5274252374149</c:v>
                </c:pt>
                <c:pt idx="1808">
                  <c:v>1219.5373579305083</c:v>
                </c:pt>
                <c:pt idx="1809">
                  <c:v>1220.545269953433</c:v>
                </c:pt>
                <c:pt idx="1810">
                  <c:v>1221.5511548071274</c:v>
                </c:pt>
                <c:pt idx="1811">
                  <c:v>1222.5550061300319</c:v>
                </c:pt>
                <c:pt idx="1812">
                  <c:v>1223.5568176966633</c:v>
                </c:pt>
                <c:pt idx="1813">
                  <c:v>1224.5565834162021</c:v>
                </c:pt>
                <c:pt idx="1814">
                  <c:v>1225.5542973311062</c:v>
                </c:pt>
                <c:pt idx="1815">
                  <c:v>1226.5499536156917</c:v>
                </c:pt>
                <c:pt idx="1816">
                  <c:v>1227.5435465747735</c:v>
                </c:pt>
                <c:pt idx="1817">
                  <c:v>1228.5350706422892</c:v>
                </c:pt>
                <c:pt idx="1818">
                  <c:v>1229.5245203799641</c:v>
                </c:pt>
                <c:pt idx="1819">
                  <c:v>1230.5118904759265</c:v>
                </c:pt>
                <c:pt idx="1820">
                  <c:v>1231.4971757434369</c:v>
                </c:pt>
                <c:pt idx="1821">
                  <c:v>1232.480371119525</c:v>
                </c:pt>
                <c:pt idx="1822">
                  <c:v>1233.4614716636831</c:v>
                </c:pt>
                <c:pt idx="1823">
                  <c:v>1234.4404725566187</c:v>
                </c:pt>
                <c:pt idx="1824">
                  <c:v>1235.4173690989173</c:v>
                </c:pt>
                <c:pt idx="1825">
                  <c:v>1236.3921567097996</c:v>
                </c:pt>
                <c:pt idx="1826">
                  <c:v>1237.3648309258542</c:v>
                </c:pt>
                <c:pt idx="1827">
                  <c:v>1238.3353873997839</c:v>
                </c:pt>
                <c:pt idx="1828">
                  <c:v>1239.3038218991937</c:v>
                </c:pt>
                <c:pt idx="1829">
                  <c:v>1240.2701303053211</c:v>
                </c:pt>
                <c:pt idx="1830">
                  <c:v>1241.2343086118597</c:v>
                </c:pt>
                <c:pt idx="1831">
                  <c:v>1242.1963529237305</c:v>
                </c:pt>
                <c:pt idx="1832">
                  <c:v>1243.156259455928</c:v>
                </c:pt>
                <c:pt idx="1833">
                  <c:v>1244.1140245322642</c:v>
                </c:pt>
                <c:pt idx="1834">
                  <c:v>1245.0696445842664</c:v>
                </c:pt>
                <c:pt idx="1835">
                  <c:v>1246.0231161500044</c:v>
                </c:pt>
                <c:pt idx="1836">
                  <c:v>1246.9744358728794</c:v>
                </c:pt>
                <c:pt idx="1837">
                  <c:v>1247.9236005005623</c:v>
                </c:pt>
                <c:pt idx="1838">
                  <c:v>1248.8706068838424</c:v>
                </c:pt>
                <c:pt idx="1839">
                  <c:v>1249.8154519754462</c:v>
                </c:pt>
                <c:pt idx="1840">
                  <c:v>1250.7581328290369</c:v>
                </c:pt>
                <c:pt idx="1841">
                  <c:v>1251.6986465979978</c:v>
                </c:pt>
                <c:pt idx="1842">
                  <c:v>1252.6369905344468</c:v>
                </c:pt>
                <c:pt idx="1843">
                  <c:v>1253.5731619880705</c:v>
                </c:pt>
                <c:pt idx="1844">
                  <c:v>1254.5071584051186</c:v>
                </c:pt>
                <c:pt idx="1845">
                  <c:v>1255.4389773273053</c:v>
                </c:pt>
                <c:pt idx="1846">
                  <c:v>1256.3686163907523</c:v>
                </c:pt>
                <c:pt idx="1847">
                  <c:v>1257.2960733249979</c:v>
                </c:pt>
                <c:pt idx="1848">
                  <c:v>1258.2213459519173</c:v>
                </c:pt>
                <c:pt idx="1849">
                  <c:v>1259.1444321847064</c:v>
                </c:pt>
                <c:pt idx="1850">
                  <c:v>1260.065330026888</c:v>
                </c:pt>
                <c:pt idx="1851">
                  <c:v>1260.9840375712922</c:v>
                </c:pt>
                <c:pt idx="1852">
                  <c:v>1261.9005529990625</c:v>
                </c:pt>
                <c:pt idx="1853">
                  <c:v>1262.81487457868</c:v>
                </c:pt>
                <c:pt idx="1854">
                  <c:v>1263.7270006649776</c:v>
                </c:pt>
                <c:pt idx="1855">
                  <c:v>1264.6369296981834</c:v>
                </c:pt>
                <c:pt idx="1856">
                  <c:v>1265.5446602029333</c:v>
                </c:pt>
                <c:pt idx="1857">
                  <c:v>1266.4501907873564</c:v>
                </c:pt>
                <c:pt idx="1858">
                  <c:v>1267.3535201421064</c:v>
                </c:pt>
                <c:pt idx="1859">
                  <c:v>1268.2546470394516</c:v>
                </c:pt>
                <c:pt idx="1860">
                  <c:v>1269.1535703323309</c:v>
                </c:pt>
                <c:pt idx="1861">
                  <c:v>1270.0502889534519</c:v>
                </c:pt>
                <c:pt idx="1862">
                  <c:v>1270.944801914357</c:v>
                </c:pt>
                <c:pt idx="1863">
                  <c:v>1271.837108304567</c:v>
                </c:pt>
                <c:pt idx="1864">
                  <c:v>1272.7272072906712</c:v>
                </c:pt>
                <c:pt idx="1865">
                  <c:v>1273.6150981154046</c:v>
                </c:pt>
                <c:pt idx="1866">
                  <c:v>1274.5007800968426</c:v>
                </c:pt>
                <c:pt idx="1867">
                  <c:v>1275.3842526274814</c:v>
                </c:pt>
                <c:pt idx="1868">
                  <c:v>1276.2655151734257</c:v>
                </c:pt>
                <c:pt idx="1869">
                  <c:v>1277.1445672734742</c:v>
                </c:pt>
                <c:pt idx="1870">
                  <c:v>1278.0214085383323</c:v>
                </c:pt>
                <c:pt idx="1871">
                  <c:v>1278.8960386497572</c:v>
                </c:pt>
                <c:pt idx="1872">
                  <c:v>1279.7684573597267</c:v>
                </c:pt>
                <c:pt idx="1873">
                  <c:v>1280.638664489642</c:v>
                </c:pt>
                <c:pt idx="1874">
                  <c:v>1281.5066599294612</c:v>
                </c:pt>
                <c:pt idx="1875">
                  <c:v>1282.3724436369514</c:v>
                </c:pt>
                <c:pt idx="1876">
                  <c:v>1283.2360156368836</c:v>
                </c:pt>
                <c:pt idx="1877">
                  <c:v>1284.0973760202055</c:v>
                </c:pt>
                <c:pt idx="1878">
                  <c:v>1284.9565249432931</c:v>
                </c:pt>
                <c:pt idx="1879">
                  <c:v>1285.8134626271626</c:v>
                </c:pt>
                <c:pt idx="1880">
                  <c:v>1286.6681893566965</c:v>
                </c:pt>
                <c:pt idx="1881">
                  <c:v>1287.520705479925</c:v>
                </c:pt>
                <c:pt idx="1882">
                  <c:v>1288.3710114071828</c:v>
                </c:pt>
                <c:pt idx="1883">
                  <c:v>1289.2191076104693</c:v>
                </c:pt>
                <c:pt idx="1884">
                  <c:v>1290.0649946226154</c:v>
                </c:pt>
                <c:pt idx="1885">
                  <c:v>1290.9086730366244</c:v>
                </c:pt>
                <c:pt idx="1886">
                  <c:v>1291.7501435048891</c:v>
                </c:pt>
                <c:pt idx="1887">
                  <c:v>1292.5894067384988</c:v>
                </c:pt>
                <c:pt idx="1888">
                  <c:v>1293.4264635065381</c:v>
                </c:pt>
                <c:pt idx="1889">
                  <c:v>1294.2613146353469</c:v>
                </c:pt>
                <c:pt idx="1890">
                  <c:v>1295.0939610078428</c:v>
                </c:pt>
                <c:pt idx="1891">
                  <c:v>1295.9244035628478</c:v>
                </c:pt>
                <c:pt idx="1892">
                  <c:v>1296.7526432943573</c:v>
                </c:pt>
                <c:pt idx="1893">
                  <c:v>1297.5786812508823</c:v>
                </c:pt>
                <c:pt idx="1894">
                  <c:v>1298.4025185347678</c:v>
                </c:pt>
                <c:pt idx="1895">
                  <c:v>1299.224156301563</c:v>
                </c:pt>
                <c:pt idx="1896">
                  <c:v>1300.0435957592942</c:v>
                </c:pt>
                <c:pt idx="1897">
                  <c:v>1300.8608381678714</c:v>
                </c:pt>
                <c:pt idx="1898">
                  <c:v>1301.6758848383911</c:v>
                </c:pt>
                <c:pt idx="1899">
                  <c:v>1302.4887371325399</c:v>
                </c:pt>
                <c:pt idx="1900">
                  <c:v>1303.2993964619188</c:v>
                </c:pt>
                <c:pt idx="1901">
                  <c:v>1304.107864287429</c:v>
                </c:pt>
                <c:pt idx="1902">
                  <c:v>1304.9141421186459</c:v>
                </c:pt>
                <c:pt idx="1903">
                  <c:v>1305.7182315132081</c:v>
                </c:pt>
                <c:pt idx="1904">
                  <c:v>1306.520134076181</c:v>
                </c:pt>
                <c:pt idx="1905">
                  <c:v>1307.3198514594769</c:v>
                </c:pt>
                <c:pt idx="1906">
                  <c:v>1308.117385361239</c:v>
                </c:pt>
                <c:pt idx="1907">
                  <c:v>1308.9127375252642</c:v>
                </c:pt>
                <c:pt idx="1908">
                  <c:v>1309.7059097403578</c:v>
                </c:pt>
                <c:pt idx="1909">
                  <c:v>1310.496903839821</c:v>
                </c:pt>
                <c:pt idx="1910">
                  <c:v>1311.2857217008395</c:v>
                </c:pt>
                <c:pt idx="1911">
                  <c:v>1312.0723652438955</c:v>
                </c:pt>
                <c:pt idx="1912">
                  <c:v>1312.856836432228</c:v>
                </c:pt>
                <c:pt idx="1913">
                  <c:v>1313.6391372712292</c:v>
                </c:pt>
                <c:pt idx="1914">
                  <c:v>1314.4192698079653</c:v>
                </c:pt>
                <c:pt idx="1915">
                  <c:v>1315.1972361305209</c:v>
                </c:pt>
                <c:pt idx="1916">
                  <c:v>1315.9730383675305</c:v>
                </c:pt>
                <c:pt idx="1917">
                  <c:v>1316.7466786876214</c:v>
                </c:pt>
                <c:pt idx="1918">
                  <c:v>1317.5181592988486</c:v>
                </c:pt>
                <c:pt idx="1919">
                  <c:v>1318.2874824481894</c:v>
                </c:pt>
                <c:pt idx="1920">
                  <c:v>1319.0546504210113</c:v>
                </c:pt>
                <c:pt idx="1921">
                  <c:v>1319.8196655405686</c:v>
                </c:pt>
                <c:pt idx="1922">
                  <c:v>1320.5825301674365</c:v>
                </c:pt>
                <c:pt idx="1923">
                  <c:v>1321.3432466990516</c:v>
                </c:pt>
                <c:pt idx="1924">
                  <c:v>1322.1018175691925</c:v>
                </c:pt>
                <c:pt idx="1925">
                  <c:v>1322.8582452474529</c:v>
                </c:pt>
                <c:pt idx="1926">
                  <c:v>1323.6125322387836</c:v>
                </c:pt>
                <c:pt idx="1927">
                  <c:v>1324.3646810829698</c:v>
                </c:pt>
                <c:pt idx="1928">
                  <c:v>1325.1146943541571</c:v>
                </c:pt>
                <c:pt idx="1929">
                  <c:v>1325.86257466039</c:v>
                </c:pt>
                <c:pt idx="1930">
                  <c:v>1326.6083246430846</c:v>
                </c:pt>
                <c:pt idx="1931">
                  <c:v>1327.3519469765904</c:v>
                </c:pt>
                <c:pt idx="1932">
                  <c:v>1328.0934443677397</c:v>
                </c:pt>
                <c:pt idx="1933">
                  <c:v>1328.8328195553338</c:v>
                </c:pt>
                <c:pt idx="1934">
                  <c:v>1329.5700753097092</c:v>
                </c:pt>
                <c:pt idx="1935">
                  <c:v>1330.3052144323067</c:v>
                </c:pt>
                <c:pt idx="1936">
                  <c:v>1331.0382397551778</c:v>
                </c:pt>
                <c:pt idx="1937">
                  <c:v>1331.7691541405725</c:v>
                </c:pt>
                <c:pt idx="1938">
                  <c:v>1332.497960480458</c:v>
                </c:pt>
                <c:pt idx="1939">
                  <c:v>1333.2246616961504</c:v>
                </c:pt>
                <c:pt idx="1940">
                  <c:v>1333.9492607378115</c:v>
                </c:pt>
                <c:pt idx="1941">
                  <c:v>1334.6717605840374</c:v>
                </c:pt>
                <c:pt idx="1942">
                  <c:v>1335.3921642414625</c:v>
                </c:pt>
                <c:pt idx="1943">
                  <c:v>1336.110474744321</c:v>
                </c:pt>
                <c:pt idx="1944">
                  <c:v>1336.8266951540152</c:v>
                </c:pt>
                <c:pt idx="1945">
                  <c:v>1337.54082855872</c:v>
                </c:pt>
                <c:pt idx="1946">
                  <c:v>1338.2528780729958</c:v>
                </c:pt>
                <c:pt idx="1947">
                  <c:v>1338.9628468373382</c:v>
                </c:pt>
                <c:pt idx="1948">
                  <c:v>1339.6707380177907</c:v>
                </c:pt>
                <c:pt idx="1949">
                  <c:v>1340.376554805586</c:v>
                </c:pt>
                <c:pt idx="1950">
                  <c:v>1341.0803004167108</c:v>
                </c:pt>
                <c:pt idx="1951">
                  <c:v>1341.7819780915445</c:v>
                </c:pt>
                <c:pt idx="1952">
                  <c:v>1342.4815910944271</c:v>
                </c:pt>
                <c:pt idx="1953">
                  <c:v>1343.1791427133596</c:v>
                </c:pt>
                <c:pt idx="1954">
                  <c:v>1343.8746362595582</c:v>
                </c:pt>
                <c:pt idx="1955">
                  <c:v>1344.5680750671129</c:v>
                </c:pt>
                <c:pt idx="1956">
                  <c:v>1345.2594624925812</c:v>
                </c:pt>
                <c:pt idx="1957">
                  <c:v>1345.9488019146856</c:v>
                </c:pt>
                <c:pt idx="1958">
                  <c:v>1346.6360967339072</c:v>
                </c:pt>
                <c:pt idx="1959">
                  <c:v>1347.3213503721129</c:v>
                </c:pt>
                <c:pt idx="1960">
                  <c:v>1348.0045662722566</c:v>
                </c:pt>
                <c:pt idx="1961">
                  <c:v>1348.6857478979734</c:v>
                </c:pt>
                <c:pt idx="1962">
                  <c:v>1349.3648987332447</c:v>
                </c:pt>
                <c:pt idx="1963">
                  <c:v>1350.0420222820942</c:v>
                </c:pt>
                <c:pt idx="1964">
                  <c:v>1350.7171220681655</c:v>
                </c:pt>
                <c:pt idx="1965">
                  <c:v>1351.3902016344794</c:v>
                </c:pt>
                <c:pt idx="1966">
                  <c:v>1352.0612645430185</c:v>
                </c:pt>
                <c:pt idx="1967">
                  <c:v>1352.7303143744666</c:v>
                </c:pt>
                <c:pt idx="1968">
                  <c:v>1353.3973547277992</c:v>
                </c:pt>
                <c:pt idx="1969">
                  <c:v>1354.0623892200547</c:v>
                </c:pt>
                <c:pt idx="1970">
                  <c:v>1354.7254214859154</c:v>
                </c:pt>
                <c:pt idx="1971">
                  <c:v>1355.3864551774905</c:v>
                </c:pt>
                <c:pt idx="1972">
                  <c:v>1356.0454939639028</c:v>
                </c:pt>
                <c:pt idx="1973">
                  <c:v>1356.7025415310532</c:v>
                </c:pt>
                <c:pt idx="1974">
                  <c:v>1357.3576015812805</c:v>
                </c:pt>
                <c:pt idx="1975">
                  <c:v>1358.0106778330462</c:v>
                </c:pt>
                <c:pt idx="1976">
                  <c:v>1358.6617740206441</c:v>
                </c:pt>
                <c:pt idx="1977">
                  <c:v>1359.3108938939438</c:v>
                </c:pt>
                <c:pt idx="1978">
                  <c:v>1359.958041218006</c:v>
                </c:pt>
                <c:pt idx="1979">
                  <c:v>1360.6032197728493</c:v>
                </c:pt>
                <c:pt idx="1980">
                  <c:v>1361.2464333531821</c:v>
                </c:pt>
                <c:pt idx="1981">
                  <c:v>1361.8876857680368</c:v>
                </c:pt>
                <c:pt idx="1982">
                  <c:v>1362.5269808405576</c:v>
                </c:pt>
                <c:pt idx="1983">
                  <c:v>1363.1643224077065</c:v>
                </c:pt>
                <c:pt idx="1984">
                  <c:v>1363.7997143199527</c:v>
                </c:pt>
                <c:pt idx="1985">
                  <c:v>1364.4331604410249</c:v>
                </c:pt>
                <c:pt idx="1986">
                  <c:v>1365.0646646476262</c:v>
                </c:pt>
                <c:pt idx="1987">
                  <c:v>1365.6942308291798</c:v>
                </c:pt>
                <c:pt idx="1988">
                  <c:v>1366.3218628875593</c:v>
                </c:pt>
                <c:pt idx="1989">
                  <c:v>1366.9475647368024</c:v>
                </c:pt>
                <c:pt idx="1990">
                  <c:v>1367.5713403028728</c:v>
                </c:pt>
                <c:pt idx="1991">
                  <c:v>1368.1931935233908</c:v>
                </c:pt>
                <c:pt idx="1992">
                  <c:v>1368.8131283473979</c:v>
                </c:pt>
                <c:pt idx="1993">
                  <c:v>1369.4311487350865</c:v>
                </c:pt>
                <c:pt idx="1994">
                  <c:v>1370.0472586575104</c:v>
                </c:pt>
                <c:pt idx="1995">
                  <c:v>1370.6614620964313</c:v>
                </c:pt>
                <c:pt idx="1996">
                  <c:v>1371.2737630440045</c:v>
                </c:pt>
                <c:pt idx="1997">
                  <c:v>1371.8841655025187</c:v>
                </c:pt>
                <c:pt idx="1998">
                  <c:v>1372.4926734842206</c:v>
                </c:pt>
                <c:pt idx="1999">
                  <c:v>1373.0992910110544</c:v>
                </c:pt>
                <c:pt idx="2000">
                  <c:v>1373.7040221143832</c:v>
                </c:pt>
                <c:pt idx="2001">
                  <c:v>1374.3068708348212</c:v>
                </c:pt>
                <c:pt idx="2002">
                  <c:v>1374.907841221959</c:v>
                </c:pt>
                <c:pt idx="2003">
                  <c:v>1375.5069373341576</c:v>
                </c:pt>
                <c:pt idx="2004">
                  <c:v>1376.1041632382949</c:v>
                </c:pt>
                <c:pt idx="2005">
                  <c:v>1376.6995230095849</c:v>
                </c:pt>
                <c:pt idx="2006">
                  <c:v>1377.2930207313489</c:v>
                </c:pt>
                <c:pt idx="2007">
                  <c:v>1377.8846604947428</c:v>
                </c:pt>
                <c:pt idx="2008">
                  <c:v>1378.4744463986242</c:v>
                </c:pt>
                <c:pt idx="2009">
                  <c:v>1379.0623825492785</c:v>
                </c:pt>
                <c:pt idx="2010">
                  <c:v>1379.6484730602288</c:v>
                </c:pt>
                <c:pt idx="2011">
                  <c:v>1380.2327220520272</c:v>
                </c:pt>
                <c:pt idx="2012">
                  <c:v>1380.8151336520411</c:v>
                </c:pt>
                <c:pt idx="2013">
                  <c:v>1381.3957119942565</c:v>
                </c:pt>
                <c:pt idx="2014">
                  <c:v>1381.9744612190821</c:v>
                </c:pt>
                <c:pt idx="2015">
                  <c:v>1382.5513854731396</c:v>
                </c:pt>
                <c:pt idx="2016">
                  <c:v>1383.1264889090457</c:v>
                </c:pt>
                <c:pt idx="2017">
                  <c:v>1383.6997756852647</c:v>
                </c:pt>
                <c:pt idx="2018">
                  <c:v>1384.2712499658708</c:v>
                </c:pt>
                <c:pt idx="2019">
                  <c:v>1384.8409159203838</c:v>
                </c:pt>
                <c:pt idx="2020">
                  <c:v>1385.4087777235482</c:v>
                </c:pt>
                <c:pt idx="2021">
                  <c:v>1385.974839555199</c:v>
                </c:pt>
                <c:pt idx="2022">
                  <c:v>1386.5391056000176</c:v>
                </c:pt>
                <c:pt idx="2023">
                  <c:v>1387.101580047394</c:v>
                </c:pt>
                <c:pt idx="2024">
                  <c:v>1387.6622670912216</c:v>
                </c:pt>
                <c:pt idx="2025">
                  <c:v>1388.2211709297019</c:v>
                </c:pt>
                <c:pt idx="2026">
                  <c:v>1388.7782957652234</c:v>
                </c:pt>
                <c:pt idx="2027">
                  <c:v>1389.3336458041424</c:v>
                </c:pt>
                <c:pt idx="2028">
                  <c:v>1389.8872252566059</c:v>
                </c:pt>
                <c:pt idx="2029">
                  <c:v>1390.4390383363905</c:v>
                </c:pt>
                <c:pt idx="2030">
                  <c:v>1390.9890892607575</c:v>
                </c:pt>
                <c:pt idx="2031">
                  <c:v>1391.537382250257</c:v>
                </c:pt>
                <c:pt idx="2032">
                  <c:v>1392.0839215285573</c:v>
                </c:pt>
                <c:pt idx="2033">
                  <c:v>1392.6287113222988</c:v>
                </c:pt>
                <c:pt idx="2034">
                  <c:v>1393.1717558609419</c:v>
                </c:pt>
                <c:pt idx="2035">
                  <c:v>1393.7130593765551</c:v>
                </c:pt>
                <c:pt idx="2036">
                  <c:v>1394.2526261037287</c:v>
                </c:pt>
                <c:pt idx="2037">
                  <c:v>1394.7904602793551</c:v>
                </c:pt>
                <c:pt idx="2038">
                  <c:v>1395.3265661425353</c:v>
                </c:pt>
                <c:pt idx="2039">
                  <c:v>1395.8609479343388</c:v>
                </c:pt>
                <c:pt idx="2040">
                  <c:v>1396.3936098977535</c:v>
                </c:pt>
                <c:pt idx="2041">
                  <c:v>1396.9245562774522</c:v>
                </c:pt>
                <c:pt idx="2042">
                  <c:v>1397.4537913197273</c:v>
                </c:pt>
                <c:pt idx="2043">
                  <c:v>1397.9813192722327</c:v>
                </c:pt>
                <c:pt idx="2044">
                  <c:v>1398.5071443839554</c:v>
                </c:pt>
                <c:pt idx="2045">
                  <c:v>1399.0312709050027</c:v>
                </c:pt>
                <c:pt idx="2046">
                  <c:v>1399.5537030864743</c:v>
                </c:pt>
                <c:pt idx="2047">
                  <c:v>1400.0744451803366</c:v>
                </c:pt>
                <c:pt idx="2048">
                  <c:v>1400.5935014392785</c:v>
                </c:pt>
                <c:pt idx="2049">
                  <c:v>1401.1108761165603</c:v>
                </c:pt>
                <c:pt idx="2050">
                  <c:v>1401.6265734659078</c:v>
                </c:pt>
                <c:pt idx="2051">
                  <c:v>1402.1405977413417</c:v>
                </c:pt>
                <c:pt idx="2052">
                  <c:v>1402.6529531970987</c:v>
                </c:pt>
                <c:pt idx="2053">
                  <c:v>1403.1636440874263</c:v>
                </c:pt>
                <c:pt idx="2054">
                  <c:v>1403.6726746665347</c:v>
                </c:pt>
                <c:pt idx="2055">
                  <c:v>1404.1800491884296</c:v>
                </c:pt>
                <c:pt idx="2056">
                  <c:v>1404.6857719067618</c:v>
                </c:pt>
                <c:pt idx="2057">
                  <c:v>1405.189847074759</c:v>
                </c:pt>
                <c:pt idx="2058">
                  <c:v>1405.6922789450637</c:v>
                </c:pt>
                <c:pt idx="2059">
                  <c:v>1406.1930717696266</c:v>
                </c:pt>
                <c:pt idx="2060">
                  <c:v>1406.6922297995923</c:v>
                </c:pt>
                <c:pt idx="2061">
                  <c:v>1407.1897572851656</c:v>
                </c:pt>
                <c:pt idx="2062">
                  <c:v>1407.6856584754773</c:v>
                </c:pt>
                <c:pt idx="2063">
                  <c:v>1408.1799376185477</c:v>
                </c:pt>
                <c:pt idx="2064">
                  <c:v>1408.6725989610836</c:v>
                </c:pt>
                <c:pt idx="2065">
                  <c:v>1409.1636467483861</c:v>
                </c:pt>
                <c:pt idx="2066">
                  <c:v>1409.6530852242968</c:v>
                </c:pt>
                <c:pt idx="2067">
                  <c:v>1410.1409186310264</c:v>
                </c:pt>
                <c:pt idx="2068">
                  <c:v>1410.6271512090323</c:v>
                </c:pt>
                <c:pt idx="2069">
                  <c:v>1411.1117871970018</c:v>
                </c:pt>
                <c:pt idx="2070">
                  <c:v>1411.5948308316476</c:v>
                </c:pt>
                <c:pt idx="2071">
                  <c:v>1412.0762863476577</c:v>
                </c:pt>
                <c:pt idx="2072">
                  <c:v>1412.5561579775833</c:v>
                </c:pt>
                <c:pt idx="2073">
                  <c:v>1413.0344499517057</c:v>
                </c:pt>
                <c:pt idx="2074">
                  <c:v>1413.5111664980068</c:v>
                </c:pt>
                <c:pt idx="2075">
                  <c:v>1413.9863118419826</c:v>
                </c:pt>
                <c:pt idx="2076">
                  <c:v>1414.459890206618</c:v>
                </c:pt>
                <c:pt idx="2077">
                  <c:v>1414.9319058122267</c:v>
                </c:pt>
                <c:pt idx="2078">
                  <c:v>1415.4023628764232</c:v>
                </c:pt>
                <c:pt idx="2079">
                  <c:v>1415.8712656139678</c:v>
                </c:pt>
                <c:pt idx="2080">
                  <c:v>1416.3386182367046</c:v>
                </c:pt>
                <c:pt idx="2081">
                  <c:v>1416.8044249534628</c:v>
                </c:pt>
                <c:pt idx="2082">
                  <c:v>1417.2686899699638</c:v>
                </c:pt>
                <c:pt idx="2083">
                  <c:v>1417.7314174887417</c:v>
                </c:pt>
                <c:pt idx="2084">
                  <c:v>1418.1926117090363</c:v>
                </c:pt>
                <c:pt idx="2085">
                  <c:v>1418.6522768267228</c:v>
                </c:pt>
                <c:pt idx="2086">
                  <c:v>1419.1104170342153</c:v>
                </c:pt>
                <c:pt idx="2087">
                  <c:v>1419.5670365203684</c:v>
                </c:pt>
                <c:pt idx="2088">
                  <c:v>1420.0221394704481</c:v>
                </c:pt>
                <c:pt idx="2089">
                  <c:v>1420.4757300659569</c:v>
                </c:pt>
                <c:pt idx="2090">
                  <c:v>1420.9278124846444</c:v>
                </c:pt>
                <c:pt idx="2091">
                  <c:v>1421.3783909003894</c:v>
                </c:pt>
                <c:pt idx="2092">
                  <c:v>1421.8274694830734</c:v>
                </c:pt>
                <c:pt idx="2093">
                  <c:v>1422.2750523985853</c:v>
                </c:pt>
                <c:pt idx="2094">
                  <c:v>1422.7211438086979</c:v>
                </c:pt>
                <c:pt idx="2095">
                  <c:v>1423.1657478709956</c:v>
                </c:pt>
                <c:pt idx="2096">
                  <c:v>1423.6088687387787</c:v>
                </c:pt>
                <c:pt idx="2097">
                  <c:v>1424.0505105610252</c:v>
                </c:pt>
                <c:pt idx="2098">
                  <c:v>1424.4906774823223</c:v>
                </c:pt>
                <c:pt idx="2099">
                  <c:v>1424.9293736427433</c:v>
                </c:pt>
                <c:pt idx="2100">
                  <c:v>1425.3666031778305</c:v>
                </c:pt>
                <c:pt idx="2101">
                  <c:v>1425.8023139980462</c:v>
                </c:pt>
                <c:pt idx="2102">
                  <c:v>1426.2365132751252</c:v>
                </c:pt>
                <c:pt idx="2103">
                  <c:v>1426.66920804656</c:v>
                </c:pt>
                <c:pt idx="2104">
                  <c:v>1427.1004052152191</c:v>
                </c:pt>
                <c:pt idx="2105">
                  <c:v>1427.5301115517602</c:v>
                </c:pt>
                <c:pt idx="2106">
                  <c:v>1427.9583336986077</c:v>
                </c:pt>
                <c:pt idx="2107">
                  <c:v>1428.3850781745323</c:v>
                </c:pt>
                <c:pt idx="2108">
                  <c:v>1428.8103513795534</c:v>
                </c:pt>
                <c:pt idx="2109">
                  <c:v>1429.234159599745</c:v>
                </c:pt>
                <c:pt idx="2110">
                  <c:v>1429.656509012076</c:v>
                </c:pt>
                <c:pt idx="2111">
                  <c:v>1430.0774056890068</c:v>
                </c:pt>
                <c:pt idx="2112">
                  <c:v>1430.4968556029462</c:v>
                </c:pt>
                <c:pt idx="2113">
                  <c:v>1430.9148646306039</c:v>
                </c:pt>
                <c:pt idx="2114">
                  <c:v>1431.3314385569865</c:v>
                </c:pt>
                <c:pt idx="2115">
                  <c:v>1431.7465830794147</c:v>
                </c:pt>
                <c:pt idx="2116">
                  <c:v>1432.1603038111675</c:v>
                </c:pt>
                <c:pt idx="2117">
                  <c:v>1432.5726062851327</c:v>
                </c:pt>
                <c:pt idx="2118">
                  <c:v>1432.9834959571658</c:v>
                </c:pt>
                <c:pt idx="2119">
                  <c:v>1433.3929782093298</c:v>
                </c:pt>
                <c:pt idx="2120">
                  <c:v>1433.8010583530581</c:v>
                </c:pt>
                <c:pt idx="2121">
                  <c:v>1434.2077416320062</c:v>
                </c:pt>
                <c:pt idx="2122">
                  <c:v>1434.6130332249857</c:v>
                </c:pt>
                <c:pt idx="2123">
                  <c:v>1434.9974562539346</c:v>
                </c:pt>
                <c:pt idx="2124">
                  <c:v>1435.3613291794168</c:v>
                </c:pt>
                <c:pt idx="2125">
                  <c:v>1435.7049666943369</c:v>
                </c:pt>
                <c:pt idx="2126">
                  <c:v>1436.0286797607421</c:v>
                </c:pt>
                <c:pt idx="2127">
                  <c:v>1436.332775646644</c:v>
                </c:pt>
                <c:pt idx="2128">
                  <c:v>1436.6175579625763</c:v>
                </c:pt>
                <c:pt idx="2129">
                  <c:v>1436.8833266980823</c:v>
                </c:pt>
                <c:pt idx="2130">
                  <c:v>1437.1303782579623</c:v>
                </c:pt>
                <c:pt idx="2131">
                  <c:v>1437.3590054984411</c:v>
                </c:pt>
                <c:pt idx="2132">
                  <c:v>1437.5694977630199</c:v>
                </c:pt>
                <c:pt idx="2133">
                  <c:v>1437.7621409182345</c:v>
                </c:pt>
                <c:pt idx="2134">
                  <c:v>1437.9372173891625</c:v>
                </c:pt>
                <c:pt idx="2135">
                  <c:v>1438.095006194678</c:v>
                </c:pt>
                <c:pt idx="2136">
                  <c:v>1438.2357829825557</c:v>
                </c:pt>
                <c:pt idx="2137">
                  <c:v>1438.35982006432</c:v>
                </c:pt>
                <c:pt idx="2138">
                  <c:v>1438.4673864497997</c:v>
                </c:pt>
                <c:pt idx="2139">
                  <c:v>1438.5587478814898</c:v>
                </c:pt>
                <c:pt idx="2140">
                  <c:v>1438.634166868718</c:v>
                </c:pt>
                <c:pt idx="2141">
                  <c:v>1438.6939027214303</c:v>
                </c:pt>
                <c:pt idx="2142">
                  <c:v>1438.7382115838607</c:v>
                </c:pt>
                <c:pt idx="2143">
                  <c:v>1438.7673464677962</c:v>
                </c:pt>
                <c:pt idx="2144">
                  <c:v>1438.781557285753</c:v>
                </c:pt>
                <c:pt idx="2145">
                  <c:v>1438.7810122028109</c:v>
                </c:pt>
                <c:pt idx="2146">
                  <c:v>1438.7658782505061</c:v>
                </c:pt>
                <c:pt idx="2147">
                  <c:v>1438.7363213289505</c:v>
                </c:pt>
                <c:pt idx="2148">
                  <c:v>1438.6925062088892</c:v>
                </c:pt>
                <c:pt idx="2149">
                  <c:v>1438.6345965340186</c:v>
                </c:pt>
                <c:pt idx="2150">
                  <c:v>1438.5627548232901</c:v>
                </c:pt>
                <c:pt idx="2151">
                  <c:v>1438.4771424733415</c:v>
                </c:pt>
                <c:pt idx="2152">
                  <c:v>1438.3779197610934</c:v>
                </c:pt>
                <c:pt idx="2153">
                  <c:v>1438.2652458462751</c:v>
                </c:pt>
                <c:pt idx="2154">
                  <c:v>1438.1392787741906</c:v>
                </c:pt>
                <c:pt idx="2155">
                  <c:v>1438.0001754784639</c:v>
                </c:pt>
                <c:pt idx="2156">
                  <c:v>1437.8480917839204</c:v>
                </c:pt>
                <c:pt idx="2157">
                  <c:v>1437.6831824094959</c:v>
                </c:pt>
                <c:pt idx="2158">
                  <c:v>1437.5056009712639</c:v>
                </c:pt>
                <c:pt idx="2159">
                  <c:v>1437.3154999855233</c:v>
                </c:pt>
                <c:pt idx="2160">
                  <c:v>1437.1130308719185</c:v>
                </c:pt>
                <c:pt idx="2161">
                  <c:v>1436.8983439566516</c:v>
                </c:pt>
                <c:pt idx="2162">
                  <c:v>1436.6715884758078</c:v>
                </c:pt>
                <c:pt idx="2163">
                  <c:v>1436.4329125786255</c:v>
                </c:pt>
                <c:pt idx="2164">
                  <c:v>1436.182463330932</c:v>
                </c:pt>
                <c:pt idx="2165">
                  <c:v>1435.9203867186111</c:v>
                </c:pt>
                <c:pt idx="2166">
                  <c:v>1435.6468276510718</c:v>
                </c:pt>
                <c:pt idx="2167">
                  <c:v>1435.3619296470827</c:v>
                </c:pt>
                <c:pt idx="2168">
                  <c:v>1435.0658348485786</c:v>
                </c:pt>
                <c:pt idx="2169">
                  <c:v>1434.7586840344213</c:v>
                </c:pt>
                <c:pt idx="2170">
                  <c:v>1434.440616633909</c:v>
                </c:pt>
                <c:pt idx="2171">
                  <c:v>1434.1117707401702</c:v>
                </c:pt>
                <c:pt idx="2172">
                  <c:v>1433.772283123458</c:v>
                </c:pt>
                <c:pt idx="2173">
                  <c:v>1433.4222892442053</c:v>
                </c:pt>
                <c:pt idx="2174">
                  <c:v>1433.0619232660008</c:v>
                </c:pt>
                <c:pt idx="2175">
                  <c:v>1432.6913180684198</c:v>
                </c:pt>
                <c:pt idx="2176">
                  <c:v>1432.3106052596249</c:v>
                </c:pt>
                <c:pt idx="2177">
                  <c:v>1431.919915188945</c:v>
                </c:pt>
                <c:pt idx="2178">
                  <c:v>1431.5193769592686</c:v>
                </c:pt>
                <c:pt idx="2179">
                  <c:v>1431.1091184392228</c:v>
                </c:pt>
                <c:pt idx="2180">
                  <c:v>1430.6892662753387</c:v>
                </c:pt>
                <c:pt idx="2181">
                  <c:v>1430.2599459039793</c:v>
                </c:pt>
                <c:pt idx="2182">
                  <c:v>1429.8212815632237</c:v>
                </c:pt>
                <c:pt idx="2183">
                  <c:v>1429.3733963045152</c:v>
                </c:pt>
                <c:pt idx="2184">
                  <c:v>1428.9164120042649</c:v>
                </c:pt>
                <c:pt idx="2185">
                  <c:v>1428.4504493752811</c:v>
                </c:pt>
                <c:pt idx="2186">
                  <c:v>1427.9756279780795</c:v>
                </c:pt>
                <c:pt idx="2187">
                  <c:v>1427.4920662320899</c:v>
                </c:pt>
                <c:pt idx="2188">
                  <c:v>1426.9998814266735</c:v>
                </c:pt>
                <c:pt idx="2189">
                  <c:v>1426.4991897308296</c:v>
                </c:pt>
                <c:pt idx="2190">
                  <c:v>1425.9901062027138</c:v>
                </c:pt>
                <c:pt idx="2191">
                  <c:v>1425.4727447992091</c:v>
                </c:pt>
                <c:pt idx="2192">
                  <c:v>1424.9472183853325</c:v>
                </c:pt>
                <c:pt idx="2193">
                  <c:v>1424.4136387436065</c:v>
                </c:pt>
                <c:pt idx="2194">
                  <c:v>1423.8721165833806</c:v>
                </c:pt>
                <c:pt idx="2195">
                  <c:v>1423.3227615500341</c:v>
                </c:pt>
                <c:pt idx="2196">
                  <c:v>1422.7656822341701</c:v>
                </c:pt>
                <c:pt idx="2197">
                  <c:v>1422.200986180676</c:v>
                </c:pt>
                <c:pt idx="2198">
                  <c:v>1421.628779897766</c:v>
                </c:pt>
                <c:pt idx="2199">
                  <c:v>1421.0491688659502</c:v>
                </c:pt>
                <c:pt idx="2200">
                  <c:v>1420.4622575469057</c:v>
                </c:pt>
                <c:pt idx="2201">
                  <c:v>1419.8681493922695</c:v>
                </c:pt>
                <c:pt idx="2202">
                  <c:v>1419.26694685246</c:v>
                </c:pt>
                <c:pt idx="2203">
                  <c:v>1418.6587513852937</c:v>
                </c:pt>
                <c:pt idx="2204">
                  <c:v>1418.043663464664</c:v>
                </c:pt>
                <c:pt idx="2205">
                  <c:v>1417.4217825890346</c:v>
                </c:pt>
                <c:pt idx="2206">
                  <c:v>1416.7932072899673</c:v>
                </c:pt>
                <c:pt idx="2207">
                  <c:v>1416.1580351405539</c:v>
                </c:pt>
                <c:pt idx="2208">
                  <c:v>1415.516362763713</c:v>
                </c:pt>
                <c:pt idx="2209">
                  <c:v>1414.8682858405243</c:v>
                </c:pt>
                <c:pt idx="2210">
                  <c:v>1414.213899118467</c:v>
                </c:pt>
                <c:pt idx="2211">
                  <c:v>1413.5532964195493</c:v>
                </c:pt>
                <c:pt idx="2212">
                  <c:v>1412.8865706483678</c:v>
                </c:pt>
                <c:pt idx="2213">
                  <c:v>1412.2138138002122</c:v>
                </c:pt>
                <c:pt idx="2214">
                  <c:v>1411.5351169689179</c:v>
                </c:pt>
                <c:pt idx="2215">
                  <c:v>1410.850570354829</c:v>
                </c:pt>
                <c:pt idx="2216">
                  <c:v>1410.1602632725444</c:v>
                </c:pt>
                <c:pt idx="2217">
                  <c:v>1409.4642841587522</c:v>
                </c:pt>
                <c:pt idx="2218">
                  <c:v>1408.762720579831</c:v>
                </c:pt>
                <c:pt idx="2219">
                  <c:v>1408.0556592395244</c:v>
                </c:pt>
                <c:pt idx="2220">
                  <c:v>1407.3431859864859</c:v>
                </c:pt>
                <c:pt idx="2221">
                  <c:v>1406.6253858217719</c:v>
                </c:pt>
                <c:pt idx="2222">
                  <c:v>1405.9023429062454</c:v>
                </c:pt>
                <c:pt idx="2223">
                  <c:v>1405.1741405679893</c:v>
                </c:pt>
                <c:pt idx="2224">
                  <c:v>1404.4408613095757</c:v>
                </c:pt>
                <c:pt idx="2225">
                  <c:v>1403.7025868153178</c:v>
                </c:pt>
                <c:pt idx="2226">
                  <c:v>1402.9593979584718</c:v>
                </c:pt>
                <c:pt idx="2227">
                  <c:v>1402.2113748083275</c:v>
                </c:pt>
                <c:pt idx="2228">
                  <c:v>1401.4585966372845</c:v>
                </c:pt>
                <c:pt idx="2229">
                  <c:v>1400.7011419278738</c:v>
                </c:pt>
                <c:pt idx="2230">
                  <c:v>1399.9390883796605</c:v>
                </c:pt>
                <c:pt idx="2231">
                  <c:v>1399.1725129161528</c:v>
                </c:pt>
                <c:pt idx="2232">
                  <c:v>1398.401491691661</c:v>
                </c:pt>
                <c:pt idx="2233">
                  <c:v>1397.6261000979848</c:v>
                </c:pt>
                <c:pt idx="2234">
                  <c:v>1396.8464127712073</c:v>
                </c:pt>
                <c:pt idx="2235">
                  <c:v>1396.0625035983207</c:v>
                </c:pt>
                <c:pt idx="2236">
                  <c:v>1395.2744457238196</c:v>
                </c:pt>
                <c:pt idx="2237">
                  <c:v>1394.4823115562399</c:v>
                </c:pt>
                <c:pt idx="2238">
                  <c:v>1393.6861727746727</c:v>
                </c:pt>
                <c:pt idx="2239">
                  <c:v>1392.886100335196</c:v>
                </c:pt>
                <c:pt idx="2240">
                  <c:v>1392.082164477217</c:v>
                </c:pt>
                <c:pt idx="2241">
                  <c:v>1391.2744347298801</c:v>
                </c:pt>
                <c:pt idx="2242">
                  <c:v>1390.4629799182364</c:v>
                </c:pt>
                <c:pt idx="2243">
                  <c:v>1389.6478681695487</c:v>
                </c:pt>
                <c:pt idx="2244">
                  <c:v>1388.8291669194193</c:v>
                </c:pt>
                <c:pt idx="2245">
                  <c:v>1388.0069429179255</c:v>
                </c:pt>
                <c:pt idx="2246">
                  <c:v>1387.1812622356615</c:v>
                </c:pt>
                <c:pt idx="2247">
                  <c:v>1386.3521902697926</c:v>
                </c:pt>
                <c:pt idx="2248">
                  <c:v>1385.5197917499781</c:v>
                </c:pt>
                <c:pt idx="2249">
                  <c:v>1384.6841307442846</c:v>
                </c:pt>
                <c:pt idx="2250">
                  <c:v>1383.8452706650942</c:v>
                </c:pt>
                <c:pt idx="2251">
                  <c:v>1383.0032742748792</c:v>
                </c:pt>
                <c:pt idx="2252">
                  <c:v>1382.1582036919458</c:v>
                </c:pt>
                <c:pt idx="2253">
                  <c:v>1381.3101203962397</c:v>
                </c:pt>
                <c:pt idx="2254">
                  <c:v>1380.4590852349006</c:v>
                </c:pt>
                <c:pt idx="2255">
                  <c:v>1379.6051584279617</c:v>
                </c:pt>
                <c:pt idx="2256">
                  <c:v>1378.7483995739069</c:v>
                </c:pt>
                <c:pt idx="2257">
                  <c:v>1377.8888676551624</c:v>
                </c:pt>
                <c:pt idx="2258">
                  <c:v>1377.0266210436287</c:v>
                </c:pt>
                <c:pt idx="2259">
                  <c:v>1376.1617175060569</c:v>
                </c:pt>
                <c:pt idx="2260">
                  <c:v>1375.2942142094857</c:v>
                </c:pt>
                <c:pt idx="2261">
                  <c:v>1374.4241677265561</c:v>
                </c:pt>
                <c:pt idx="2262">
                  <c:v>1373.5516340408165</c:v>
                </c:pt>
                <c:pt idx="2263">
                  <c:v>1372.6766685519679</c:v>
                </c:pt>
                <c:pt idx="2264">
                  <c:v>1371.7993260810745</c:v>
                </c:pt>
                <c:pt idx="2265">
                  <c:v>1370.9196608757361</c:v>
                </c:pt>
                <c:pt idx="2266">
                  <c:v>1370.0377266151893</c:v>
                </c:pt>
                <c:pt idx="2267">
                  <c:v>1369.1535764153878</c:v>
                </c:pt>
                <c:pt idx="2268">
                  <c:v>1368.2672628340831</c:v>
                </c:pt>
                <c:pt idx="2269">
                  <c:v>1367.3788378757308</c:v>
                </c:pt>
                <c:pt idx="2270">
                  <c:v>1366.4883529964925</c:v>
                </c:pt>
                <c:pt idx="2271">
                  <c:v>1365.5958591091687</c:v>
                </c:pt>
                <c:pt idx="2272">
                  <c:v>1364.7014065879878</c:v>
                </c:pt>
                <c:pt idx="2273">
                  <c:v>1363.8050452734985</c:v>
                </c:pt>
                <c:pt idx="2274">
                  <c:v>1362.9068244773227</c:v>
                </c:pt>
                <c:pt idx="2275">
                  <c:v>1362.0067929869035</c:v>
                </c:pt>
                <c:pt idx="2276">
                  <c:v>1361.1049990702161</c:v>
                </c:pt>
                <c:pt idx="2277">
                  <c:v>1360.20149048042</c:v>
                </c:pt>
                <c:pt idx="2278">
                  <c:v>1359.2963144604853</c:v>
                </c:pt>
                <c:pt idx="2279">
                  <c:v>1358.3895177477852</c:v>
                </c:pt>
                <c:pt idx="2280">
                  <c:v>1357.4811465786347</c:v>
                </c:pt>
                <c:pt idx="2281">
                  <c:v>1356.5712466928103</c:v>
                </c:pt>
                <c:pt idx="2282">
                  <c:v>1355.6598633379931</c:v>
                </c:pt>
                <c:pt idx="2283">
                  <c:v>1354.7470412742214</c:v>
                </c:pt>
                <c:pt idx="2284">
                  <c:v>1353.8328247782856</c:v>
                </c:pt>
                <c:pt idx="2285">
                  <c:v>1352.917257648078</c:v>
                </c:pt>
                <c:pt idx="2286">
                  <c:v>1352.0003832069185</c:v>
                </c:pt>
                <c:pt idx="2287">
                  <c:v>1351.0822443078187</c:v>
                </c:pt>
                <c:pt idx="2288">
                  <c:v>1350.162883337754</c:v>
                </c:pt>
                <c:pt idx="2289">
                  <c:v>1349.2423422218649</c:v>
                </c:pt>
                <c:pt idx="2290">
                  <c:v>1348.3206624276374</c:v>
                </c:pt>
                <c:pt idx="2291">
                  <c:v>1347.3978849690079</c:v>
                </c:pt>
                <c:pt idx="2292">
                  <c:v>1346.4740504105387</c:v>
                </c:pt>
                <c:pt idx="2293">
                  <c:v>1345.5491988714134</c:v>
                </c:pt>
                <c:pt idx="2294">
                  <c:v>1344.6233700295147</c:v>
                </c:pt>
                <c:pt idx="2295">
                  <c:v>1343.6966031254194</c:v>
                </c:pt>
                <c:pt idx="2296">
                  <c:v>1342.7689369663522</c:v>
                </c:pt>
                <c:pt idx="2297">
                  <c:v>1341.8404099301438</c:v>
                </c:pt>
                <c:pt idx="2298">
                  <c:v>1340.9110599690973</c:v>
                </c:pt>
                <c:pt idx="2299">
                  <c:v>1339.9809246138871</c:v>
                </c:pt>
                <c:pt idx="2300">
                  <c:v>1339.0500409773801</c:v>
                </c:pt>
                <c:pt idx="2301">
                  <c:v>1338.1184457584175</c:v>
                </c:pt>
                <c:pt idx="2302">
                  <c:v>1337.1861752456109</c:v>
                </c:pt>
                <c:pt idx="2303">
                  <c:v>1336.2532653210949</c:v>
                </c:pt>
                <c:pt idx="2304">
                  <c:v>1335.3197514641658</c:v>
                </c:pt>
                <c:pt idx="2305">
                  <c:v>1334.3856687550381</c:v>
                </c:pt>
                <c:pt idx="2306">
                  <c:v>1333.4510518784173</c:v>
                </c:pt>
                <c:pt idx="2307">
                  <c:v>1332.5159351271584</c:v>
                </c:pt>
                <c:pt idx="2308">
                  <c:v>1331.5803524058206</c:v>
                </c:pt>
                <c:pt idx="2309">
                  <c:v>1330.6443372342337</c:v>
                </c:pt>
                <c:pt idx="2310">
                  <c:v>1329.7079227510039</c:v>
                </c:pt>
                <c:pt idx="2311">
                  <c:v>1328.7711417170124</c:v>
                </c:pt>
                <c:pt idx="2312">
                  <c:v>1327.834026518864</c:v>
                </c:pt>
                <c:pt idx="2313">
                  <c:v>1326.8966091723598</c:v>
                </c:pt>
                <c:pt idx="2314">
                  <c:v>1325.9589213258196</c:v>
                </c:pt>
                <c:pt idx="2315">
                  <c:v>1325.0209942635483</c:v>
                </c:pt>
                <c:pt idx="2316">
                  <c:v>1324.0828589091045</c:v>
                </c:pt>
                <c:pt idx="2317">
                  <c:v>1323.1445458286605</c:v>
                </c:pt>
                <c:pt idx="2318">
                  <c:v>1322.2060852342443</c:v>
                </c:pt>
                <c:pt idx="2319">
                  <c:v>1321.2675069870652</c:v>
                </c:pt>
                <c:pt idx="2320">
                  <c:v>1320.3288406006977</c:v>
                </c:pt>
                <c:pt idx="2321">
                  <c:v>1319.3901152442666</c:v>
                </c:pt>
                <c:pt idx="2322">
                  <c:v>1318.4513597456832</c:v>
                </c:pt>
                <c:pt idx="2323">
                  <c:v>1317.5126025947577</c:v>
                </c:pt>
                <c:pt idx="2324">
                  <c:v>1316.5738719463168</c:v>
                </c:pt>
                <c:pt idx="2325">
                  <c:v>1315.6351956233032</c:v>
                </c:pt>
                <c:pt idx="2326">
                  <c:v>1314.6966011198754</c:v>
                </c:pt>
                <c:pt idx="2327">
                  <c:v>1313.7581156043964</c:v>
                </c:pt>
                <c:pt idx="2328">
                  <c:v>1312.8197659225018</c:v>
                </c:pt>
                <c:pt idx="2329">
                  <c:v>1311.8815786000464</c:v>
                </c:pt>
                <c:pt idx="2330">
                  <c:v>1310.9435798461134</c:v>
                </c:pt>
                <c:pt idx="2331">
                  <c:v>1310.0057955559253</c:v>
                </c:pt>
                <c:pt idx="2332">
                  <c:v>1309.0682513137453</c:v>
                </c:pt>
                <c:pt idx="2333">
                  <c:v>1308.1309723958241</c:v>
                </c:pt>
                <c:pt idx="2334">
                  <c:v>1307.1939837731998</c:v>
                </c:pt>
                <c:pt idx="2335">
                  <c:v>1306.2573101145838</c:v>
                </c:pt>
                <c:pt idx="2336">
                  <c:v>1305.3209757891375</c:v>
                </c:pt>
                <c:pt idx="2337">
                  <c:v>1304.3850048693182</c:v>
                </c:pt>
                <c:pt idx="2338">
                  <c:v>1303.4494211336016</c:v>
                </c:pt>
                <c:pt idx="2339">
                  <c:v>1302.51424806923</c:v>
                </c:pt>
                <c:pt idx="2340">
                  <c:v>1301.5795088749444</c:v>
                </c:pt>
                <c:pt idx="2341">
                  <c:v>1300.6452264637162</c:v>
                </c:pt>
                <c:pt idx="2342">
                  <c:v>1299.7114234653418</c:v>
                </c:pt>
                <c:pt idx="2343">
                  <c:v>1298.7781222291678</c:v>
                </c:pt>
                <c:pt idx="2344">
                  <c:v>1297.8453448266744</c:v>
                </c:pt>
                <c:pt idx="2345">
                  <c:v>1296.9131130540998</c:v>
                </c:pt>
                <c:pt idx="2346">
                  <c:v>1295.9814484350404</c:v>
                </c:pt>
                <c:pt idx="2347">
                  <c:v>1295.0503722229532</c:v>
                </c:pt>
                <c:pt idx="2348">
                  <c:v>1294.1199054037754</c:v>
                </c:pt>
                <c:pt idx="2349">
                  <c:v>1293.1900686983849</c:v>
                </c:pt>
                <c:pt idx="2350">
                  <c:v>1292.2608825651166</c:v>
                </c:pt>
                <c:pt idx="2351">
                  <c:v>1291.3323672022145</c:v>
                </c:pt>
                <c:pt idx="2352">
                  <c:v>1290.4045425503261</c:v>
                </c:pt>
                <c:pt idx="2353">
                  <c:v>1289.4774282949145</c:v>
                </c:pt>
                <c:pt idx="2354">
                  <c:v>1288.5510438686351</c:v>
                </c:pt>
                <c:pt idx="2355">
                  <c:v>1287.6254084537895</c:v>
                </c:pt>
                <c:pt idx="2356">
                  <c:v>1286.7005409846404</c:v>
                </c:pt>
                <c:pt idx="2357">
                  <c:v>1285.7764601497945</c:v>
                </c:pt>
                <c:pt idx="2358">
                  <c:v>1284.8531843945179</c:v>
                </c:pt>
                <c:pt idx="2359">
                  <c:v>1283.9307319230504</c:v>
                </c:pt>
                <c:pt idx="2360">
                  <c:v>1283.0091207008695</c:v>
                </c:pt>
                <c:pt idx="2361">
                  <c:v>1282.0883684570083</c:v>
                </c:pt>
                <c:pt idx="2362">
                  <c:v>1281.1684926862672</c:v>
                </c:pt>
                <c:pt idx="2363">
                  <c:v>1280.2495106514314</c:v>
                </c:pt>
                <c:pt idx="2364">
                  <c:v>1279.3314393855389</c:v>
                </c:pt>
                <c:pt idx="2365">
                  <c:v>1278.4142956940232</c:v>
                </c:pt>
                <c:pt idx="2366">
                  <c:v>1277.4980961568876</c:v>
                </c:pt>
                <c:pt idx="2367">
                  <c:v>1276.5828571308839</c:v>
                </c:pt>
                <c:pt idx="2368">
                  <c:v>1275.6685947516423</c:v>
                </c:pt>
                <c:pt idx="2369">
                  <c:v>1274.7553249357645</c:v>
                </c:pt>
                <c:pt idx="2370">
                  <c:v>1273.8430633829569</c:v>
                </c:pt>
                <c:pt idx="2371">
                  <c:v>1272.9318255780659</c:v>
                </c:pt>
                <c:pt idx="2372">
                  <c:v>1272.0216267931917</c:v>
                </c:pt>
                <c:pt idx="2373">
                  <c:v>1271.1124820897144</c:v>
                </c:pt>
                <c:pt idx="2374">
                  <c:v>1270.2044063202793</c:v>
                </c:pt>
                <c:pt idx="2375">
                  <c:v>1269.2974141308669</c:v>
                </c:pt>
                <c:pt idx="2376">
                  <c:v>1268.3915199627568</c:v>
                </c:pt>
                <c:pt idx="2377">
                  <c:v>1267.4867380544999</c:v>
                </c:pt>
                <c:pt idx="2378">
                  <c:v>1266.5830824438769</c:v>
                </c:pt>
                <c:pt idx="2379">
                  <c:v>1265.680566969846</c:v>
                </c:pt>
                <c:pt idx="2380">
                  <c:v>1264.7792052744594</c:v>
                </c:pt>
                <c:pt idx="2381">
                  <c:v>1263.8790108047695</c:v>
                </c:pt>
                <c:pt idx="2382">
                  <c:v>1262.9799968147231</c:v>
                </c:pt>
                <c:pt idx="2383">
                  <c:v>1262.0821763670322</c:v>
                </c:pt>
                <c:pt idx="2384">
                  <c:v>1261.185562335037</c:v>
                </c:pt>
                <c:pt idx="2385">
                  <c:v>1260.2901674045402</c:v>
                </c:pt>
                <c:pt idx="2386">
                  <c:v>1259.3960040756308</c:v>
                </c:pt>
                <c:pt idx="2387">
                  <c:v>1258.5030846644986</c:v>
                </c:pt>
                <c:pt idx="2388">
                  <c:v>1257.6114213052192</c:v>
                </c:pt>
                <c:pt idx="2389">
                  <c:v>1256.7210259515582</c:v>
                </c:pt>
                <c:pt idx="2390">
                  <c:v>1255.8319103786912</c:v>
                </c:pt>
                <c:pt idx="2391">
                  <c:v>1254.9440861849819</c:v>
                </c:pt>
                <c:pt idx="2392">
                  <c:v>1254.0575647937158</c:v>
                </c:pt>
                <c:pt idx="2393">
                  <c:v>1253.1723574547846</c:v>
                </c:pt>
                <c:pt idx="2394">
                  <c:v>1252.2884752464331</c:v>
                </c:pt>
                <c:pt idx="2395">
                  <c:v>1251.4059290768969</c:v>
                </c:pt>
                <c:pt idx="2396">
                  <c:v>1250.5247296861223</c:v>
                </c:pt>
                <c:pt idx="2397">
                  <c:v>1249.6448876473846</c:v>
                </c:pt>
                <c:pt idx="2398">
                  <c:v>1248.7664133689611</c:v>
                </c:pt>
                <c:pt idx="2399">
                  <c:v>1247.8893170957322</c:v>
                </c:pt>
                <c:pt idx="2400">
                  <c:v>1247.0136089108221</c:v>
                </c:pt>
                <c:pt idx="2401">
                  <c:v>1246.139298737176</c:v>
                </c:pt>
                <c:pt idx="2402">
                  <c:v>1245.2663963391667</c:v>
                </c:pt>
                <c:pt idx="2403">
                  <c:v>1244.3949113241385</c:v>
                </c:pt>
                <c:pt idx="2404">
                  <c:v>1243.5248531439947</c:v>
                </c:pt>
                <c:pt idx="2405">
                  <c:v>1242.6562310967399</c:v>
                </c:pt>
                <c:pt idx="2406">
                  <c:v>1241.7890543279927</c:v>
                </c:pt>
                <c:pt idx="2407">
                  <c:v>1240.9233318325089</c:v>
                </c:pt>
                <c:pt idx="2408">
                  <c:v>1240.0590724556919</c:v>
                </c:pt>
                <c:pt idx="2409">
                  <c:v>1239.1962848950936</c:v>
                </c:pt>
                <c:pt idx="2410">
                  <c:v>1238.3349777018695</c:v>
                </c:pt>
                <c:pt idx="2411">
                  <c:v>1237.4751592822633</c:v>
                </c:pt>
                <c:pt idx="2412">
                  <c:v>1236.6168378990278</c:v>
                </c:pt>
                <c:pt idx="2413">
                  <c:v>1235.7600216729286</c:v>
                </c:pt>
                <c:pt idx="2414">
                  <c:v>1234.9047185840923</c:v>
                </c:pt>
                <c:pt idx="2415">
                  <c:v>1234.0509364734771</c:v>
                </c:pt>
                <c:pt idx="2416">
                  <c:v>1233.1986830442499</c:v>
                </c:pt>
                <c:pt idx="2417">
                  <c:v>1232.3479658631877</c:v>
                </c:pt>
                <c:pt idx="2418">
                  <c:v>1231.4987923620463</c:v>
                </c:pt>
                <c:pt idx="2419">
                  <c:v>1230.6511698389238</c:v>
                </c:pt>
                <c:pt idx="2420">
                  <c:v>1229.8051054596122</c:v>
                </c:pt>
                <c:pt idx="2421">
                  <c:v>1228.9606062589539</c:v>
                </c:pt>
                <c:pt idx="2422">
                  <c:v>1228.1176791421619</c:v>
                </c:pt>
                <c:pt idx="2423">
                  <c:v>1227.2763308861277</c:v>
                </c:pt>
                <c:pt idx="2424">
                  <c:v>1226.4365681407305</c:v>
                </c:pt>
                <c:pt idx="2425">
                  <c:v>1225.5983974301528</c:v>
                </c:pt>
                <c:pt idx="2426">
                  <c:v>1224.7618251541412</c:v>
                </c:pt>
                <c:pt idx="2427">
                  <c:v>1223.926857589267</c:v>
                </c:pt>
                <c:pt idx="2428">
                  <c:v>1223.0935008902202</c:v>
                </c:pt>
                <c:pt idx="2429">
                  <c:v>1222.2617610910345</c:v>
                </c:pt>
                <c:pt idx="2430">
                  <c:v>1221.4316441063277</c:v>
                </c:pt>
                <c:pt idx="2431">
                  <c:v>1220.6031557325359</c:v>
                </c:pt>
                <c:pt idx="2432">
                  <c:v>1219.776301649131</c:v>
                </c:pt>
                <c:pt idx="2433">
                  <c:v>1218.9510874198174</c:v>
                </c:pt>
                <c:pt idx="2434">
                  <c:v>1218.1275184937251</c:v>
                </c:pt>
                <c:pt idx="2435">
                  <c:v>1217.3056002065953</c:v>
                </c:pt>
                <c:pt idx="2436">
                  <c:v>1216.4853377819729</c:v>
                </c:pt>
                <c:pt idx="2437">
                  <c:v>1215.666736332334</c:v>
                </c:pt>
                <c:pt idx="2438">
                  <c:v>1214.8498008602755</c:v>
                </c:pt>
                <c:pt idx="2439">
                  <c:v>1214.0345362596315</c:v>
                </c:pt>
                <c:pt idx="2440">
                  <c:v>1213.2209473166147</c:v>
                </c:pt>
                <c:pt idx="2441">
                  <c:v>1212.4090387109334</c:v>
                </c:pt>
                <c:pt idx="2442">
                  <c:v>1211.5988150169228</c:v>
                </c:pt>
                <c:pt idx="2443">
                  <c:v>1210.7902807046096</c:v>
                </c:pt>
                <c:pt idx="2444">
                  <c:v>1209.9834401408471</c:v>
                </c:pt>
                <c:pt idx="2445">
                  <c:v>1209.1782975903693</c:v>
                </c:pt>
                <c:pt idx="2446">
                  <c:v>1208.3748572168743</c:v>
                </c:pt>
                <c:pt idx="2447">
                  <c:v>1207.5731230840854</c:v>
                </c:pt>
                <c:pt idx="2448">
                  <c:v>1206.7730991568023</c:v>
                </c:pt>
                <c:pt idx="2449">
                  <c:v>1205.9747893019544</c:v>
                </c:pt>
                <c:pt idx="2450">
                  <c:v>1205.1781972896206</c:v>
                </c:pt>
                <c:pt idx="2451">
                  <c:v>1204.3833267940765</c:v>
                </c:pt>
                <c:pt idx="2452">
                  <c:v>1203.5901813947796</c:v>
                </c:pt>
                <c:pt idx="2453">
                  <c:v>1202.7987645774283</c:v>
                </c:pt>
                <c:pt idx="2454">
                  <c:v>1202.0090797348851</c:v>
                </c:pt>
                <c:pt idx="2455">
                  <c:v>1201.2211301682503</c:v>
                </c:pt>
                <c:pt idx="2456">
                  <c:v>1200.434919087769</c:v>
                </c:pt>
                <c:pt idx="2457">
                  <c:v>1199.6504496138598</c:v>
                </c:pt>
                <c:pt idx="2458">
                  <c:v>1198.8677247780363</c:v>
                </c:pt>
                <c:pt idx="2459">
                  <c:v>1198.0867475238908</c:v>
                </c:pt>
                <c:pt idx="2460">
                  <c:v>1197.307520708011</c:v>
                </c:pt>
                <c:pt idx="2461">
                  <c:v>1196.5300471009457</c:v>
                </c:pt>
                <c:pt idx="2462">
                  <c:v>1195.7543293881231</c:v>
                </c:pt>
                <c:pt idx="2463">
                  <c:v>1194.9803701707701</c:v>
                </c:pt>
                <c:pt idx="2464">
                  <c:v>1194.2081719668161</c:v>
                </c:pt>
                <c:pt idx="2465">
                  <c:v>1193.4377372118142</c:v>
                </c:pt>
                <c:pt idx="2466">
                  <c:v>1192.6690682598175</c:v>
                </c:pt>
                <c:pt idx="2467">
                  <c:v>1191.9021673842917</c:v>
                </c:pt>
                <c:pt idx="2468">
                  <c:v>1191.1370367789661</c:v>
                </c:pt>
                <c:pt idx="2469">
                  <c:v>1190.3736785587257</c:v>
                </c:pt>
                <c:pt idx="2470">
                  <c:v>1189.6120947604763</c:v>
                </c:pt>
                <c:pt idx="2471">
                  <c:v>1188.8522873439783</c:v>
                </c:pt>
                <c:pt idx="2472">
                  <c:v>1188.0942581927243</c:v>
                </c:pt>
                <c:pt idx="2473">
                  <c:v>1187.3380091147499</c:v>
                </c:pt>
                <c:pt idx="2474">
                  <c:v>1186.5835418434933</c:v>
                </c:pt>
                <c:pt idx="2475">
                  <c:v>1185.8308580386035</c:v>
                </c:pt>
                <c:pt idx="2476">
                  <c:v>1185.0799592867727</c:v>
                </c:pt>
                <c:pt idx="2477">
                  <c:v>1184.330847102525</c:v>
                </c:pt>
                <c:pt idx="2478">
                  <c:v>1183.5835229290399</c:v>
                </c:pt>
                <c:pt idx="2479">
                  <c:v>1182.837988138939</c:v>
                </c:pt>
                <c:pt idx="2480">
                  <c:v>1182.0942440350705</c:v>
                </c:pt>
                <c:pt idx="2481">
                  <c:v>1181.3522918513127</c:v>
                </c:pt>
                <c:pt idx="2482">
                  <c:v>1180.6121327533115</c:v>
                </c:pt>
                <c:pt idx="2483">
                  <c:v>1179.8737678392811</c:v>
                </c:pt>
                <c:pt idx="2484">
                  <c:v>1179.1371981407424</c:v>
                </c:pt>
                <c:pt idx="2485">
                  <c:v>1178.4024246232932</c:v>
                </c:pt>
                <c:pt idx="2486">
                  <c:v>1177.6694481873412</c:v>
                </c:pt>
                <c:pt idx="2487">
                  <c:v>1176.9382696688483</c:v>
                </c:pt>
                <c:pt idx="2488">
                  <c:v>1176.2088898400543</c:v>
                </c:pt>
                <c:pt idx="2489">
                  <c:v>1175.4813094102374</c:v>
                </c:pt>
                <c:pt idx="2490">
                  <c:v>1174.7555290263722</c:v>
                </c:pt>
                <c:pt idx="2491">
                  <c:v>1174.0315492739148</c:v>
                </c:pt>
                <c:pt idx="2492">
                  <c:v>1173.3093706774509</c:v>
                </c:pt>
                <c:pt idx="2493">
                  <c:v>1172.588993701419</c:v>
                </c:pt>
                <c:pt idx="2494">
                  <c:v>1171.8704187508035</c:v>
                </c:pt>
                <c:pt idx="2495">
                  <c:v>1171.1536461718297</c:v>
                </c:pt>
                <c:pt idx="2496">
                  <c:v>1170.4386762526253</c:v>
                </c:pt>
                <c:pt idx="2497">
                  <c:v>1169.7255092239063</c:v>
                </c:pt>
                <c:pt idx="2498">
                  <c:v>1169.0141452596472</c:v>
                </c:pt>
                <c:pt idx="2499">
                  <c:v>1168.3045844777321</c:v>
                </c:pt>
                <c:pt idx="2500">
                  <c:v>1167.5968269406258</c:v>
                </c:pt>
                <c:pt idx="2501">
                  <c:v>1166.8908726560071</c:v>
                </c:pt>
                <c:pt idx="2502">
                  <c:v>1166.186721577438</c:v>
                </c:pt>
                <c:pt idx="2503">
                  <c:v>1165.4843736049652</c:v>
                </c:pt>
                <c:pt idx="2504">
                  <c:v>1164.7838285857815</c:v>
                </c:pt>
                <c:pt idx="2505">
                  <c:v>1164.085086314843</c:v>
                </c:pt>
                <c:pt idx="2506">
                  <c:v>1163.3881465354912</c:v>
                </c:pt>
                <c:pt idx="2507">
                  <c:v>1162.693008940053</c:v>
                </c:pt>
                <c:pt idx="2508">
                  <c:v>1161.9996731704791</c:v>
                </c:pt>
                <c:pt idx="2509">
                  <c:v>1161.3081388189175</c:v>
                </c:pt>
                <c:pt idx="2510">
                  <c:v>1160.6184054283324</c:v>
                </c:pt>
                <c:pt idx="2511">
                  <c:v>1159.9304724930798</c:v>
                </c:pt>
                <c:pt idx="2512">
                  <c:v>1159.2443394595102</c:v>
                </c:pt>
                <c:pt idx="2513">
                  <c:v>1158.5600057265312</c:v>
                </c:pt>
                <c:pt idx="2514">
                  <c:v>1157.8774706462084</c:v>
                </c:pt>
                <c:pt idx="2515">
                  <c:v>1157.1967335243062</c:v>
                </c:pt>
                <c:pt idx="2516">
                  <c:v>1156.5177936208843</c:v>
                </c:pt>
                <c:pt idx="2517">
                  <c:v>1155.8406501508241</c:v>
                </c:pt>
                <c:pt idx="2518">
                  <c:v>1155.1653022844064</c:v>
                </c:pt>
                <c:pt idx="2519">
                  <c:v>1154.4917491478673</c:v>
                </c:pt>
                <c:pt idx="2520">
                  <c:v>1153.8199898239043</c:v>
                </c:pt>
                <c:pt idx="2521">
                  <c:v>1153.1500233522659</c:v>
                </c:pt>
                <c:pt idx="2522">
                  <c:v>1152.4818487302477</c:v>
                </c:pt>
                <c:pt idx="2523">
                  <c:v>1151.8154649132371</c:v>
                </c:pt>
                <c:pt idx="2524">
                  <c:v>1151.1508708152323</c:v>
                </c:pt>
                <c:pt idx="2525">
                  <c:v>1150.4880653093694</c:v>
                </c:pt>
                <c:pt idx="2526">
                  <c:v>1149.8270472284282</c:v>
                </c:pt>
                <c:pt idx="2527">
                  <c:v>1149.1678153653459</c:v>
                </c:pt>
                <c:pt idx="2528">
                  <c:v>1148.5103684737171</c:v>
                </c:pt>
                <c:pt idx="2529">
                  <c:v>1147.8547052682995</c:v>
                </c:pt>
                <c:pt idx="2530">
                  <c:v>1147.2008244255144</c:v>
                </c:pt>
                <c:pt idx="2531">
                  <c:v>1146.5487245839174</c:v>
                </c:pt>
                <c:pt idx="2532">
                  <c:v>1145.8984043447053</c:v>
                </c:pt>
                <c:pt idx="2533">
                  <c:v>1145.2498622721851</c:v>
                </c:pt>
                <c:pt idx="2534">
                  <c:v>1144.603096894255</c:v>
                </c:pt>
                <c:pt idx="2535">
                  <c:v>1143.9581067028782</c:v>
                </c:pt>
                <c:pt idx="2536">
                  <c:v>1143.3148901545451</c:v>
                </c:pt>
                <c:pt idx="2537">
                  <c:v>1142.67344567074</c:v>
                </c:pt>
                <c:pt idx="2538">
                  <c:v>1142.0337716384101</c:v>
                </c:pt>
                <c:pt idx="2539">
                  <c:v>1141.3958664103964</c:v>
                </c:pt>
                <c:pt idx="2540">
                  <c:v>1140.7597283059038</c:v>
                </c:pt>
                <c:pt idx="2541">
                  <c:v>1140.1253556109457</c:v>
                </c:pt>
                <c:pt idx="2542">
                  <c:v>1139.492746578765</c:v>
                </c:pt>
                <c:pt idx="2543">
                  <c:v>1138.861899430311</c:v>
                </c:pt>
                <c:pt idx="2544">
                  <c:v>1138.2328123546281</c:v>
                </c:pt>
                <c:pt idx="2545">
                  <c:v>1137.6054835093157</c:v>
                </c:pt>
                <c:pt idx="2546">
                  <c:v>1136.9799110209483</c:v>
                </c:pt>
                <c:pt idx="2547">
                  <c:v>1136.3560929854821</c:v>
                </c:pt>
                <c:pt idx="2548">
                  <c:v>1135.7340274686874</c:v>
                </c:pt>
                <c:pt idx="2549">
                  <c:v>1135.1137125065532</c:v>
                </c:pt>
                <c:pt idx="2550">
                  <c:v>1134.4951461057033</c:v>
                </c:pt>
                <c:pt idx="2551">
                  <c:v>1133.8783262437892</c:v>
                </c:pt>
                <c:pt idx="2552">
                  <c:v>1133.2632508699098</c:v>
                </c:pt>
                <c:pt idx="2553">
                  <c:v>1132.6499179049929</c:v>
                </c:pt>
                <c:pt idx="2554">
                  <c:v>1132.0383252421911</c:v>
                </c:pt>
                <c:pt idx="2555">
                  <c:v>1131.428470747273</c:v>
                </c:pt>
                <c:pt idx="2556">
                  <c:v>1130.8203522590179</c:v>
                </c:pt>
                <c:pt idx="2557">
                  <c:v>1130.2139675895894</c:v>
                </c:pt>
                <c:pt idx="2558">
                  <c:v>1129.6093145249079</c:v>
                </c:pt>
                <c:pt idx="2559">
                  <c:v>1129.0063908250381</c:v>
                </c:pt>
                <c:pt idx="2560">
                  <c:v>1128.4051942245565</c:v>
                </c:pt>
                <c:pt idx="2561">
                  <c:v>1127.8057224329157</c:v>
                </c:pt>
                <c:pt idx="2562">
                  <c:v>1127.2079731348035</c:v>
                </c:pt>
                <c:pt idx="2563">
                  <c:v>1126.6119439905201</c:v>
                </c:pt>
                <c:pt idx="2564">
                  <c:v>1126.0176326363162</c:v>
                </c:pt>
                <c:pt idx="2565">
                  <c:v>1125.425036684763</c:v>
                </c:pt>
                <c:pt idx="2566">
                  <c:v>1124.8341537250876</c:v>
                </c:pt>
                <c:pt idx="2567">
                  <c:v>1124.2449813235351</c:v>
                </c:pt>
                <c:pt idx="2568">
                  <c:v>1123.6575170236879</c:v>
                </c:pt>
                <c:pt idx="2569">
                  <c:v>1123.0717583468395</c:v>
                </c:pt>
                <c:pt idx="2570">
                  <c:v>1122.4877027923014</c:v>
                </c:pt>
                <c:pt idx="2571">
                  <c:v>1121.905347837753</c:v>
                </c:pt>
                <c:pt idx="2572">
                  <c:v>1121.3246909395596</c:v>
                </c:pt>
                <c:pt idx="2573">
                  <c:v>1120.745729533111</c:v>
                </c:pt>
                <c:pt idx="2574">
                  <c:v>1120.168461033139</c:v>
                </c:pt>
                <c:pt idx="2575">
                  <c:v>1119.592882834042</c:v>
                </c:pt>
                <c:pt idx="2576">
                  <c:v>1119.0189923101884</c:v>
                </c:pt>
                <c:pt idx="2577">
                  <c:v>1118.4467868162535</c:v>
                </c:pt>
                <c:pt idx="2578">
                  <c:v>1117.8762636875097</c:v>
                </c:pt>
                <c:pt idx="2579">
                  <c:v>1117.3074202401522</c:v>
                </c:pt>
                <c:pt idx="2580">
                  <c:v>1116.740253771577</c:v>
                </c:pt>
                <c:pt idx="2581">
                  <c:v>1116.174761560721</c:v>
                </c:pt>
                <c:pt idx="2582">
                  <c:v>1115.6109408683271</c:v>
                </c:pt>
                <c:pt idx="2583">
                  <c:v>1115.0487889372566</c:v>
                </c:pt>
                <c:pt idx="2584">
                  <c:v>1114.4883029927732</c:v>
                </c:pt>
                <c:pt idx="2585">
                  <c:v>1113.9294802428519</c:v>
                </c:pt>
                <c:pt idx="2586">
                  <c:v>1113.3723178784435</c:v>
                </c:pt>
                <c:pt idx="2587">
                  <c:v>1112.8168130737618</c:v>
                </c:pt>
                <c:pt idx="2588">
                  <c:v>1112.2629629865853</c:v>
                </c:pt>
                <c:pt idx="2589">
                  <c:v>1111.7107647585085</c:v>
                </c:pt>
                <c:pt idx="2590">
                  <c:v>1111.1602155152448</c:v>
                </c:pt>
                <c:pt idx="2591">
                  <c:v>1110.6113123668706</c:v>
                </c:pt>
                <c:pt idx="2592">
                  <c:v>1110.0640524081175</c:v>
                </c:pt>
                <c:pt idx="2593">
                  <c:v>1109.518432718641</c:v>
                </c:pt>
                <c:pt idx="2594">
                  <c:v>1108.9744503632623</c:v>
                </c:pt>
                <c:pt idx="2595">
                  <c:v>1108.4321023922553</c:v>
                </c:pt>
                <c:pt idx="2596">
                  <c:v>1107.891385841596</c:v>
                </c:pt>
                <c:pt idx="2597">
                  <c:v>1107.3522977332166</c:v>
                </c:pt>
                <c:pt idx="2598">
                  <c:v>1106.8148350752645</c:v>
                </c:pt>
                <c:pt idx="2599">
                  <c:v>1106.2789948623524</c:v>
                </c:pt>
                <c:pt idx="2600">
                  <c:v>1105.7447740758109</c:v>
                </c:pt>
                <c:pt idx="2601">
                  <c:v>1105.2121696839263</c:v>
                </c:pt>
                <c:pt idx="2602">
                  <c:v>1104.6811786421936</c:v>
                </c:pt>
                <c:pt idx="2603">
                  <c:v>1104.1517978935572</c:v>
                </c:pt>
                <c:pt idx="2604">
                  <c:v>1103.6240243686448</c:v>
                </c:pt>
                <c:pt idx="2605">
                  <c:v>1103.097854986011</c:v>
                </c:pt>
                <c:pt idx="2606">
                  <c:v>1102.5732866523651</c:v>
                </c:pt>
                <c:pt idx="2607">
                  <c:v>1102.0503162628052</c:v>
                </c:pt>
                <c:pt idx="2608">
                  <c:v>1101.5289407010512</c:v>
                </c:pt>
                <c:pt idx="2609">
                  <c:v>1101.009156839669</c:v>
                </c:pt>
                <c:pt idx="2610">
                  <c:v>1100.4909615402971</c:v>
                </c:pt>
                <c:pt idx="2611">
                  <c:v>1099.9743516538613</c:v>
                </c:pt>
                <c:pt idx="2612">
                  <c:v>1099.4593240208085</c:v>
                </c:pt>
                <c:pt idx="2613">
                  <c:v>1098.945875471313</c:v>
                </c:pt>
                <c:pt idx="2614">
                  <c:v>1098.4340028255069</c:v>
                </c:pt>
                <c:pt idx="2615">
                  <c:v>1097.9237028936684</c:v>
                </c:pt>
                <c:pt idx="2616">
                  <c:v>1097.4149724764609</c:v>
                </c:pt>
                <c:pt idx="2617">
                  <c:v>1096.90780836512</c:v>
                </c:pt>
                <c:pt idx="2618">
                  <c:v>1096.4022073416722</c:v>
                </c:pt>
                <c:pt idx="2619">
                  <c:v>1095.898166179149</c:v>
                </c:pt>
                <c:pt idx="2620">
                  <c:v>1095.3956816417631</c:v>
                </c:pt>
                <c:pt idx="2621">
                  <c:v>1094.894750485124</c:v>
                </c:pt>
                <c:pt idx="2622">
                  <c:v>1094.3953694564484</c:v>
                </c:pt>
                <c:pt idx="2623">
                  <c:v>1093.8975352947325</c:v>
                </c:pt>
                <c:pt idx="2624">
                  <c:v>1093.4012447309638</c:v>
                </c:pt>
                <c:pt idx="2625">
                  <c:v>1092.9064944883041</c:v>
                </c:pt>
                <c:pt idx="2626">
                  <c:v>1092.4132812822847</c:v>
                </c:pt>
                <c:pt idx="2627">
                  <c:v>1091.9216018209931</c:v>
                </c:pt>
                <c:pt idx="2628">
                  <c:v>1091.4314528052562</c:v>
                </c:pt>
                <c:pt idx="2629">
                  <c:v>1090.942830928831</c:v>
                </c:pt>
                <c:pt idx="2630">
                  <c:v>1090.4557328785834</c:v>
                </c:pt>
                <c:pt idx="2631">
                  <c:v>1089.970155334662</c:v>
                </c:pt>
                <c:pt idx="2632">
                  <c:v>1089.486094970692</c:v>
                </c:pt>
                <c:pt idx="2633">
                  <c:v>1089.003548453933</c:v>
                </c:pt>
                <c:pt idx="2634">
                  <c:v>1088.5225124454657</c:v>
                </c:pt>
                <c:pt idx="2635">
                  <c:v>1088.0429836003698</c:v>
                </c:pt>
                <c:pt idx="2636">
                  <c:v>1087.5649585678775</c:v>
                </c:pt>
                <c:pt idx="2637">
                  <c:v>1087.0884339915567</c:v>
                </c:pt>
                <c:pt idx="2638">
                  <c:v>1086.6134065094714</c:v>
                </c:pt>
                <c:pt idx="2639">
                  <c:v>1086.1398727543492</c:v>
                </c:pt>
                <c:pt idx="2640">
                  <c:v>1085.6678293537516</c:v>
                </c:pt>
                <c:pt idx="2641">
                  <c:v>1085.1972729302179</c:v>
                </c:pt>
                <c:pt idx="2642">
                  <c:v>1084.7282001014476</c:v>
                </c:pt>
                <c:pt idx="2643">
                  <c:v>1084.2606074804412</c:v>
                </c:pt>
                <c:pt idx="2644">
                  <c:v>1083.7944916756676</c:v>
                </c:pt>
                <c:pt idx="2645">
                  <c:v>1083.329849291217</c:v>
                </c:pt>
                <c:pt idx="2646">
                  <c:v>1082.8666769269412</c:v>
                </c:pt>
                <c:pt idx="2647">
                  <c:v>1082.4049711786333</c:v>
                </c:pt>
                <c:pt idx="2648">
                  <c:v>1081.9447286381483</c:v>
                </c:pt>
                <c:pt idx="2649">
                  <c:v>1081.4859458935655</c:v>
                </c:pt>
                <c:pt idx="2650">
                  <c:v>1081.0286195293386</c:v>
                </c:pt>
                <c:pt idx="2651">
                  <c:v>1080.572746126431</c:v>
                </c:pt>
                <c:pt idx="2652">
                  <c:v>1080.1183222624668</c:v>
                </c:pt>
                <c:pt idx="2653">
                  <c:v>1079.6653445118666</c:v>
                </c:pt>
                <c:pt idx="2654">
                  <c:v>1079.2138094459947</c:v>
                </c:pt>
                <c:pt idx="2655">
                  <c:v>1078.7637136332905</c:v>
                </c:pt>
                <c:pt idx="2656">
                  <c:v>1078.3150536394116</c:v>
                </c:pt>
                <c:pt idx="2657">
                  <c:v>1077.8678260273659</c:v>
                </c:pt>
                <c:pt idx="2658">
                  <c:v>1077.4220273576491</c:v>
                </c:pt>
                <c:pt idx="2659">
                  <c:v>1076.9776541883691</c:v>
                </c:pt>
                <c:pt idx="2660">
                  <c:v>1076.5347030753956</c:v>
                </c:pt>
                <c:pt idx="2661">
                  <c:v>1076.093170572462</c:v>
                </c:pt>
                <c:pt idx="2662">
                  <c:v>1075.6530532313175</c:v>
                </c:pt>
                <c:pt idx="2663">
                  <c:v>1075.2143476018482</c:v>
                </c:pt>
                <c:pt idx="2664">
                  <c:v>1074.7770502321953</c:v>
                </c:pt>
                <c:pt idx="2665">
                  <c:v>1074.3411576688816</c:v>
                </c:pt>
                <c:pt idx="2666">
                  <c:v>1073.9066664569386</c:v>
                </c:pt>
                <c:pt idx="2667">
                  <c:v>1073.4735731400237</c:v>
                </c:pt>
                <c:pt idx="2668">
                  <c:v>1073.0418742605475</c:v>
                </c:pt>
                <c:pt idx="2669">
                  <c:v>1072.6115663597716</c:v>
                </c:pt>
                <c:pt idx="2670">
                  <c:v>1072.1826459779527</c:v>
                </c:pt>
                <c:pt idx="2671">
                  <c:v>1071.7551096544394</c:v>
                </c:pt>
                <c:pt idx="2672">
                  <c:v>1071.3289539277919</c:v>
                </c:pt>
                <c:pt idx="2673">
                  <c:v>1070.9041753358949</c:v>
                </c:pt>
                <c:pt idx="2674">
                  <c:v>1070.4807704160771</c:v>
                </c:pt>
                <c:pt idx="2675">
                  <c:v>1070.0587357052063</c:v>
                </c:pt>
                <c:pt idx="2676">
                  <c:v>1069.6380677398088</c:v>
                </c:pt>
                <c:pt idx="2677">
                  <c:v>1069.2187630561732</c:v>
                </c:pt>
                <c:pt idx="2678">
                  <c:v>1068.8008181904636</c:v>
                </c:pt>
                <c:pt idx="2679">
                  <c:v>1068.3842296788143</c:v>
                </c:pt>
                <c:pt idx="2680">
                  <c:v>1067.9689940574447</c:v>
                </c:pt>
                <c:pt idx="2681">
                  <c:v>1067.5551078627548</c:v>
                </c:pt>
                <c:pt idx="2682">
                  <c:v>1067.1425676314279</c:v>
                </c:pt>
                <c:pt idx="2683">
                  <c:v>1066.7313699005331</c:v>
                </c:pt>
                <c:pt idx="2684">
                  <c:v>1066.3215112076259</c:v>
                </c:pt>
                <c:pt idx="2685">
                  <c:v>1065.9129880908417</c:v>
                </c:pt>
                <c:pt idx="2686">
                  <c:v>1065.5057970889964</c:v>
                </c:pt>
                <c:pt idx="2687">
                  <c:v>1065.0999347416778</c:v>
                </c:pt>
                <c:pt idx="2688">
                  <c:v>1064.6953975893473</c:v>
                </c:pt>
                <c:pt idx="2689">
                  <c:v>1064.2921821734276</c:v>
                </c:pt>
                <c:pt idx="2690">
                  <c:v>1063.8902850363952</c:v>
                </c:pt>
                <c:pt idx="2691">
                  <c:v>1063.4897027218769</c:v>
                </c:pt>
                <c:pt idx="2692">
                  <c:v>1063.0904317747327</c:v>
                </c:pt>
                <c:pt idx="2693">
                  <c:v>1062.6924687411504</c:v>
                </c:pt>
                <c:pt idx="2694">
                  <c:v>1062.2958101687266</c:v>
                </c:pt>
                <c:pt idx="2695">
                  <c:v>1061.9004526065662</c:v>
                </c:pt>
                <c:pt idx="2696">
                  <c:v>1061.5063926053515</c:v>
                </c:pt>
                <c:pt idx="2697">
                  <c:v>1061.1136267174454</c:v>
                </c:pt>
                <c:pt idx="2698">
                  <c:v>1060.7221514969569</c:v>
                </c:pt>
                <c:pt idx="2699">
                  <c:v>1060.3319634998347</c:v>
                </c:pt>
                <c:pt idx="2700">
                  <c:v>1059.9430592839503</c:v>
                </c:pt>
                <c:pt idx="2701">
                  <c:v>1059.5554354091664</c:v>
                </c:pt>
                <c:pt idx="2702">
                  <c:v>1059.169088437432</c:v>
                </c:pt>
                <c:pt idx="2703">
                  <c:v>1058.7840149328547</c:v>
                </c:pt>
                <c:pt idx="2704">
                  <c:v>1058.4002114617663</c:v>
                </c:pt>
                <c:pt idx="2705">
                  <c:v>1058.0176745928197</c:v>
                </c:pt>
                <c:pt idx="2706">
                  <c:v>1057.6364008970572</c:v>
                </c:pt>
                <c:pt idx="2707">
                  <c:v>1057.2563869479761</c:v>
                </c:pt>
                <c:pt idx="2708">
                  <c:v>1056.8776293216133</c:v>
                </c:pt>
                <c:pt idx="2709">
                  <c:v>1056.5001245966127</c:v>
                </c:pt>
                <c:pt idx="2710">
                  <c:v>1056.1238693543028</c:v>
                </c:pt>
                <c:pt idx="2711">
                  <c:v>1055.7488601787566</c:v>
                </c:pt>
                <c:pt idx="2712">
                  <c:v>1055.3750936568733</c:v>
                </c:pt>
                <c:pt idx="2713">
                  <c:v>1055.0025663784438</c:v>
                </c:pt>
                <c:pt idx="2714">
                  <c:v>1054.6312749362128</c:v>
                </c:pt>
                <c:pt idx="2715">
                  <c:v>1054.2612159259552</c:v>
                </c:pt>
                <c:pt idx="2716">
                  <c:v>1053.8923859465367</c:v>
                </c:pt>
                <c:pt idx="2717">
                  <c:v>1053.5247815999812</c:v>
                </c:pt>
                <c:pt idx="2718">
                  <c:v>1053.1583994915379</c:v>
                </c:pt>
                <c:pt idx="2719">
                  <c:v>1052.7932362297363</c:v>
                </c:pt>
                <c:pt idx="2720">
                  <c:v>1052.4292884264621</c:v>
                </c:pt>
                <c:pt idx="2721">
                  <c:v>1052.0665526970108</c:v>
                </c:pt>
                <c:pt idx="2722">
                  <c:v>1051.7050256601497</c:v>
                </c:pt>
                <c:pt idx="2723">
                  <c:v>1051.3447039381786</c:v>
                </c:pt>
                <c:pt idx="2724">
                  <c:v>1050.9855841569956</c:v>
                </c:pt>
                <c:pt idx="2725">
                  <c:v>1050.6276629461431</c:v>
                </c:pt>
                <c:pt idx="2726">
                  <c:v>1050.2709369388831</c:v>
                </c:pt>
                <c:pt idx="2727">
                  <c:v>1049.9154027722354</c:v>
                </c:pt>
                <c:pt idx="2728">
                  <c:v>1049.5610570870526</c:v>
                </c:pt>
                <c:pt idx="2729">
                  <c:v>1049.20789652806</c:v>
                </c:pt>
                <c:pt idx="2730">
                  <c:v>1048.8559177439204</c:v>
                </c:pt>
                <c:pt idx="2731">
                  <c:v>1048.5051173872857</c:v>
                </c:pt>
                <c:pt idx="2732">
                  <c:v>1048.1554921148497</c:v>
                </c:pt>
                <c:pt idx="2733">
                  <c:v>1047.8070385874009</c:v>
                </c:pt>
                <c:pt idx="2734">
                  <c:v>1047.4597534698739</c:v>
                </c:pt>
                <c:pt idx="2735">
                  <c:v>1047.1136334313992</c:v>
                </c:pt>
                <c:pt idx="2736">
                  <c:v>1046.7686751453614</c:v>
                </c:pt>
                <c:pt idx="2737">
                  <c:v>1046.4248752894384</c:v>
                </c:pt>
                <c:pt idx="2738">
                  <c:v>1046.0822305456559</c:v>
                </c:pt>
                <c:pt idx="2739">
                  <c:v>1045.7407376004373</c:v>
                </c:pt>
                <c:pt idx="2740">
                  <c:v>1045.4003931446475</c:v>
                </c:pt>
                <c:pt idx="2741">
                  <c:v>1045.0611938736411</c:v>
                </c:pt>
                <c:pt idx="2742">
                  <c:v>1044.7231364873087</c:v>
                </c:pt>
                <c:pt idx="2743">
                  <c:v>1044.3862176901259</c:v>
                </c:pt>
                <c:pt idx="2744">
                  <c:v>1044.0504341911892</c:v>
                </c:pt>
                <c:pt idx="2745">
                  <c:v>1043.7157827042709</c:v>
                </c:pt>
                <c:pt idx="2746">
                  <c:v>1043.3822599478572</c:v>
                </c:pt>
                <c:pt idx="2747">
                  <c:v>1043.0498626451895</c:v>
                </c:pt>
                <c:pt idx="2748">
                  <c:v>1042.7185875243099</c:v>
                </c:pt>
                <c:pt idx="2749">
                  <c:v>1042.3884313181015</c:v>
                </c:pt>
                <c:pt idx="2750">
                  <c:v>1042.0593907643311</c:v>
                </c:pt>
                <c:pt idx="2751">
                  <c:v>1041.7314626056866</c:v>
                </c:pt>
                <c:pt idx="2752">
                  <c:v>1041.4046435898172</c:v>
                </c:pt>
                <c:pt idx="2753">
                  <c:v>1041.0789304693769</c:v>
                </c:pt>
                <c:pt idx="2754">
                  <c:v>1040.7543200020577</c:v>
                </c:pt>
                <c:pt idx="2755">
                  <c:v>1040.4308089506292</c:v>
                </c:pt>
                <c:pt idx="2756">
                  <c:v>1040.1083940829747</c:v>
                </c:pt>
                <c:pt idx="2757">
                  <c:v>1039.7870721721331</c:v>
                </c:pt>
                <c:pt idx="2758">
                  <c:v>1039.4668399963289</c:v>
                </c:pt>
                <c:pt idx="2759">
                  <c:v>1039.1476943390096</c:v>
                </c:pt>
                <c:pt idx="2760">
                  <c:v>1038.8296319888852</c:v>
                </c:pt>
                <c:pt idx="2761">
                  <c:v>1038.5126497399533</c:v>
                </c:pt>
                <c:pt idx="2762">
                  <c:v>1038.1967443915403</c:v>
                </c:pt>
                <c:pt idx="2763">
                  <c:v>1037.881912748335</c:v>
                </c:pt>
                <c:pt idx="2764">
                  <c:v>1037.5681516204158</c:v>
                </c:pt>
                <c:pt idx="2765">
                  <c:v>1037.2554578232875</c:v>
                </c:pt>
                <c:pt idx="2766">
                  <c:v>1036.943828177913</c:v>
                </c:pt>
                <c:pt idx="2767">
                  <c:v>1036.6332595107408</c:v>
                </c:pt>
                <c:pt idx="2768">
                  <c:v>1036.3237486537366</c:v>
                </c:pt>
                <c:pt idx="2769">
                  <c:v>1036.0152924444167</c:v>
                </c:pt>
                <c:pt idx="2770">
                  <c:v>1035.7078877258768</c:v>
                </c:pt>
                <c:pt idx="2771">
                  <c:v>1035.4015313468162</c:v>
                </c:pt>
                <c:pt idx="2772">
                  <c:v>1035.0962201615719</c:v>
                </c:pt>
                <c:pt idx="2773">
                  <c:v>1034.7919510301406</c:v>
                </c:pt>
                <c:pt idx="2774">
                  <c:v>1034.4887208182167</c:v>
                </c:pt>
                <c:pt idx="2775">
                  <c:v>1034.1865263972077</c:v>
                </c:pt>
                <c:pt idx="2776">
                  <c:v>1033.8853646442662</c:v>
                </c:pt>
                <c:pt idx="2777">
                  <c:v>1033.5852324423151</c:v>
                </c:pt>
                <c:pt idx="2778">
                  <c:v>1033.2861266800746</c:v>
                </c:pt>
                <c:pt idx="2779">
                  <c:v>1032.9880442520853</c:v>
                </c:pt>
                <c:pt idx="2780">
                  <c:v>1032.690982058735</c:v>
                </c:pt>
                <c:pt idx="2781">
                  <c:v>1032.3949370062794</c:v>
                </c:pt>
                <c:pt idx="2782">
                  <c:v>1032.0999060068714</c:v>
                </c:pt>
                <c:pt idx="2783">
                  <c:v>1031.8058859785749</c:v>
                </c:pt>
                <c:pt idx="2784">
                  <c:v>1031.5128738453984</c:v>
                </c:pt>
                <c:pt idx="2785">
                  <c:v>1031.2208665373082</c:v>
                </c:pt>
                <c:pt idx="2786">
                  <c:v>1030.9298609902628</c:v>
                </c:pt>
                <c:pt idx="2787">
                  <c:v>1030.6398541462177</c:v>
                </c:pt>
                <c:pt idx="2788">
                  <c:v>1030.3508429531553</c:v>
                </c:pt>
                <c:pt idx="2789">
                  <c:v>1030.0628243651097</c:v>
                </c:pt>
                <c:pt idx="2790">
                  <c:v>1029.7757953421808</c:v>
                </c:pt>
                <c:pt idx="2791">
                  <c:v>1029.4897528505537</c:v>
                </c:pt>
                <c:pt idx="2792">
                  <c:v>1029.2046938625206</c:v>
                </c:pt>
                <c:pt idx="2793">
                  <c:v>1028.9206153565012</c:v>
                </c:pt>
                <c:pt idx="2794">
                  <c:v>1028.6375143170524</c:v>
                </c:pt>
                <c:pt idx="2795">
                  <c:v>1028.3553877348993</c:v>
                </c:pt>
                <c:pt idx="2796">
                  <c:v>1028.074232606946</c:v>
                </c:pt>
                <c:pt idx="2797">
                  <c:v>1027.7940459362931</c:v>
                </c:pt>
                <c:pt idx="2798">
                  <c:v>1027.5148247322518</c:v>
                </c:pt>
                <c:pt idx="2799">
                  <c:v>1027.2365660103694</c:v>
                </c:pt>
                <c:pt idx="2800">
                  <c:v>1026.9592667924333</c:v>
                </c:pt>
                <c:pt idx="2801">
                  <c:v>1026.6829241065013</c:v>
                </c:pt>
                <c:pt idx="2802">
                  <c:v>1026.4075349869029</c:v>
                </c:pt>
                <c:pt idx="2803">
                  <c:v>1026.1330964742604</c:v>
                </c:pt>
                <c:pt idx="2804">
                  <c:v>1025.8596056155097</c:v>
                </c:pt>
                <c:pt idx="2805">
                  <c:v>1025.5870594639016</c:v>
                </c:pt>
                <c:pt idx="2806">
                  <c:v>1025.3154550790268</c:v>
                </c:pt>
                <c:pt idx="2807">
                  <c:v>1025.0447895268262</c:v>
                </c:pt>
                <c:pt idx="2808">
                  <c:v>1024.775059879601</c:v>
                </c:pt>
                <c:pt idx="2809">
                  <c:v>1024.5062632160295</c:v>
                </c:pt>
                <c:pt idx="2810">
                  <c:v>1024.2383966211792</c:v>
                </c:pt>
                <c:pt idx="2811">
                  <c:v>1023.9714571865168</c:v>
                </c:pt>
                <c:pt idx="2812">
                  <c:v>1023.7054420099211</c:v>
                </c:pt>
                <c:pt idx="2813">
                  <c:v>1023.4403481956961</c:v>
                </c:pt>
                <c:pt idx="2814">
                  <c:v>1023.1761728545824</c:v>
                </c:pt>
                <c:pt idx="2815">
                  <c:v>1022.912913103764</c:v>
                </c:pt>
                <c:pt idx="2816">
                  <c:v>1022.6505660668806</c:v>
                </c:pt>
                <c:pt idx="2817">
                  <c:v>1022.3891288740482</c:v>
                </c:pt>
                <c:pt idx="2818">
                  <c:v>1022.1285986618446</c:v>
                </c:pt>
                <c:pt idx="2819">
                  <c:v>1021.8689725733495</c:v>
                </c:pt>
                <c:pt idx="2820">
                  <c:v>1021.6102477581277</c:v>
                </c:pt>
                <c:pt idx="2821">
                  <c:v>1021.3524213722593</c:v>
                </c:pt>
                <c:pt idx="2822">
                  <c:v>1021.0954905783254</c:v>
                </c:pt>
                <c:pt idx="2823">
                  <c:v>1020.8394525454403</c:v>
                </c:pt>
                <c:pt idx="2824">
                  <c:v>1020.5843044492435</c:v>
                </c:pt>
                <c:pt idx="2825">
                  <c:v>1020.3300434719165</c:v>
                </c:pt>
                <c:pt idx="2826">
                  <c:v>1020.0766668021815</c:v>
                </c:pt>
                <c:pt idx="2827">
                  <c:v>1019.8241716353176</c:v>
                </c:pt>
                <c:pt idx="2828">
                  <c:v>1019.572555173164</c:v>
                </c:pt>
                <c:pt idx="2829">
                  <c:v>1019.3218146241247</c:v>
                </c:pt>
                <c:pt idx="2830">
                  <c:v>1019.0719472031791</c:v>
                </c:pt>
                <c:pt idx="2831">
                  <c:v>1018.8229501318833</c:v>
                </c:pt>
                <c:pt idx="2832">
                  <c:v>1018.574820638386</c:v>
                </c:pt>
                <c:pt idx="2833">
                  <c:v>1018.3275559574139</c:v>
                </c:pt>
                <c:pt idx="2834">
                  <c:v>1018.0811533303045</c:v>
                </c:pt>
                <c:pt idx="2835">
                  <c:v>1017.8356100049862</c:v>
                </c:pt>
                <c:pt idx="2836">
                  <c:v>1017.5909232359999</c:v>
                </c:pt>
                <c:pt idx="2837">
                  <c:v>1017.3470902844954</c:v>
                </c:pt>
                <c:pt idx="2838">
                  <c:v>1017.104108418236</c:v>
                </c:pt>
                <c:pt idx="2839">
                  <c:v>1016.8619749116067</c:v>
                </c:pt>
                <c:pt idx="2840">
                  <c:v>1016.6206870456161</c:v>
                </c:pt>
                <c:pt idx="2841">
                  <c:v>1016.3802421078996</c:v>
                </c:pt>
                <c:pt idx="2842">
                  <c:v>1016.14063739272</c:v>
                </c:pt>
                <c:pt idx="2843">
                  <c:v>1015.9018702009747</c:v>
                </c:pt>
                <c:pt idx="2844">
                  <c:v>1015.6639378402033</c:v>
                </c:pt>
                <c:pt idx="2845">
                  <c:v>1015.4268376245728</c:v>
                </c:pt>
                <c:pt idx="2846">
                  <c:v>1015.1905668749014</c:v>
                </c:pt>
                <c:pt idx="2847">
                  <c:v>1014.9551229186471</c:v>
                </c:pt>
                <c:pt idx="2848">
                  <c:v>1014.7205030899139</c:v>
                </c:pt>
                <c:pt idx="2849">
                  <c:v>1014.4867047294492</c:v>
                </c:pt>
                <c:pt idx="2850">
                  <c:v>1014.2537251846579</c:v>
                </c:pt>
                <c:pt idx="2851">
                  <c:v>1014.0215618095899</c:v>
                </c:pt>
                <c:pt idx="2852">
                  <c:v>1013.790211964942</c:v>
                </c:pt>
                <c:pt idx="2853">
                  <c:v>1013.5596730180706</c:v>
                </c:pt>
                <c:pt idx="2854">
                  <c:v>1013.32994234298</c:v>
                </c:pt>
                <c:pt idx="2855">
                  <c:v>1013.1010173203346</c:v>
                </c:pt>
                <c:pt idx="2856">
                  <c:v>1012.872895337441</c:v>
                </c:pt>
                <c:pt idx="2857">
                  <c:v>1012.6455737882686</c:v>
                </c:pt>
                <c:pt idx="2858">
                  <c:v>1012.4190500734379</c:v>
                </c:pt>
                <c:pt idx="2859">
                  <c:v>1012.1933216002219</c:v>
                </c:pt>
                <c:pt idx="2860">
                  <c:v>1011.9683857825461</c:v>
                </c:pt>
                <c:pt idx="2861">
                  <c:v>1011.7442400409877</c:v>
                </c:pt>
                <c:pt idx="2862">
                  <c:v>1011.5208818027749</c:v>
                </c:pt>
                <c:pt idx="2863">
                  <c:v>1011.2983085017873</c:v>
                </c:pt>
                <c:pt idx="2864">
                  <c:v>1011.0765175785536</c:v>
                </c:pt>
                <c:pt idx="2865">
                  <c:v>1010.8555064802471</c:v>
                </c:pt>
                <c:pt idx="2866">
                  <c:v>1010.6352726606833</c:v>
                </c:pt>
                <c:pt idx="2867">
                  <c:v>1010.4158135803314</c:v>
                </c:pt>
                <c:pt idx="2868">
                  <c:v>1010.1971267062939</c:v>
                </c:pt>
                <c:pt idx="2869">
                  <c:v>1009.9792095123133</c:v>
                </c:pt>
                <c:pt idx="2870">
                  <c:v>1009.7620594787759</c:v>
                </c:pt>
                <c:pt idx="2871">
                  <c:v>1009.5456740926924</c:v>
                </c:pt>
                <c:pt idx="2872">
                  <c:v>1009.3300508477146</c:v>
                </c:pt>
                <c:pt idx="2873">
                  <c:v>1009.1151872441183</c:v>
                </c:pt>
                <c:pt idx="2874">
                  <c:v>1008.9010807888053</c:v>
                </c:pt>
                <c:pt idx="2875">
                  <c:v>1008.687728995303</c:v>
                </c:pt>
                <c:pt idx="2876">
                  <c:v>1008.475129383753</c:v>
                </c:pt>
                <c:pt idx="2877">
                  <c:v>1008.2632794809188</c:v>
                </c:pt>
                <c:pt idx="2878">
                  <c:v>1008.0521768201763</c:v>
                </c:pt>
                <c:pt idx="2879">
                  <c:v>1007.8418189415023</c:v>
                </c:pt>
                <c:pt idx="2880">
                  <c:v>1007.6322033914834</c:v>
                </c:pt>
                <c:pt idx="2881">
                  <c:v>1007.4233277233068</c:v>
                </c:pt>
                <c:pt idx="2882">
                  <c:v>1007.2151894967552</c:v>
                </c:pt>
                <c:pt idx="2883">
                  <c:v>1007.0077862782024</c:v>
                </c:pt>
                <c:pt idx="2884">
                  <c:v>1006.8011156406063</c:v>
                </c:pt>
                <c:pt idx="2885">
                  <c:v>1006.5951751635151</c:v>
                </c:pt>
                <c:pt idx="2886">
                  <c:v>1006.3899624330463</c:v>
                </c:pt>
                <c:pt idx="2887">
                  <c:v>1006.1854750418914</c:v>
                </c:pt>
                <c:pt idx="2888">
                  <c:v>1005.9817105893118</c:v>
                </c:pt>
                <c:pt idx="2889">
                  <c:v>1005.7786666811317</c:v>
                </c:pt>
                <c:pt idx="2890">
                  <c:v>1005.5763409297306</c:v>
                </c:pt>
                <c:pt idx="2891">
                  <c:v>1005.3747309540341</c:v>
                </c:pt>
                <c:pt idx="2892">
                  <c:v>1005.1738343795195</c:v>
                </c:pt>
                <c:pt idx="2893">
                  <c:v>1004.9736488382038</c:v>
                </c:pt>
                <c:pt idx="2894">
                  <c:v>1004.7741719686337</c:v>
                </c:pt>
                <c:pt idx="2895">
                  <c:v>1004.5754014158871</c:v>
                </c:pt>
                <c:pt idx="2896">
                  <c:v>1004.3773348315597</c:v>
                </c:pt>
                <c:pt idx="2897">
                  <c:v>1004.1799698737659</c:v>
                </c:pt>
                <c:pt idx="2898">
                  <c:v>1003.9833042071277</c:v>
                </c:pt>
                <c:pt idx="2899">
                  <c:v>1003.7873355027693</c:v>
                </c:pt>
                <c:pt idx="2900">
                  <c:v>1003.5920614383056</c:v>
                </c:pt>
                <c:pt idx="2901">
                  <c:v>1003.3974796978518</c:v>
                </c:pt>
                <c:pt idx="2902">
                  <c:v>1003.2035879719925</c:v>
                </c:pt>
                <c:pt idx="2903">
                  <c:v>1003.0103839577963</c:v>
                </c:pt>
                <c:pt idx="2904">
                  <c:v>1002.8178653587925</c:v>
                </c:pt>
                <c:pt idx="2905">
                  <c:v>1002.6260298849744</c:v>
                </c:pt>
                <c:pt idx="2906">
                  <c:v>1002.4348752527915</c:v>
                </c:pt>
                <c:pt idx="2907">
                  <c:v>1002.2443991851333</c:v>
                </c:pt>
                <c:pt idx="2908">
                  <c:v>1002.0545994113314</c:v>
                </c:pt>
                <c:pt idx="2909">
                  <c:v>1001.8654736671439</c:v>
                </c:pt>
                <c:pt idx="2910">
                  <c:v>1001.6770196947583</c:v>
                </c:pt>
                <c:pt idx="2911">
                  <c:v>1001.4892352427701</c:v>
                </c:pt>
                <c:pt idx="2912">
                  <c:v>1001.302118066186</c:v>
                </c:pt>
                <c:pt idx="2913">
                  <c:v>1001.1156659264101</c:v>
                </c:pt>
                <c:pt idx="2914">
                  <c:v>1000.9298765912392</c:v>
                </c:pt>
                <c:pt idx="2915">
                  <c:v>1000.7447478348457</c:v>
                </c:pt>
                <c:pt idx="2916">
                  <c:v>1000.5602774377882</c:v>
                </c:pt>
                <c:pt idx="2917">
                  <c:v>1000.3764631869789</c:v>
                </c:pt>
                <c:pt idx="2918">
                  <c:v>1000.1933028756964</c:v>
                </c:pt>
                <c:pt idx="2919">
                  <c:v>1000.0107943035628</c:v>
                </c:pt>
                <c:pt idx="2920">
                  <c:v>999.82893527654039</c:v>
                </c:pt>
                <c:pt idx="2921">
                  <c:v>999.64772360692439</c:v>
                </c:pt>
                <c:pt idx="2922">
                  <c:v>999.46715711333013</c:v>
                </c:pt>
                <c:pt idx="2923">
                  <c:v>999.2872336206915</c:v>
                </c:pt>
                <c:pt idx="2924">
                  <c:v>999.10795096023935</c:v>
                </c:pt>
                <c:pt idx="2925">
                  <c:v>998.92930696950191</c:v>
                </c:pt>
                <c:pt idx="2926">
                  <c:v>998.75129949229836</c:v>
                </c:pt>
                <c:pt idx="2927">
                  <c:v>998.57392637871726</c:v>
                </c:pt>
                <c:pt idx="2928">
                  <c:v>998.39718548511735</c:v>
                </c:pt>
                <c:pt idx="2929">
                  <c:v>998.22107467411729</c:v>
                </c:pt>
                <c:pt idx="2930">
                  <c:v>998.04559181458103</c:v>
                </c:pt>
                <c:pt idx="2931">
                  <c:v>997.87073478161244</c:v>
                </c:pt>
                <c:pt idx="2932">
                  <c:v>997.69650145654271</c:v>
                </c:pt>
                <c:pt idx="2933">
                  <c:v>997.52288972692588</c:v>
                </c:pt>
                <c:pt idx="2934">
                  <c:v>997.34989748652151</c:v>
                </c:pt>
                <c:pt idx="2935">
                  <c:v>997.17752263529087</c:v>
                </c:pt>
                <c:pt idx="2936">
                  <c:v>997.00576307938286</c:v>
                </c:pt>
                <c:pt idx="2937">
                  <c:v>996.83461673112822</c:v>
                </c:pt>
                <c:pt idx="2938">
                  <c:v>996.66408150902805</c:v>
                </c:pt>
                <c:pt idx="2939">
                  <c:v>996.49415533773777</c:v>
                </c:pt>
                <c:pt idx="2940">
                  <c:v>996.32483614806642</c:v>
                </c:pt>
                <c:pt idx="2941">
                  <c:v>996.15612187696297</c:v>
                </c:pt>
                <c:pt idx="2942">
                  <c:v>995.98801046749645</c:v>
                </c:pt>
                <c:pt idx="2943">
                  <c:v>995.82049986886216</c:v>
                </c:pt>
                <c:pt idx="2944">
                  <c:v>995.6535880363607</c:v>
                </c:pt>
                <c:pt idx="2945">
                  <c:v>995.48727293139291</c:v>
                </c:pt>
                <c:pt idx="2946">
                  <c:v>995.32155252143457</c:v>
                </c:pt>
                <c:pt idx="2947">
                  <c:v>995.15642478005111</c:v>
                </c:pt>
                <c:pt idx="2948">
                  <c:v>994.99188768686304</c:v>
                </c:pt>
                <c:pt idx="2949">
                  <c:v>994.82793922755297</c:v>
                </c:pt>
                <c:pt idx="2950">
                  <c:v>994.66457739383952</c:v>
                </c:pt>
                <c:pt idx="2951">
                  <c:v>994.50180018347987</c:v>
                </c:pt>
                <c:pt idx="2952">
                  <c:v>994.33960560024798</c:v>
                </c:pt>
                <c:pt idx="2953">
                  <c:v>994.17799165393149</c:v>
                </c:pt>
                <c:pt idx="2954">
                  <c:v>994.01695636032093</c:v>
                </c:pt>
                <c:pt idx="2955">
                  <c:v>993.8564977411861</c:v>
                </c:pt>
                <c:pt idx="2956">
                  <c:v>993.69661382428114</c:v>
                </c:pt>
                <c:pt idx="2957">
                  <c:v>993.5373026433258</c:v>
                </c:pt>
                <c:pt idx="2958">
                  <c:v>993.37856223799383</c:v>
                </c:pt>
                <c:pt idx="2959">
                  <c:v>993.22039065390027</c:v>
                </c:pt>
                <c:pt idx="2960">
                  <c:v>993.06278594259993</c:v>
                </c:pt>
                <c:pt idx="2961">
                  <c:v>992.90574616156084</c:v>
                </c:pt>
                <c:pt idx="2962">
                  <c:v>992.74926937416296</c:v>
                </c:pt>
                <c:pt idx="2963">
                  <c:v>992.59335364969002</c:v>
                </c:pt>
                <c:pt idx="2964">
                  <c:v>992.43799706330265</c:v>
                </c:pt>
                <c:pt idx="2965">
                  <c:v>992.28319769604491</c:v>
                </c:pt>
                <c:pt idx="2966">
                  <c:v>992.12895363482028</c:v>
                </c:pt>
                <c:pt idx="2967">
                  <c:v>991.9752629723871</c:v>
                </c:pt>
                <c:pt idx="2968">
                  <c:v>991.82212380733813</c:v>
                </c:pt>
                <c:pt idx="2969">
                  <c:v>991.66953424410326</c:v>
                </c:pt>
                <c:pt idx="2970">
                  <c:v>991.51749239292349</c:v>
                </c:pt>
                <c:pt idx="2971">
                  <c:v>991.36599636984874</c:v>
                </c:pt>
                <c:pt idx="2972">
                  <c:v>991.21504429671927</c:v>
                </c:pt>
                <c:pt idx="2973">
                  <c:v>991.06463430115457</c:v>
                </c:pt>
                <c:pt idx="2974">
                  <c:v>990.91476451655319</c:v>
                </c:pt>
                <c:pt idx="2975">
                  <c:v>990.7654330820618</c:v>
                </c:pt>
                <c:pt idx="2976">
                  <c:v>990.61663814257474</c:v>
                </c:pt>
                <c:pt idx="2977">
                  <c:v>990.46837784872707</c:v>
                </c:pt>
                <c:pt idx="2978">
                  <c:v>990.32065035686844</c:v>
                </c:pt>
                <c:pt idx="2979">
                  <c:v>990.17345382906046</c:v>
                </c:pt>
                <c:pt idx="2980">
                  <c:v>990.02678643306365</c:v>
                </c:pt>
                <c:pt idx="2981">
                  <c:v>989.88064634232308</c:v>
                </c:pt>
                <c:pt idx="2982">
                  <c:v>989.73503173595827</c:v>
                </c:pt>
                <c:pt idx="2983">
                  <c:v>989.5899407987481</c:v>
                </c:pt>
                <c:pt idx="2984">
                  <c:v>989.44537172112769</c:v>
                </c:pt>
                <c:pt idx="2985">
                  <c:v>989.30132269915703</c:v>
                </c:pt>
                <c:pt idx="2986">
                  <c:v>989.15779193453341</c:v>
                </c:pt>
                <c:pt idx="2987">
                  <c:v>989.01477763456057</c:v>
                </c:pt>
                <c:pt idx="2988">
                  <c:v>988.87227801214067</c:v>
                </c:pt>
                <c:pt idx="2989">
                  <c:v>988.73029128577082</c:v>
                </c:pt>
                <c:pt idx="2990">
                  <c:v>988.58881567951801</c:v>
                </c:pt>
                <c:pt idx="2991">
                  <c:v>988.44784942301271</c:v>
                </c:pt>
                <c:pt idx="2992">
                  <c:v>988.30739075144345</c:v>
                </c:pt>
                <c:pt idx="2993">
                  <c:v>988.16743790552812</c:v>
                </c:pt>
                <c:pt idx="2994">
                  <c:v>988.02798913151696</c:v>
                </c:pt>
                <c:pt idx="2995">
                  <c:v>987.88904268117267</c:v>
                </c:pt>
                <c:pt idx="2996">
                  <c:v>987.75059681175662</c:v>
                </c:pt>
                <c:pt idx="2997">
                  <c:v>987.61264978602526</c:v>
                </c:pt>
                <c:pt idx="2998">
                  <c:v>987.47519987220608</c:v>
                </c:pt>
                <c:pt idx="2999">
                  <c:v>987.33824534399264</c:v>
                </c:pt>
                <c:pt idx="3000">
                  <c:v>987.2017844805298</c:v>
                </c:pt>
                <c:pt idx="3001">
                  <c:v>987.06581556640117</c:v>
                </c:pt>
                <c:pt idx="3002">
                  <c:v>986.93033689161814</c:v>
                </c:pt>
                <c:pt idx="3003">
                  <c:v>986.79534675160528</c:v>
                </c:pt>
                <c:pt idx="3004">
                  <c:v>986.66084344718718</c:v>
                </c:pt>
                <c:pt idx="3005">
                  <c:v>986.52682528457717</c:v>
                </c:pt>
                <c:pt idx="3006">
                  <c:v>986.39329057536725</c:v>
                </c:pt>
                <c:pt idx="3007">
                  <c:v>986.26023763651187</c:v>
                </c:pt>
                <c:pt idx="3008">
                  <c:v>986.12766479031313</c:v>
                </c:pt>
                <c:pt idx="3009">
                  <c:v>985.99557036441752</c:v>
                </c:pt>
                <c:pt idx="3010">
                  <c:v>985.86395269178979</c:v>
                </c:pt>
                <c:pt idx="3011">
                  <c:v>985.7328101107164</c:v>
                </c:pt>
                <c:pt idx="3012">
                  <c:v>985.6021409647758</c:v>
                </c:pt>
                <c:pt idx="3013">
                  <c:v>985.47194360283834</c:v>
                </c:pt>
                <c:pt idx="3014">
                  <c:v>985.34221637904807</c:v>
                </c:pt>
                <c:pt idx="3015">
                  <c:v>985.21295765281241</c:v>
                </c:pt>
                <c:pt idx="3016">
                  <c:v>985.08416578878803</c:v>
                </c:pt>
                <c:pt idx="3017">
                  <c:v>984.95583915686711</c:v>
                </c:pt>
                <c:pt idx="3018">
                  <c:v>984.82797613216701</c:v>
                </c:pt>
                <c:pt idx="3019">
                  <c:v>984.70057509501464</c:v>
                </c:pt>
                <c:pt idx="3020">
                  <c:v>984.57363443093902</c:v>
                </c:pt>
                <c:pt idx="3021">
                  <c:v>984.44715253065306</c:v>
                </c:pt>
                <c:pt idx="3022">
                  <c:v>984.32112779004092</c:v>
                </c:pt>
                <c:pt idx="3023">
                  <c:v>984.19555861014896</c:v>
                </c:pt>
                <c:pt idx="3024">
                  <c:v>984.07044339717413</c:v>
                </c:pt>
                <c:pt idx="3025">
                  <c:v>983.94578056244166</c:v>
                </c:pt>
                <c:pt idx="3026">
                  <c:v>983.8215685224036</c:v>
                </c:pt>
                <c:pt idx="3027">
                  <c:v>983.69780569862212</c:v>
                </c:pt>
                <c:pt idx="3028">
                  <c:v>983.57449051775177</c:v>
                </c:pt>
                <c:pt idx="3029">
                  <c:v>983.45162141153355</c:v>
                </c:pt>
                <c:pt idx="3030">
                  <c:v>983.32919681677834</c:v>
                </c:pt>
                <c:pt idx="3031">
                  <c:v>983.20721517535821</c:v>
                </c:pt>
                <c:pt idx="3032">
                  <c:v>983.08567493418604</c:v>
                </c:pt>
                <c:pt idx="3033">
                  <c:v>982.96457454521158</c:v>
                </c:pt>
                <c:pt idx="3034">
                  <c:v>982.8439124654011</c:v>
                </c:pt>
                <c:pt idx="3035">
                  <c:v>982.72368715672997</c:v>
                </c:pt>
                <c:pt idx="3036">
                  <c:v>982.60389708616628</c:v>
                </c:pt>
                <c:pt idx="3037">
                  <c:v>982.48454072566483</c:v>
                </c:pt>
                <c:pt idx="3038">
                  <c:v>982.36561655213961</c:v>
                </c:pt>
                <c:pt idx="3039">
                  <c:v>982.24712304746947</c:v>
                </c:pt>
                <c:pt idx="3040">
                  <c:v>982.12905869847316</c:v>
                </c:pt>
                <c:pt idx="3041">
                  <c:v>982.01142199689673</c:v>
                </c:pt>
                <c:pt idx="3042">
                  <c:v>981.89421143941161</c:v>
                </c:pt>
                <c:pt idx="3043">
                  <c:v>981.77742552758696</c:v>
                </c:pt>
                <c:pt idx="3044">
                  <c:v>981.66106276788662</c:v>
                </c:pt>
                <c:pt idx="3045">
                  <c:v>981.54512167165353</c:v>
                </c:pt>
                <c:pt idx="3046">
                  <c:v>981.4296007550987</c:v>
                </c:pt>
                <c:pt idx="3047">
                  <c:v>981.31449853928518</c:v>
                </c:pt>
                <c:pt idx="3048">
                  <c:v>981.19981355011794</c:v>
                </c:pt>
                <c:pt idx="3049">
                  <c:v>981.08554431832954</c:v>
                </c:pt>
                <c:pt idx="3050">
                  <c:v>980.97168937946924</c:v>
                </c:pt>
                <c:pt idx="3051">
                  <c:v>980.85824727388933</c:v>
                </c:pt>
                <c:pt idx="3052">
                  <c:v>980.74521654673049</c:v>
                </c:pt>
                <c:pt idx="3053">
                  <c:v>980.6325957479138</c:v>
                </c:pt>
                <c:pt idx="3054">
                  <c:v>980.52038343212041</c:v>
                </c:pt>
                <c:pt idx="3055">
                  <c:v>980.40857815879053</c:v>
                </c:pt>
                <c:pt idx="3056">
                  <c:v>980.29717849209669</c:v>
                </c:pt>
                <c:pt idx="3057">
                  <c:v>980.1861830009417</c:v>
                </c:pt>
                <c:pt idx="3058">
                  <c:v>980.07559025893977</c:v>
                </c:pt>
                <c:pt idx="3059">
                  <c:v>979.96539884441142</c:v>
                </c:pt>
                <c:pt idx="3060">
                  <c:v>979.85560734036005</c:v>
                </c:pt>
                <c:pt idx="3061">
                  <c:v>979.74621433446737</c:v>
                </c:pt>
                <c:pt idx="3062">
                  <c:v>979.63721841908034</c:v>
                </c:pt>
                <c:pt idx="3063">
                  <c:v>979.52861819119471</c:v>
                </c:pt>
                <c:pt idx="3064">
                  <c:v>979.42041225244066</c:v>
                </c:pt>
                <c:pt idx="3065">
                  <c:v>979.31259920907905</c:v>
                </c:pt>
                <c:pt idx="3066">
                  <c:v>979.20517767198385</c:v>
                </c:pt>
                <c:pt idx="3067">
                  <c:v>979.09814625662432</c:v>
                </c:pt>
                <c:pt idx="3068">
                  <c:v>978.99150358305963</c:v>
                </c:pt>
                <c:pt idx="3069">
                  <c:v>978.88524827592835</c:v>
                </c:pt>
                <c:pt idx="3070">
                  <c:v>978.77937896442143</c:v>
                </c:pt>
                <c:pt idx="3071">
                  <c:v>978.67389428229012</c:v>
                </c:pt>
                <c:pt idx="3072">
                  <c:v>978.56879286781634</c:v>
                </c:pt>
                <c:pt idx="3073">
                  <c:v>978.46407336380969</c:v>
                </c:pt>
                <c:pt idx="3074">
                  <c:v>978.35973441758949</c:v>
                </c:pt>
                <c:pt idx="3075">
                  <c:v>978.25577468097663</c:v>
                </c:pt>
                <c:pt idx="3076">
                  <c:v>978.15219281028237</c:v>
                </c:pt>
                <c:pt idx="3077">
                  <c:v>978.04898746628476</c:v>
                </c:pt>
                <c:pt idx="3078">
                  <c:v>977.94615731423119</c:v>
                </c:pt>
                <c:pt idx="3079">
                  <c:v>977.84370102381536</c:v>
                </c:pt>
                <c:pt idx="3080">
                  <c:v>977.74161726916896</c:v>
                </c:pt>
                <c:pt idx="3081">
                  <c:v>977.63990472884677</c:v>
                </c:pt>
                <c:pt idx="3082">
                  <c:v>977.53856208582283</c:v>
                </c:pt>
                <c:pt idx="3083">
                  <c:v>977.43758802746277</c:v>
                </c:pt>
                <c:pt idx="3084">
                  <c:v>977.33698124552393</c:v>
                </c:pt>
                <c:pt idx="3085">
                  <c:v>977.23674043613869</c:v>
                </c:pt>
                <c:pt idx="3086">
                  <c:v>977.1368642998001</c:v>
                </c:pt>
                <c:pt idx="3087">
                  <c:v>977.0373515413562</c:v>
                </c:pt>
                <c:pt idx="3088">
                  <c:v>976.93820086999153</c:v>
                </c:pt>
                <c:pt idx="3089">
                  <c:v>976.83941099921333</c:v>
                </c:pt>
                <c:pt idx="3090">
                  <c:v>976.74098064684301</c:v>
                </c:pt>
                <c:pt idx="3091">
                  <c:v>976.64290853500916</c:v>
                </c:pt>
                <c:pt idx="3092">
                  <c:v>976.54519339012268</c:v>
                </c:pt>
                <c:pt idx="3093">
                  <c:v>976.44783394287572</c:v>
                </c:pt>
                <c:pt idx="3094">
                  <c:v>976.35082892821913</c:v>
                </c:pt>
                <c:pt idx="3095">
                  <c:v>976.25417708536213</c:v>
                </c:pt>
                <c:pt idx="3096">
                  <c:v>976.15787715775309</c:v>
                </c:pt>
                <c:pt idx="3097">
                  <c:v>976.06192789306567</c:v>
                </c:pt>
                <c:pt idx="3098">
                  <c:v>975.9663280431879</c:v>
                </c:pt>
                <c:pt idx="3099">
                  <c:v>975.87107636421706</c:v>
                </c:pt>
                <c:pt idx="3100">
                  <c:v>975.77617161643559</c:v>
                </c:pt>
                <c:pt idx="3101">
                  <c:v>975.68161256431108</c:v>
                </c:pt>
                <c:pt idx="3102">
                  <c:v>975.58739797647252</c:v>
                </c:pt>
                <c:pt idx="3103">
                  <c:v>975.49352662570891</c:v>
                </c:pt>
                <c:pt idx="3104">
                  <c:v>975.39999728894759</c:v>
                </c:pt>
                <c:pt idx="3105">
                  <c:v>975.30680874725033</c:v>
                </c:pt>
                <c:pt idx="3106">
                  <c:v>975.21395978579631</c:v>
                </c:pt>
                <c:pt idx="3107">
                  <c:v>975.12144919387163</c:v>
                </c:pt>
                <c:pt idx="3108">
                  <c:v>975.02927576485729</c:v>
                </c:pt>
                <c:pt idx="3109">
                  <c:v>974.93743829621701</c:v>
                </c:pt>
                <c:pt idx="3110">
                  <c:v>974.84593558948768</c:v>
                </c:pt>
                <c:pt idx="3111">
                  <c:v>974.75476645025822</c:v>
                </c:pt>
                <c:pt idx="3112">
                  <c:v>974.66392968817479</c:v>
                </c:pt>
                <c:pt idx="3113">
                  <c:v>974.57342411690991</c:v>
                </c:pt>
                <c:pt idx="3114">
                  <c:v>974.48324855416092</c:v>
                </c:pt>
                <c:pt idx="3115">
                  <c:v>974.39340182164358</c:v>
                </c:pt>
                <c:pt idx="3116">
                  <c:v>974.3038827450639</c:v>
                </c:pt>
                <c:pt idx="3117">
                  <c:v>974.21469015411981</c:v>
                </c:pt>
                <c:pt idx="3118">
                  <c:v>974.12582288248325</c:v>
                </c:pt>
                <c:pt idx="3119">
                  <c:v>974.03727976779612</c:v>
                </c:pt>
                <c:pt idx="3120">
                  <c:v>973.9490596516423</c:v>
                </c:pt>
                <c:pt idx="3121">
                  <c:v>973.86116137955571</c:v>
                </c:pt>
                <c:pt idx="3122">
                  <c:v>973.77358380099349</c:v>
                </c:pt>
                <c:pt idx="3123">
                  <c:v>973.68632576933146</c:v>
                </c:pt>
                <c:pt idx="3124">
                  <c:v>973.59938614185114</c:v>
                </c:pt>
                <c:pt idx="3125">
                  <c:v>973.51276377972908</c:v>
                </c:pt>
                <c:pt idx="3126">
                  <c:v>973.42645754802027</c:v>
                </c:pt>
                <c:pt idx="3127">
                  <c:v>973.3404663156515</c:v>
                </c:pt>
                <c:pt idx="3128">
                  <c:v>973.2547889554105</c:v>
                </c:pt>
                <c:pt idx="3129">
                  <c:v>973.16942434393115</c:v>
                </c:pt>
                <c:pt idx="3130">
                  <c:v>973.08437136168129</c:v>
                </c:pt>
                <c:pt idx="3131">
                  <c:v>972.99962889295477</c:v>
                </c:pt>
                <c:pt idx="3132">
                  <c:v>972.91519582585681</c:v>
                </c:pt>
                <c:pt idx="3133">
                  <c:v>972.83107105229533</c:v>
                </c:pt>
                <c:pt idx="3134">
                  <c:v>972.74725346796515</c:v>
                </c:pt>
                <c:pt idx="3135">
                  <c:v>972.66374197234109</c:v>
                </c:pt>
                <c:pt idx="3136">
                  <c:v>972.58053546866495</c:v>
                </c:pt>
                <c:pt idx="3137">
                  <c:v>972.49763286393386</c:v>
                </c:pt>
                <c:pt idx="3138">
                  <c:v>972.41503306888512</c:v>
                </c:pt>
                <c:pt idx="3139">
                  <c:v>972.33273499799475</c:v>
                </c:pt>
                <c:pt idx="3140">
                  <c:v>972.25073756945562</c:v>
                </c:pt>
                <c:pt idx="3141">
                  <c:v>972.16903970517023</c:v>
                </c:pt>
                <c:pt idx="3142">
                  <c:v>972.08764033074249</c:v>
                </c:pt>
                <c:pt idx="3143">
                  <c:v>972.00653837546088</c:v>
                </c:pt>
                <c:pt idx="3144">
                  <c:v>971.92573277229064</c:v>
                </c:pt>
                <c:pt idx="3145">
                  <c:v>971.845222457864</c:v>
                </c:pt>
                <c:pt idx="3146">
                  <c:v>971.76500637246068</c:v>
                </c:pt>
                <c:pt idx="3147">
                  <c:v>971.68508346000749</c:v>
                </c:pt>
                <c:pt idx="3148">
                  <c:v>971.6054526680648</c:v>
                </c:pt>
                <c:pt idx="3149">
                  <c:v>971.52611294780434</c:v>
                </c:pt>
                <c:pt idx="3150">
                  <c:v>971.44706325401546</c:v>
                </c:pt>
                <c:pt idx="3151">
                  <c:v>971.36830254507856</c:v>
                </c:pt>
                <c:pt idx="3152">
                  <c:v>971.28982978296665</c:v>
                </c:pt>
                <c:pt idx="3153">
                  <c:v>971.21164393322465</c:v>
                </c:pt>
                <c:pt idx="3154">
                  <c:v>971.13374396495908</c:v>
                </c:pt>
                <c:pt idx="3155">
                  <c:v>971.05612885083713</c:v>
                </c:pt>
                <c:pt idx="3156">
                  <c:v>970.97879756706493</c:v>
                </c:pt>
                <c:pt idx="3157">
                  <c:v>970.90174909337861</c:v>
                </c:pt>
                <c:pt idx="3158">
                  <c:v>970.82498241303631</c:v>
                </c:pt>
                <c:pt idx="3159">
                  <c:v>970.74849651280761</c:v>
                </c:pt>
                <c:pt idx="3160">
                  <c:v>970.67229038295659</c:v>
                </c:pt>
                <c:pt idx="3161">
                  <c:v>970.59636301723981</c:v>
                </c:pt>
                <c:pt idx="3162">
                  <c:v>970.52071341288956</c:v>
                </c:pt>
                <c:pt idx="3163">
                  <c:v>970.44534057060002</c:v>
                </c:pt>
                <c:pt idx="3164">
                  <c:v>970.37024349452713</c:v>
                </c:pt>
                <c:pt idx="3165">
                  <c:v>970.29542119226846</c:v>
                </c:pt>
                <c:pt idx="3166">
                  <c:v>970.22087267485608</c:v>
                </c:pt>
                <c:pt idx="3167">
                  <c:v>970.14659695674345</c:v>
                </c:pt>
                <c:pt idx="3168">
                  <c:v>970.07259305579885</c:v>
                </c:pt>
                <c:pt idx="3169">
                  <c:v>969.9988599932899</c:v>
                </c:pt>
                <c:pt idx="3170">
                  <c:v>969.92539679387676</c:v>
                </c:pt>
                <c:pt idx="3171">
                  <c:v>969.85220248560233</c:v>
                </c:pt>
                <c:pt idx="3172">
                  <c:v>969.77927609987387</c:v>
                </c:pt>
                <c:pt idx="3173">
                  <c:v>969.70661667146294</c:v>
                </c:pt>
                <c:pt idx="3174">
                  <c:v>969.63422323848545</c:v>
                </c:pt>
                <c:pt idx="3175">
                  <c:v>969.56209484239935</c:v>
                </c:pt>
                <c:pt idx="3176">
                  <c:v>969.4902305279868</c:v>
                </c:pt>
                <c:pt idx="3177">
                  <c:v>969.41862934335018</c:v>
                </c:pt>
                <c:pt idx="3178">
                  <c:v>969.34729033989618</c:v>
                </c:pt>
                <c:pt idx="3179">
                  <c:v>969.27621257232738</c:v>
                </c:pt>
                <c:pt idx="3180">
                  <c:v>969.20539509863227</c:v>
                </c:pt>
                <c:pt idx="3181">
                  <c:v>969.13483698007917</c:v>
                </c:pt>
                <c:pt idx="3182">
                  <c:v>969.06453728119334</c:v>
                </c:pt>
                <c:pt idx="3183">
                  <c:v>968.99449506976271</c:v>
                </c:pt>
                <c:pt idx="3184">
                  <c:v>968.92470941681051</c:v>
                </c:pt>
                <c:pt idx="3185">
                  <c:v>968.85517939660554</c:v>
                </c:pt>
                <c:pt idx="3186">
                  <c:v>968.78590408662853</c:v>
                </c:pt>
                <c:pt idx="3187">
                  <c:v>968.71688256758034</c:v>
                </c:pt>
                <c:pt idx="3188">
                  <c:v>968.64811392336537</c:v>
                </c:pt>
                <c:pt idx="3189">
                  <c:v>968.57959724107502</c:v>
                </c:pt>
                <c:pt idx="3190">
                  <c:v>968.51133161099222</c:v>
                </c:pt>
                <c:pt idx="3191">
                  <c:v>968.44331612656458</c:v>
                </c:pt>
                <c:pt idx="3192">
                  <c:v>968.37554988440547</c:v>
                </c:pt>
                <c:pt idx="3193">
                  <c:v>968.30803198428441</c:v>
                </c:pt>
                <c:pt idx="3194">
                  <c:v>968.24076152910584</c:v>
                </c:pt>
                <c:pt idx="3195">
                  <c:v>968.17373762491206</c:v>
                </c:pt>
                <c:pt idx="3196">
                  <c:v>968.10695938086371</c:v>
                </c:pt>
                <c:pt idx="3197">
                  <c:v>968.04042590923848</c:v>
                </c:pt>
                <c:pt idx="3198">
                  <c:v>967.97413632540963</c:v>
                </c:pt>
                <c:pt idx="3199">
                  <c:v>967.90808974784954</c:v>
                </c:pt>
                <c:pt idx="3200">
                  <c:v>967.84228529810923</c:v>
                </c:pt>
                <c:pt idx="3201">
                  <c:v>967.77672210081016</c:v>
                </c:pt>
                <c:pt idx="3202">
                  <c:v>967.7113992836413</c:v>
                </c:pt>
                <c:pt idx="3203">
                  <c:v>967.64631597734046</c:v>
                </c:pt>
                <c:pt idx="3204">
                  <c:v>967.58147131569024</c:v>
                </c:pt>
                <c:pt idx="3205">
                  <c:v>967.51686443550466</c:v>
                </c:pt>
                <c:pt idx="3206">
                  <c:v>967.45249447662093</c:v>
                </c:pt>
                <c:pt idx="3207">
                  <c:v>967.38836058189338</c:v>
                </c:pt>
                <c:pt idx="3208">
                  <c:v>967.32446189717359</c:v>
                </c:pt>
                <c:pt idx="3209">
                  <c:v>967.26079757131208</c:v>
                </c:pt>
                <c:pt idx="3210">
                  <c:v>967.19736675614195</c:v>
                </c:pt>
                <c:pt idx="3211">
                  <c:v>967.13416860647158</c:v>
                </c:pt>
                <c:pt idx="3212">
                  <c:v>967.07120228007204</c:v>
                </c:pt>
                <c:pt idx="3213">
                  <c:v>967.0084669376738</c:v>
                </c:pt>
                <c:pt idx="3214">
                  <c:v>966.94596174294963</c:v>
                </c:pt>
                <c:pt idx="3215">
                  <c:v>966.88368586250829</c:v>
                </c:pt>
                <c:pt idx="3216">
                  <c:v>966.82163846588708</c:v>
                </c:pt>
                <c:pt idx="3217">
                  <c:v>966.75981872554109</c:v>
                </c:pt>
                <c:pt idx="3218">
                  <c:v>966.69822581682968</c:v>
                </c:pt>
                <c:pt idx="3219">
                  <c:v>966.63685891801288</c:v>
                </c:pt>
                <c:pt idx="3220">
                  <c:v>966.57571721023919</c:v>
                </c:pt>
                <c:pt idx="3221">
                  <c:v>966.51479987753589</c:v>
                </c:pt>
                <c:pt idx="3222">
                  <c:v>966.45410610679744</c:v>
                </c:pt>
                <c:pt idx="3223">
                  <c:v>966.39363508778536</c:v>
                </c:pt>
                <c:pt idx="3224">
                  <c:v>966.33338601310504</c:v>
                </c:pt>
                <c:pt idx="3225">
                  <c:v>966.27335807820964</c:v>
                </c:pt>
                <c:pt idx="3226">
                  <c:v>966.21355048138071</c:v>
                </c:pt>
                <c:pt idx="3227">
                  <c:v>966.15396242372424</c:v>
                </c:pt>
                <c:pt idx="3228">
                  <c:v>966.09459310916031</c:v>
                </c:pt>
                <c:pt idx="3229">
                  <c:v>966.03544174441458</c:v>
                </c:pt>
                <c:pt idx="3230">
                  <c:v>965.97650753900712</c:v>
                </c:pt>
                <c:pt idx="3231">
                  <c:v>965.9177897052449</c:v>
                </c:pt>
                <c:pt idx="3232">
                  <c:v>965.85928745821127</c:v>
                </c:pt>
                <c:pt idx="3233">
                  <c:v>965.80100001575954</c:v>
                </c:pt>
                <c:pt idx="3234">
                  <c:v>965.74292659849914</c:v>
                </c:pt>
                <c:pt idx="3235">
                  <c:v>965.68506642979003</c:v>
                </c:pt>
                <c:pt idx="3236">
                  <c:v>965.6274187357343</c:v>
                </c:pt>
                <c:pt idx="3237">
                  <c:v>965.56998274516934</c:v>
                </c:pt>
                <c:pt idx="3238">
                  <c:v>965.51275768964729</c:v>
                </c:pt>
                <c:pt idx="3239">
                  <c:v>965.45574280343919</c:v>
                </c:pt>
                <c:pt idx="3240">
                  <c:v>965.39893732351925</c:v>
                </c:pt>
                <c:pt idx="3241">
                  <c:v>965.34234048955966</c:v>
                </c:pt>
                <c:pt idx="3242">
                  <c:v>965.28595154391689</c:v>
                </c:pt>
                <c:pt idx="3243">
                  <c:v>965.22976973162611</c:v>
                </c:pt>
                <c:pt idx="3244">
                  <c:v>965.17379430039534</c:v>
                </c:pt>
                <c:pt idx="3245">
                  <c:v>965.11802450058769</c:v>
                </c:pt>
                <c:pt idx="3246">
                  <c:v>965.0624595852189</c:v>
                </c:pt>
                <c:pt idx="3247">
                  <c:v>965.00709880995237</c:v>
                </c:pt>
                <c:pt idx="3248">
                  <c:v>964.9519414330797</c:v>
                </c:pt>
                <c:pt idx="3249">
                  <c:v>964.89698671551969</c:v>
                </c:pt>
                <c:pt idx="3250">
                  <c:v>964.8422339208098</c:v>
                </c:pt>
                <c:pt idx="3251">
                  <c:v>964.78768231509275</c:v>
                </c:pt>
                <c:pt idx="3252">
                  <c:v>964.73333116710955</c:v>
                </c:pt>
                <c:pt idx="3253">
                  <c:v>964.67917974819738</c:v>
                </c:pt>
                <c:pt idx="3254">
                  <c:v>964.62522733226785</c:v>
                </c:pt>
                <c:pt idx="3255">
                  <c:v>964.57147319581134</c:v>
                </c:pt>
                <c:pt idx="3256">
                  <c:v>964.51791661788025</c:v>
                </c:pt>
                <c:pt idx="3257">
                  <c:v>964.46455688008689</c:v>
                </c:pt>
                <c:pt idx="3258">
                  <c:v>964.41139326658333</c:v>
                </c:pt>
                <c:pt idx="3259">
                  <c:v>964.35842506407141</c:v>
                </c:pt>
                <c:pt idx="3260">
                  <c:v>964.30565156177556</c:v>
                </c:pt>
                <c:pt idx="3261">
                  <c:v>964.25307205144668</c:v>
                </c:pt>
                <c:pt idx="3262">
                  <c:v>964.20068582734598</c:v>
                </c:pt>
                <c:pt idx="3263">
                  <c:v>964.14849218624306</c:v>
                </c:pt>
                <c:pt idx="3264">
                  <c:v>964.09649042740352</c:v>
                </c:pt>
                <c:pt idx="3265">
                  <c:v>964.04467985258123</c:v>
                </c:pt>
                <c:pt idx="3266">
                  <c:v>963.99305976601363</c:v>
                </c:pt>
                <c:pt idx="3267">
                  <c:v>963.94162947440611</c:v>
                </c:pt>
                <c:pt idx="3268">
                  <c:v>963.89038828692685</c:v>
                </c:pt>
                <c:pt idx="3269">
                  <c:v>963.83933551520306</c:v>
                </c:pt>
                <c:pt idx="3270">
                  <c:v>963.78847047330919</c:v>
                </c:pt>
                <c:pt idx="3271">
                  <c:v>963.73779247775747</c:v>
                </c:pt>
                <c:pt idx="3272">
                  <c:v>963.68730084748756</c:v>
                </c:pt>
                <c:pt idx="3273">
                  <c:v>963.63699490387046</c:v>
                </c:pt>
                <c:pt idx="3274">
                  <c:v>963.58687397068422</c:v>
                </c:pt>
                <c:pt idx="3275">
                  <c:v>963.53693737411243</c:v>
                </c:pt>
                <c:pt idx="3276">
                  <c:v>963.48718444274357</c:v>
                </c:pt>
                <c:pt idx="3277">
                  <c:v>963.43761450755028</c:v>
                </c:pt>
                <c:pt idx="3278">
                  <c:v>963.38822690189272</c:v>
                </c:pt>
                <c:pt idx="3279">
                  <c:v>963.33902096150007</c:v>
                </c:pt>
                <c:pt idx="3280">
                  <c:v>963.28999602446913</c:v>
                </c:pt>
                <c:pt idx="3281">
                  <c:v>963.2411514312588</c:v>
                </c:pt>
                <c:pt idx="3282">
                  <c:v>963.19248652467047</c:v>
                </c:pt>
                <c:pt idx="3283">
                  <c:v>963.1440006498558</c:v>
                </c:pt>
                <c:pt idx="3284">
                  <c:v>963.09569315429553</c:v>
                </c:pt>
                <c:pt idx="3285">
                  <c:v>963.04756338779691</c:v>
                </c:pt>
                <c:pt idx="3286">
                  <c:v>962.9996107024898</c:v>
                </c:pt>
                <c:pt idx="3287">
                  <c:v>962.95183445281202</c:v>
                </c:pt>
                <c:pt idx="3288">
                  <c:v>962.90423399550343</c:v>
                </c:pt>
                <c:pt idx="3289">
                  <c:v>962.85680868960083</c:v>
                </c:pt>
                <c:pt idx="3290">
                  <c:v>962.80955789642621</c:v>
                </c:pt>
                <c:pt idx="3291">
                  <c:v>962.76248097958387</c:v>
                </c:pt>
                <c:pt idx="3292">
                  <c:v>962.71557730494817</c:v>
                </c:pt>
                <c:pt idx="3293">
                  <c:v>962.66884624065813</c:v>
                </c:pt>
                <c:pt idx="3294">
                  <c:v>962.62228715710899</c:v>
                </c:pt>
                <c:pt idx="3295">
                  <c:v>962.57589942694392</c:v>
                </c:pt>
                <c:pt idx="3296">
                  <c:v>962.52968242505017</c:v>
                </c:pt>
                <c:pt idx="3297">
                  <c:v>962.48363552854391</c:v>
                </c:pt>
                <c:pt idx="3298">
                  <c:v>962.4377581167721</c:v>
                </c:pt>
                <c:pt idx="3299">
                  <c:v>962.39204957129687</c:v>
                </c:pt>
                <c:pt idx="3300">
                  <c:v>962.34650927589246</c:v>
                </c:pt>
                <c:pt idx="3301">
                  <c:v>962.30113661653502</c:v>
                </c:pt>
                <c:pt idx="3302">
                  <c:v>962.25593098139836</c:v>
                </c:pt>
                <c:pt idx="3303">
                  <c:v>962.21089176084433</c:v>
                </c:pt>
                <c:pt idx="3304">
                  <c:v>962.16601834741402</c:v>
                </c:pt>
                <c:pt idx="3305">
                  <c:v>962.12131013582268</c:v>
                </c:pt>
                <c:pt idx="3306">
                  <c:v>962.07676652295311</c:v>
                </c:pt>
                <c:pt idx="3307">
                  <c:v>962.03238690784417</c:v>
                </c:pt>
                <c:pt idx="3308">
                  <c:v>961.98817069168638</c:v>
                </c:pt>
                <c:pt idx="3309">
                  <c:v>961.94411727781812</c:v>
                </c:pt>
                <c:pt idx="3310">
                  <c:v>961.90022607170874</c:v>
                </c:pt>
                <c:pt idx="3311">
                  <c:v>961.85649648095932</c:v>
                </c:pt>
                <c:pt idx="3312">
                  <c:v>961.81292791529143</c:v>
                </c:pt>
                <c:pt idx="3313">
                  <c:v>961.76951978654722</c:v>
                </c:pt>
                <c:pt idx="3314">
                  <c:v>961.72627150866697</c:v>
                </c:pt>
                <c:pt idx="3315">
                  <c:v>961.68318249769902</c:v>
                </c:pt>
                <c:pt idx="3316">
                  <c:v>961.64025217178084</c:v>
                </c:pt>
                <c:pt idx="3317">
                  <c:v>961.59747995113685</c:v>
                </c:pt>
                <c:pt idx="3318">
                  <c:v>961.55486525807089</c:v>
                </c:pt>
                <c:pt idx="3319">
                  <c:v>961.51240751695696</c:v>
                </c:pt>
                <c:pt idx="3320">
                  <c:v>961.47010615423358</c:v>
                </c:pt>
                <c:pt idx="3321">
                  <c:v>961.4279605983985</c:v>
                </c:pt>
                <c:pt idx="3322">
                  <c:v>961.38597027999856</c:v>
                </c:pt>
                <c:pt idx="3323">
                  <c:v>961.34413463162241</c:v>
                </c:pt>
                <c:pt idx="3324">
                  <c:v>961.3024530879004</c:v>
                </c:pt>
                <c:pt idx="3325">
                  <c:v>961.26092508548459</c:v>
                </c:pt>
                <c:pt idx="3326">
                  <c:v>961.21955006305484</c:v>
                </c:pt>
                <c:pt idx="3327">
                  <c:v>961.178327461305</c:v>
                </c:pt>
                <c:pt idx="3328">
                  <c:v>961.1372567229364</c:v>
                </c:pt>
                <c:pt idx="3329">
                  <c:v>961.09633729265261</c:v>
                </c:pt>
                <c:pt idx="3330">
                  <c:v>961.05556861715422</c:v>
                </c:pt>
                <c:pt idx="3331">
                  <c:v>961.01495014512307</c:v>
                </c:pt>
                <c:pt idx="3332">
                  <c:v>960.97448132722968</c:v>
                </c:pt>
                <c:pt idx="3333">
                  <c:v>960.9341616161114</c:v>
                </c:pt>
                <c:pt idx="3334">
                  <c:v>960.89399046638005</c:v>
                </c:pt>
                <c:pt idx="3335">
                  <c:v>960.85396733460118</c:v>
                </c:pt>
                <c:pt idx="3336">
                  <c:v>960.81409167929837</c:v>
                </c:pt>
                <c:pt idx="3337">
                  <c:v>960.77436296094186</c:v>
                </c:pt>
                <c:pt idx="3338">
                  <c:v>960.73478064194092</c:v>
                </c:pt>
                <c:pt idx="3339">
                  <c:v>960.69534418663886</c:v>
                </c:pt>
                <c:pt idx="3340">
                  <c:v>960.65605306130453</c:v>
                </c:pt>
                <c:pt idx="3341">
                  <c:v>960.61690673412943</c:v>
                </c:pt>
                <c:pt idx="3342">
                  <c:v>960.5779046752167</c:v>
                </c:pt>
                <c:pt idx="3343">
                  <c:v>960.53904635657773</c:v>
                </c:pt>
                <c:pt idx="3344">
                  <c:v>960.50033125212383</c:v>
                </c:pt>
                <c:pt idx="3345">
                  <c:v>960.46175883766011</c:v>
                </c:pt>
                <c:pt idx="3346">
                  <c:v>960.42332859087742</c:v>
                </c:pt>
                <c:pt idx="3347">
                  <c:v>960.38503999134923</c:v>
                </c:pt>
                <c:pt idx="3348">
                  <c:v>960.34689252052192</c:v>
                </c:pt>
                <c:pt idx="3349">
                  <c:v>960.30888566171279</c:v>
                </c:pt>
                <c:pt idx="3350">
                  <c:v>960.27101890009453</c:v>
                </c:pt>
                <c:pt idx="3351">
                  <c:v>960.23329172269939</c:v>
                </c:pt>
                <c:pt idx="3352">
                  <c:v>960.19570361840795</c:v>
                </c:pt>
                <c:pt idx="3353">
                  <c:v>960.15825407793682</c:v>
                </c:pt>
                <c:pt idx="3354">
                  <c:v>960.12094259384628</c:v>
                </c:pt>
                <c:pt idx="3355">
                  <c:v>960.08376866051992</c:v>
                </c:pt>
                <c:pt idx="3356">
                  <c:v>960.04673177416657</c:v>
                </c:pt>
                <c:pt idx="3357">
                  <c:v>960.00983143280939</c:v>
                </c:pt>
                <c:pt idx="3358">
                  <c:v>959.97306713628689</c:v>
                </c:pt>
                <c:pt idx="3359">
                  <c:v>959.93643838623416</c:v>
                </c:pt>
                <c:pt idx="3360">
                  <c:v>959.89994468608836</c:v>
                </c:pt>
                <c:pt idx="3361">
                  <c:v>959.86358554107676</c:v>
                </c:pt>
                <c:pt idx="3362">
                  <c:v>959.82736045821412</c:v>
                </c:pt>
                <c:pt idx="3363">
                  <c:v>959.79126894628985</c:v>
                </c:pt>
                <c:pt idx="3364">
                  <c:v>959.75531051586893</c:v>
                </c:pt>
                <c:pt idx="3365">
                  <c:v>959.71948467928098</c:v>
                </c:pt>
                <c:pt idx="3366">
                  <c:v>959.68379095061755</c:v>
                </c:pt>
                <c:pt idx="3367">
                  <c:v>959.64822884572482</c:v>
                </c:pt>
                <c:pt idx="3368">
                  <c:v>959.6127978821952</c:v>
                </c:pt>
                <c:pt idx="3369">
                  <c:v>959.57749757936244</c:v>
                </c:pt>
                <c:pt idx="3370">
                  <c:v>959.54232745830006</c:v>
                </c:pt>
                <c:pt idx="3371">
                  <c:v>959.5072870418096</c:v>
                </c:pt>
                <c:pt idx="3372">
                  <c:v>959.47237585441189</c:v>
                </c:pt>
                <c:pt idx="3373">
                  <c:v>959.43759342235353</c:v>
                </c:pt>
                <c:pt idx="3374">
                  <c:v>959.40293927358698</c:v>
                </c:pt>
                <c:pt idx="3375">
                  <c:v>959.368412937774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A75-443A-B277-A7E168006C5F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CO2_Zone_5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Sheet2!$F$2:$F$3377</c:f>
              <c:numCache>
                <c:formatCode>General</c:formatCode>
                <c:ptCount val="3376"/>
                <c:pt idx="0">
                  <c:v>300</c:v>
                </c:pt>
                <c:pt idx="1">
                  <c:v>303.26238428742369</c:v>
                </c:pt>
                <c:pt idx="2">
                  <c:v>306.49841981785198</c:v>
                </c:pt>
                <c:pt idx="3">
                  <c:v>309.7083190220647</c:v>
                </c:pt>
                <c:pt idx="4">
                  <c:v>312.89229270934351</c:v>
                </c:pt>
                <c:pt idx="5">
                  <c:v>316.05055004215387</c:v>
                </c:pt>
                <c:pt idx="6">
                  <c:v>319.18329853268364</c:v>
                </c:pt>
                <c:pt idx="7">
                  <c:v>322.29074404579029</c:v>
                </c:pt>
                <c:pt idx="8">
                  <c:v>325.37309080560954</c:v>
                </c:pt>
                <c:pt idx="9">
                  <c:v>328.43054140439398</c:v>
                </c:pt>
                <c:pt idx="10">
                  <c:v>331.46329681264353</c:v>
                </c:pt>
                <c:pt idx="11">
                  <c:v>334.47155638997964</c:v>
                </c:pt>
                <c:pt idx="12">
                  <c:v>337.45551789655087</c:v>
                </c:pt>
                <c:pt idx="13">
                  <c:v>340.41537750460725</c:v>
                </c:pt>
                <c:pt idx="14">
                  <c:v>343.35132981036816</c:v>
                </c:pt>
                <c:pt idx="15">
                  <c:v>346.26356784582339</c:v>
                </c:pt>
                <c:pt idx="16">
                  <c:v>349.15228309070045</c:v>
                </c:pt>
                <c:pt idx="17">
                  <c:v>352.01766548433858</c:v>
                </c:pt>
                <c:pt idx="18">
                  <c:v>354.85990343757408</c:v>
                </c:pt>
                <c:pt idx="19">
                  <c:v>357.67918384462058</c:v>
                </c:pt>
                <c:pt idx="20">
                  <c:v>360.47569209485221</c:v>
                </c:pt>
                <c:pt idx="21">
                  <c:v>363.24961208457296</c:v>
                </c:pt>
                <c:pt idx="22">
                  <c:v>366.00112622872047</c:v>
                </c:pt>
                <c:pt idx="23">
                  <c:v>368.73041547248278</c:v>
                </c:pt>
                <c:pt idx="24">
                  <c:v>371.4376593028901</c:v>
                </c:pt>
                <c:pt idx="25">
                  <c:v>374.12303576029126</c:v>
                </c:pt>
                <c:pt idx="26">
                  <c:v>376.7867214498151</c:v>
                </c:pt>
                <c:pt idx="27">
                  <c:v>379.4935539654702</c:v>
                </c:pt>
                <c:pt idx="28">
                  <c:v>382.1911432539892</c:v>
                </c:pt>
                <c:pt idx="29">
                  <c:v>384.87946203898639</c:v>
                </c:pt>
                <c:pt idx="30">
                  <c:v>387.55848408744964</c:v>
                </c:pt>
                <c:pt idx="31">
                  <c:v>390.22818419470434</c:v>
                </c:pt>
                <c:pt idx="32">
                  <c:v>392.88853816952769</c:v>
                </c:pt>
                <c:pt idx="33">
                  <c:v>395.53952281941611</c:v>
                </c:pt>
                <c:pt idx="34">
                  <c:v>398.18111593605403</c:v>
                </c:pt>
                <c:pt idx="35">
                  <c:v>400.81329628095654</c:v>
                </c:pt>
                <c:pt idx="36">
                  <c:v>403.43604357122899</c:v>
                </c:pt>
                <c:pt idx="37">
                  <c:v>406.04933846554388</c:v>
                </c:pt>
                <c:pt idx="38">
                  <c:v>408.65316255027057</c:v>
                </c:pt>
                <c:pt idx="39">
                  <c:v>411.24749832576396</c:v>
                </c:pt>
                <c:pt idx="40">
                  <c:v>413.832329192793</c:v>
                </c:pt>
                <c:pt idx="41">
                  <c:v>416.40763943915232</c:v>
                </c:pt>
                <c:pt idx="42">
                  <c:v>418.97341422644689</c:v>
                </c:pt>
                <c:pt idx="43">
                  <c:v>421.52963957695488</c:v>
                </c:pt>
                <c:pt idx="44">
                  <c:v>424.07630236078751</c:v>
                </c:pt>
                <c:pt idx="45">
                  <c:v>426.61339028301632</c:v>
                </c:pt>
                <c:pt idx="46">
                  <c:v>429.14089187111313</c:v>
                </c:pt>
                <c:pt idx="47">
                  <c:v>431.65879646246469</c:v>
                </c:pt>
                <c:pt idx="48">
                  <c:v>434.16709419200839</c:v>
                </c:pt>
                <c:pt idx="49">
                  <c:v>436.66603714726119</c:v>
                </c:pt>
                <c:pt idx="50">
                  <c:v>439.15566377797455</c:v>
                </c:pt>
                <c:pt idx="51">
                  <c:v>441.63601211138234</c:v>
                </c:pt>
                <c:pt idx="52">
                  <c:v>444.10711975984884</c:v>
                </c:pt>
                <c:pt idx="53">
                  <c:v>446.5690239283357</c:v>
                </c:pt>
                <c:pt idx="54">
                  <c:v>449.02176142186039</c:v>
                </c:pt>
                <c:pt idx="55">
                  <c:v>451.4653686526957</c:v>
                </c:pt>
                <c:pt idx="56">
                  <c:v>453.89988164758023</c:v>
                </c:pt>
                <c:pt idx="57">
                  <c:v>456.32533605475658</c:v>
                </c:pt>
                <c:pt idx="58">
                  <c:v>458.741767150871</c:v>
                </c:pt>
                <c:pt idx="59">
                  <c:v>461.14920984779508</c:v>
                </c:pt>
                <c:pt idx="60">
                  <c:v>463.54769869936536</c:v>
                </c:pt>
                <c:pt idx="61">
                  <c:v>465.9372679079226</c:v>
                </c:pt>
                <c:pt idx="62">
                  <c:v>468.31795133084387</c:v>
                </c:pt>
                <c:pt idx="63">
                  <c:v>470.68978248690576</c:v>
                </c:pt>
                <c:pt idx="64">
                  <c:v>473.05279456256039</c:v>
                </c:pt>
                <c:pt idx="65">
                  <c:v>475.40702041813012</c:v>
                </c:pt>
                <c:pt idx="66">
                  <c:v>477.75249259383054</c:v>
                </c:pt>
                <c:pt idx="67">
                  <c:v>480.08924331578106</c:v>
                </c:pt>
                <c:pt idx="68">
                  <c:v>482.4173045018797</c:v>
                </c:pt>
                <c:pt idx="69">
                  <c:v>484.73670776755284</c:v>
                </c:pt>
                <c:pt idx="70">
                  <c:v>487.0474844314399</c:v>
                </c:pt>
                <c:pt idx="71">
                  <c:v>489.34966657583004</c:v>
                </c:pt>
                <c:pt idx="72">
                  <c:v>491.64328617760589</c:v>
                </c:pt>
                <c:pt idx="73">
                  <c:v>493.92837510743215</c:v>
                </c:pt>
                <c:pt idx="74">
                  <c:v>496.20496512895244</c:v>
                </c:pt>
                <c:pt idx="75">
                  <c:v>498.47308789799217</c:v>
                </c:pt>
                <c:pt idx="76">
                  <c:v>500.7327749618326</c:v>
                </c:pt>
                <c:pt idx="77">
                  <c:v>502.98405775853723</c:v>
                </c:pt>
                <c:pt idx="78">
                  <c:v>505.22696761629396</c:v>
                </c:pt>
                <c:pt idx="79">
                  <c:v>507.46153575273337</c:v>
                </c:pt>
                <c:pt idx="80">
                  <c:v>509.68779327438995</c:v>
                </c:pt>
                <c:pt idx="81">
                  <c:v>511.90577117611952</c:v>
                </c:pt>
                <c:pt idx="82">
                  <c:v>514.11550034056597</c:v>
                </c:pt>
                <c:pt idx="83">
                  <c:v>516.31701153764425</c:v>
                </c:pt>
                <c:pt idx="84">
                  <c:v>518.51033542410903</c:v>
                </c:pt>
                <c:pt idx="85">
                  <c:v>520.6955025430841</c:v>
                </c:pt>
                <c:pt idx="86">
                  <c:v>522.87254332364637</c:v>
                </c:pt>
                <c:pt idx="87">
                  <c:v>525.04148808045647</c:v>
                </c:pt>
                <c:pt idx="88">
                  <c:v>527.20236701341673</c:v>
                </c:pt>
                <c:pt idx="89">
                  <c:v>529.35521020729868</c:v>
                </c:pt>
                <c:pt idx="90">
                  <c:v>531.50004763147444</c:v>
                </c:pt>
                <c:pt idx="91">
                  <c:v>533.63690913962409</c:v>
                </c:pt>
                <c:pt idx="92">
                  <c:v>535.76582446950556</c:v>
                </c:pt>
                <c:pt idx="93">
                  <c:v>537.88682324693832</c:v>
                </c:pt>
                <c:pt idx="94">
                  <c:v>539.99993498634194</c:v>
                </c:pt>
                <c:pt idx="95">
                  <c:v>542.10518909119526</c:v>
                </c:pt>
                <c:pt idx="96">
                  <c:v>544.2026148545242</c:v>
                </c:pt>
                <c:pt idx="97">
                  <c:v>546.29224145935575</c:v>
                </c:pt>
                <c:pt idx="98">
                  <c:v>548.37409797917383</c:v>
                </c:pt>
                <c:pt idx="99">
                  <c:v>550.44821337839358</c:v>
                </c:pt>
                <c:pt idx="100">
                  <c:v>552.51461651279681</c:v>
                </c:pt>
                <c:pt idx="101">
                  <c:v>554.57333612998843</c:v>
                </c:pt>
                <c:pt idx="102">
                  <c:v>556.62440086980371</c:v>
                </c:pt>
                <c:pt idx="103">
                  <c:v>558.66783926475716</c:v>
                </c:pt>
                <c:pt idx="104">
                  <c:v>560.70367974049202</c:v>
                </c:pt>
                <c:pt idx="105">
                  <c:v>562.73195061611534</c:v>
                </c:pt>
                <c:pt idx="106">
                  <c:v>564.75268010472121</c:v>
                </c:pt>
                <c:pt idx="107">
                  <c:v>566.7658963137178</c:v>
                </c:pt>
                <c:pt idx="108">
                  <c:v>568.77162724524578</c:v>
                </c:pt>
                <c:pt idx="109">
                  <c:v>570.76990079660868</c:v>
                </c:pt>
                <c:pt idx="110">
                  <c:v>572.76074476063377</c:v>
                </c:pt>
                <c:pt idx="111">
                  <c:v>574.74418682606733</c:v>
                </c:pt>
                <c:pt idx="112">
                  <c:v>576.72025457796212</c:v>
                </c:pt>
                <c:pt idx="113">
                  <c:v>578.68897549807332</c:v>
                </c:pt>
                <c:pt idx="114">
                  <c:v>580.65037696519278</c:v>
                </c:pt>
                <c:pt idx="115">
                  <c:v>582.60448625556569</c:v>
                </c:pt>
                <c:pt idx="116">
                  <c:v>584.5513305433002</c:v>
                </c:pt>
                <c:pt idx="117">
                  <c:v>586.4909369006964</c:v>
                </c:pt>
                <c:pt idx="118">
                  <c:v>588.42333229867643</c:v>
                </c:pt>
                <c:pt idx="119">
                  <c:v>590.34854360716145</c:v>
                </c:pt>
                <c:pt idx="120">
                  <c:v>592.26659759543463</c:v>
                </c:pt>
                <c:pt idx="121">
                  <c:v>594.17752093253694</c:v>
                </c:pt>
                <c:pt idx="122">
                  <c:v>596.08134018765134</c:v>
                </c:pt>
                <c:pt idx="123">
                  <c:v>597.9780818304647</c:v>
                </c:pt>
                <c:pt idx="124">
                  <c:v>599.86777223154513</c:v>
                </c:pt>
                <c:pt idx="125">
                  <c:v>601.75043766274666</c:v>
                </c:pt>
                <c:pt idx="126">
                  <c:v>603.62610429755978</c:v>
                </c:pt>
                <c:pt idx="127">
                  <c:v>605.49479821145837</c:v>
                </c:pt>
                <c:pt idx="128">
                  <c:v>607.35654538232734</c:v>
                </c:pt>
                <c:pt idx="129">
                  <c:v>609.21137169080589</c:v>
                </c:pt>
                <c:pt idx="130">
                  <c:v>611.05930292063113</c:v>
                </c:pt>
                <c:pt idx="131">
                  <c:v>612.90036475904333</c:v>
                </c:pt>
                <c:pt idx="132">
                  <c:v>614.73458279712827</c:v>
                </c:pt>
                <c:pt idx="133">
                  <c:v>616.56198253019306</c:v>
                </c:pt>
                <c:pt idx="134">
                  <c:v>618.38258935811905</c:v>
                </c:pt>
                <c:pt idx="135">
                  <c:v>620.19642858572831</c:v>
                </c:pt>
                <c:pt idx="136">
                  <c:v>622.00352542315295</c:v>
                </c:pt>
                <c:pt idx="137">
                  <c:v>623.8039049861701</c:v>
                </c:pt>
                <c:pt idx="138">
                  <c:v>625.59759229658732</c:v>
                </c:pt>
                <c:pt idx="139">
                  <c:v>627.38461228254403</c:v>
                </c:pt>
                <c:pt idx="140">
                  <c:v>629.16498977894742</c:v>
                </c:pt>
                <c:pt idx="141">
                  <c:v>630.93874952776434</c:v>
                </c:pt>
                <c:pt idx="142">
                  <c:v>632.70591617837886</c:v>
                </c:pt>
                <c:pt idx="143">
                  <c:v>634.46651428796667</c:v>
                </c:pt>
                <c:pt idx="144">
                  <c:v>636.22056832181522</c:v>
                </c:pt>
                <c:pt idx="145">
                  <c:v>637.96810265369868</c:v>
                </c:pt>
                <c:pt idx="146">
                  <c:v>639.70914156621131</c:v>
                </c:pt>
                <c:pt idx="147">
                  <c:v>641.44370925109058</c:v>
                </c:pt>
                <c:pt idx="148">
                  <c:v>643.17182980959706</c:v>
                </c:pt>
                <c:pt idx="149">
                  <c:v>644.89352725282481</c:v>
                </c:pt>
                <c:pt idx="150">
                  <c:v>646.60882550208555</c:v>
                </c:pt>
                <c:pt idx="151">
                  <c:v>648.31774838918898</c:v>
                </c:pt>
                <c:pt idx="152">
                  <c:v>650.02031965681817</c:v>
                </c:pt>
                <c:pt idx="153">
                  <c:v>651.71656295885828</c:v>
                </c:pt>
                <c:pt idx="154">
                  <c:v>653.40650186073105</c:v>
                </c:pt>
                <c:pt idx="155">
                  <c:v>655.09015983973552</c:v>
                </c:pt>
                <c:pt idx="156">
                  <c:v>656.76756028537284</c:v>
                </c:pt>
                <c:pt idx="157">
                  <c:v>658.43872649967659</c:v>
                </c:pt>
                <c:pt idx="158">
                  <c:v>660.10368169754292</c:v>
                </c:pt>
                <c:pt idx="159">
                  <c:v>661.76244900705319</c:v>
                </c:pt>
                <c:pt idx="160">
                  <c:v>663.41505146982911</c:v>
                </c:pt>
                <c:pt idx="161">
                  <c:v>665.06151204132857</c:v>
                </c:pt>
                <c:pt idx="162">
                  <c:v>666.70185359119114</c:v>
                </c:pt>
                <c:pt idx="163">
                  <c:v>668.33609890354717</c:v>
                </c:pt>
                <c:pt idx="164">
                  <c:v>669.96427067733828</c:v>
                </c:pt>
                <c:pt idx="165">
                  <c:v>671.58639152665046</c:v>
                </c:pt>
                <c:pt idx="166">
                  <c:v>673.2024839810465</c:v>
                </c:pt>
                <c:pt idx="167">
                  <c:v>674.81257048584303</c:v>
                </c:pt>
                <c:pt idx="168">
                  <c:v>676.41667340245453</c:v>
                </c:pt>
                <c:pt idx="169">
                  <c:v>678.01481500874218</c:v>
                </c:pt>
                <c:pt idx="170">
                  <c:v>679.60701749925829</c:v>
                </c:pt>
                <c:pt idx="171">
                  <c:v>681.19330298561374</c:v>
                </c:pt>
                <c:pt idx="172">
                  <c:v>682.77369349675814</c:v>
                </c:pt>
                <c:pt idx="173">
                  <c:v>684.34821097934434</c:v>
                </c:pt>
                <c:pt idx="174">
                  <c:v>685.9168772979566</c:v>
                </c:pt>
                <c:pt idx="175">
                  <c:v>687.47971423548233</c:v>
                </c:pt>
                <c:pt idx="176">
                  <c:v>689.03674349342828</c:v>
                </c:pt>
                <c:pt idx="177">
                  <c:v>690.58798669215537</c:v>
                </c:pt>
                <c:pt idx="178">
                  <c:v>692.13346537126756</c:v>
                </c:pt>
                <c:pt idx="179">
                  <c:v>693.6732009898592</c:v>
                </c:pt>
                <c:pt idx="180">
                  <c:v>695.20721492685016</c:v>
                </c:pt>
                <c:pt idx="181">
                  <c:v>696.73552848125792</c:v>
                </c:pt>
                <c:pt idx="182">
                  <c:v>698.25816287254258</c:v>
                </c:pt>
                <c:pt idx="183">
                  <c:v>699.77513924085054</c:v>
                </c:pt>
                <c:pt idx="184">
                  <c:v>701.28647864737718</c:v>
                </c:pt>
                <c:pt idx="185">
                  <c:v>702.79220207459218</c:v>
                </c:pt>
                <c:pt idx="186">
                  <c:v>704.29233042662156</c:v>
                </c:pt>
                <c:pt idx="187">
                  <c:v>705.78688452943402</c:v>
                </c:pt>
                <c:pt idx="188">
                  <c:v>707.27588513125147</c:v>
                </c:pt>
                <c:pt idx="189">
                  <c:v>708.75935290275436</c:v>
                </c:pt>
                <c:pt idx="190">
                  <c:v>710.23730843742601</c:v>
                </c:pt>
                <c:pt idx="191">
                  <c:v>711.70977225180991</c:v>
                </c:pt>
                <c:pt idx="192">
                  <c:v>713.1767647858062</c:v>
                </c:pt>
                <c:pt idx="193">
                  <c:v>714.63830640298238</c:v>
                </c:pt>
                <c:pt idx="194">
                  <c:v>716.09441739084025</c:v>
                </c:pt>
                <c:pt idx="195">
                  <c:v>717.54511796110671</c:v>
                </c:pt>
                <c:pt idx="196">
                  <c:v>718.99042825000731</c:v>
                </c:pt>
                <c:pt idx="197">
                  <c:v>720.43036831857955</c:v>
                </c:pt>
                <c:pt idx="198">
                  <c:v>721.86495815292608</c:v>
                </c:pt>
                <c:pt idx="199">
                  <c:v>723.29421766451321</c:v>
                </c:pt>
                <c:pt idx="200">
                  <c:v>724.71816669044335</c:v>
                </c:pt>
                <c:pt idx="201">
                  <c:v>726.13682499374784</c:v>
                </c:pt>
                <c:pt idx="202">
                  <c:v>727.55021226365</c:v>
                </c:pt>
                <c:pt idx="203">
                  <c:v>728.95834811584723</c:v>
                </c:pt>
                <c:pt idx="204">
                  <c:v>730.36125209278714</c:v>
                </c:pt>
                <c:pt idx="205">
                  <c:v>731.75894366395266</c:v>
                </c:pt>
                <c:pt idx="206">
                  <c:v>733.15144222613708</c:v>
                </c:pt>
                <c:pt idx="207">
                  <c:v>734.53876710369138</c:v>
                </c:pt>
                <c:pt idx="208">
                  <c:v>735.92093754881739</c:v>
                </c:pt>
                <c:pt idx="209">
                  <c:v>737.29797274185626</c:v>
                </c:pt>
                <c:pt idx="210">
                  <c:v>738.66989179151255</c:v>
                </c:pt>
                <c:pt idx="211">
                  <c:v>740.03671373517227</c:v>
                </c:pt>
                <c:pt idx="212">
                  <c:v>741.39845753912709</c:v>
                </c:pt>
                <c:pt idx="213">
                  <c:v>742.75514209888183</c:v>
                </c:pt>
                <c:pt idx="214">
                  <c:v>744.1067862393993</c:v>
                </c:pt>
                <c:pt idx="215">
                  <c:v>745.45340871536416</c:v>
                </c:pt>
                <c:pt idx="216">
                  <c:v>746.79502821144263</c:v>
                </c:pt>
                <c:pt idx="217">
                  <c:v>748.13166334257244</c:v>
                </c:pt>
                <c:pt idx="218">
                  <c:v>749.46333265419946</c:v>
                </c:pt>
                <c:pt idx="219">
                  <c:v>750.7900546225344</c:v>
                </c:pt>
                <c:pt idx="220">
                  <c:v>752.11184765483995</c:v>
                </c:pt>
                <c:pt idx="221">
                  <c:v>753.42873008966865</c:v>
                </c:pt>
                <c:pt idx="222">
                  <c:v>754.74072019713481</c:v>
                </c:pt>
                <c:pt idx="223">
                  <c:v>756.04783617914791</c:v>
                </c:pt>
                <c:pt idx="224">
                  <c:v>757.35009616970012</c:v>
                </c:pt>
                <c:pt idx="225">
                  <c:v>758.64751823508425</c:v>
                </c:pt>
                <c:pt idx="226">
                  <c:v>759.94012037420111</c:v>
                </c:pt>
                <c:pt idx="227">
                  <c:v>761.22792051876866</c:v>
                </c:pt>
                <c:pt idx="228">
                  <c:v>762.51093653357941</c:v>
                </c:pt>
                <c:pt idx="229">
                  <c:v>763.78918621675473</c:v>
                </c:pt>
                <c:pt idx="230">
                  <c:v>765.06268730003592</c:v>
                </c:pt>
                <c:pt idx="231">
                  <c:v>766.33145744894944</c:v>
                </c:pt>
                <c:pt idx="232">
                  <c:v>767.59551426314295</c:v>
                </c:pt>
                <c:pt idx="233">
                  <c:v>768.85487527656107</c:v>
                </c:pt>
                <c:pt idx="234">
                  <c:v>770.10955795776226</c:v>
                </c:pt>
                <c:pt idx="235">
                  <c:v>771.35957971009793</c:v>
                </c:pt>
                <c:pt idx="236">
                  <c:v>772.60495787200045</c:v>
                </c:pt>
                <c:pt idx="237">
                  <c:v>773.84570971719518</c:v>
                </c:pt>
                <c:pt idx="238">
                  <c:v>775.08185245498021</c:v>
                </c:pt>
                <c:pt idx="239">
                  <c:v>776.31340323044492</c:v>
                </c:pt>
                <c:pt idx="240">
                  <c:v>777.54037912471802</c:v>
                </c:pt>
                <c:pt idx="241">
                  <c:v>778.76279715518842</c:v>
                </c:pt>
                <c:pt idx="242">
                  <c:v>779.98067427577587</c:v>
                </c:pt>
                <c:pt idx="243">
                  <c:v>781.19402737715018</c:v>
                </c:pt>
                <c:pt idx="244">
                  <c:v>782.40287328697889</c:v>
                </c:pt>
                <c:pt idx="245">
                  <c:v>783.60722877013995</c:v>
                </c:pt>
                <c:pt idx="246">
                  <c:v>784.80711052899676</c:v>
                </c:pt>
                <c:pt idx="247">
                  <c:v>786.00253520359615</c:v>
                </c:pt>
                <c:pt idx="248">
                  <c:v>787.19351937191323</c:v>
                </c:pt>
                <c:pt idx="249">
                  <c:v>788.38007955011778</c:v>
                </c:pt>
                <c:pt idx="250">
                  <c:v>789.56223219273704</c:v>
                </c:pt>
                <c:pt idx="251">
                  <c:v>790.73999369294245</c:v>
                </c:pt>
                <c:pt idx="252">
                  <c:v>791.91338038277343</c:v>
                </c:pt>
                <c:pt idx="253">
                  <c:v>793.08240853335451</c:v>
                </c:pt>
                <c:pt idx="254">
                  <c:v>794.24709435511545</c:v>
                </c:pt>
                <c:pt idx="255">
                  <c:v>795.40745399803723</c:v>
                </c:pt>
                <c:pt idx="256">
                  <c:v>796.56350355186316</c:v>
                </c:pt>
                <c:pt idx="257">
                  <c:v>797.71525904635132</c:v>
                </c:pt>
                <c:pt idx="258">
                  <c:v>798.86273645146741</c:v>
                </c:pt>
                <c:pt idx="259">
                  <c:v>800.0059516776173</c:v>
                </c:pt>
                <c:pt idx="260">
                  <c:v>801.14492057589905</c:v>
                </c:pt>
                <c:pt idx="261">
                  <c:v>802.27965893828355</c:v>
                </c:pt>
                <c:pt idx="262">
                  <c:v>803.41018249785452</c:v>
                </c:pt>
                <c:pt idx="263">
                  <c:v>804.53650692904705</c:v>
                </c:pt>
                <c:pt idx="264">
                  <c:v>805.65864784783378</c:v>
                </c:pt>
                <c:pt idx="265">
                  <c:v>806.77662081196377</c:v>
                </c:pt>
                <c:pt idx="266">
                  <c:v>807.89044132118113</c:v>
                </c:pt>
                <c:pt idx="267">
                  <c:v>809.00012481744045</c:v>
                </c:pt>
                <c:pt idx="268">
                  <c:v>810.10568668512667</c:v>
                </c:pt>
                <c:pt idx="269">
                  <c:v>811.20714225125107</c:v>
                </c:pt>
                <c:pt idx="270">
                  <c:v>812.30450678569389</c:v>
                </c:pt>
                <c:pt idx="271">
                  <c:v>813.39779550141361</c:v>
                </c:pt>
                <c:pt idx="272">
                  <c:v>814.48702355462672</c:v>
                </c:pt>
                <c:pt idx="273">
                  <c:v>815.57220604506551</c:v>
                </c:pt>
                <c:pt idx="274">
                  <c:v>816.65335801618278</c:v>
                </c:pt>
                <c:pt idx="275">
                  <c:v>817.73049445532718</c:v>
                </c:pt>
                <c:pt idx="276">
                  <c:v>818.80363029399484</c:v>
                </c:pt>
                <c:pt idx="277">
                  <c:v>819.87278040800823</c:v>
                </c:pt>
                <c:pt idx="278">
                  <c:v>820.93795961773822</c:v>
                </c:pt>
                <c:pt idx="279">
                  <c:v>821.99918268833824</c:v>
                </c:pt>
                <c:pt idx="280">
                  <c:v>823.05646432987567</c:v>
                </c:pt>
                <c:pt idx="281">
                  <c:v>824.10981919762787</c:v>
                </c:pt>
                <c:pt idx="282">
                  <c:v>825.15926189223637</c:v>
                </c:pt>
                <c:pt idx="283">
                  <c:v>826.20480695991444</c:v>
                </c:pt>
                <c:pt idx="284">
                  <c:v>827.24646889266285</c:v>
                </c:pt>
                <c:pt idx="285">
                  <c:v>828.28426212847489</c:v>
                </c:pt>
                <c:pt idx="286">
                  <c:v>829.31820105152383</c:v>
                </c:pt>
                <c:pt idx="287">
                  <c:v>830.34829999236376</c:v>
                </c:pt>
                <c:pt idx="288">
                  <c:v>831.37457322816942</c:v>
                </c:pt>
                <c:pt idx="289">
                  <c:v>832.39703498287327</c:v>
                </c:pt>
                <c:pt idx="290">
                  <c:v>833.41569942742581</c:v>
                </c:pt>
                <c:pt idx="291">
                  <c:v>834.430580679944</c:v>
                </c:pt>
                <c:pt idx="292">
                  <c:v>835.44169280594122</c:v>
                </c:pt>
                <c:pt idx="293">
                  <c:v>836.44904981853335</c:v>
                </c:pt>
                <c:pt idx="294">
                  <c:v>837.45266567857755</c:v>
                </c:pt>
                <c:pt idx="295">
                  <c:v>838.45255429493182</c:v>
                </c:pt>
                <c:pt idx="296">
                  <c:v>839.4487295246264</c:v>
                </c:pt>
                <c:pt idx="297">
                  <c:v>840.44120517305259</c:v>
                </c:pt>
                <c:pt idx="298">
                  <c:v>841.4299949941435</c:v>
                </c:pt>
                <c:pt idx="299">
                  <c:v>842.41511269059993</c:v>
                </c:pt>
                <c:pt idx="300">
                  <c:v>843.39657191406366</c:v>
                </c:pt>
                <c:pt idx="301">
                  <c:v>844.37438626530263</c:v>
                </c:pt>
                <c:pt idx="302">
                  <c:v>845.34856929442856</c:v>
                </c:pt>
                <c:pt idx="303">
                  <c:v>846.31913450103968</c:v>
                </c:pt>
                <c:pt idx="304">
                  <c:v>847.2860953344441</c:v>
                </c:pt>
                <c:pt idx="305">
                  <c:v>848.24946519386106</c:v>
                </c:pt>
                <c:pt idx="306">
                  <c:v>849.20925742855809</c:v>
                </c:pt>
                <c:pt idx="307">
                  <c:v>850.16548533809203</c:v>
                </c:pt>
                <c:pt idx="308">
                  <c:v>851.1181621724744</c:v>
                </c:pt>
                <c:pt idx="309">
                  <c:v>852.06730113232163</c:v>
                </c:pt>
                <c:pt idx="310">
                  <c:v>853.01291536910014</c:v>
                </c:pt>
                <c:pt idx="311">
                  <c:v>853.95501798528244</c:v>
                </c:pt>
                <c:pt idx="312">
                  <c:v>854.8936220345098</c:v>
                </c:pt>
                <c:pt idx="313">
                  <c:v>855.82874052182956</c:v>
                </c:pt>
                <c:pt idx="314">
                  <c:v>856.7603864038017</c:v>
                </c:pt>
                <c:pt idx="315">
                  <c:v>857.68857258875221</c:v>
                </c:pt>
                <c:pt idx="316">
                  <c:v>858.61331193690535</c:v>
                </c:pt>
                <c:pt idx="317">
                  <c:v>859.53461726058879</c:v>
                </c:pt>
                <c:pt idx="318">
                  <c:v>860.45250132441731</c:v>
                </c:pt>
                <c:pt idx="319">
                  <c:v>861.36697684543492</c:v>
                </c:pt>
                <c:pt idx="320">
                  <c:v>862.27805649333459</c:v>
                </c:pt>
                <c:pt idx="321">
                  <c:v>863.18575289060959</c:v>
                </c:pt>
                <c:pt idx="322">
                  <c:v>864.09007861274824</c:v>
                </c:pt>
                <c:pt idx="323">
                  <c:v>864.99104618838055</c:v>
                </c:pt>
                <c:pt idx="324">
                  <c:v>865.88866809950059</c:v>
                </c:pt>
                <c:pt idx="325">
                  <c:v>866.7829567815802</c:v>
                </c:pt>
                <c:pt idx="326">
                  <c:v>867.67392462381542</c:v>
                </c:pt>
                <c:pt idx="327">
                  <c:v>868.56158396922945</c:v>
                </c:pt>
                <c:pt idx="328">
                  <c:v>869.44594711487048</c:v>
                </c:pt>
                <c:pt idx="329">
                  <c:v>870.32702631203699</c:v>
                </c:pt>
                <c:pt idx="330">
                  <c:v>871.20483376634843</c:v>
                </c:pt>
                <c:pt idx="331">
                  <c:v>872.07938163798963</c:v>
                </c:pt>
                <c:pt idx="332">
                  <c:v>872.95068204187146</c:v>
                </c:pt>
                <c:pt idx="333">
                  <c:v>873.81874704775703</c:v>
                </c:pt>
                <c:pt idx="334">
                  <c:v>874.68358868050655</c:v>
                </c:pt>
                <c:pt idx="335">
                  <c:v>875.54521892016589</c:v>
                </c:pt>
                <c:pt idx="336">
                  <c:v>876.40364970218172</c:v>
                </c:pt>
                <c:pt idx="337">
                  <c:v>877.25889291754629</c:v>
                </c:pt>
                <c:pt idx="338">
                  <c:v>878.11096041300164</c:v>
                </c:pt>
                <c:pt idx="339">
                  <c:v>878.95986399113758</c:v>
                </c:pt>
                <c:pt idx="340">
                  <c:v>879.8056154106057</c:v>
                </c:pt>
                <c:pt idx="341">
                  <c:v>880.64822638630301</c:v>
                </c:pt>
                <c:pt idx="342">
                  <c:v>881.48770858948183</c:v>
                </c:pt>
                <c:pt idx="343">
                  <c:v>882.32407364793107</c:v>
                </c:pt>
                <c:pt idx="344">
                  <c:v>883.15733314616421</c:v>
                </c:pt>
                <c:pt idx="345">
                  <c:v>883.98749862554052</c:v>
                </c:pt>
                <c:pt idx="346">
                  <c:v>884.81458158446594</c:v>
                </c:pt>
                <c:pt idx="347">
                  <c:v>885.63859347852861</c:v>
                </c:pt>
                <c:pt idx="348">
                  <c:v>886.45954572067399</c:v>
                </c:pt>
                <c:pt idx="349">
                  <c:v>887.27744968132981</c:v>
                </c:pt>
                <c:pt idx="350">
                  <c:v>888.09231668861867</c:v>
                </c:pt>
                <c:pt idx="351">
                  <c:v>888.9041580284852</c:v>
                </c:pt>
                <c:pt idx="352">
                  <c:v>889.71298494483983</c:v>
                </c:pt>
                <c:pt idx="353">
                  <c:v>890.51880863975066</c:v>
                </c:pt>
                <c:pt idx="354">
                  <c:v>891.32164027357032</c:v>
                </c:pt>
                <c:pt idx="355">
                  <c:v>892.12149096511348</c:v>
                </c:pt>
                <c:pt idx="356">
                  <c:v>892.91837179179606</c:v>
                </c:pt>
                <c:pt idx="357">
                  <c:v>893.71229378981013</c:v>
                </c:pt>
                <c:pt idx="358">
                  <c:v>894.50326795423632</c:v>
                </c:pt>
                <c:pt idx="359">
                  <c:v>895.29130523925369</c:v>
                </c:pt>
                <c:pt idx="360">
                  <c:v>896.07641655825455</c:v>
                </c:pt>
                <c:pt idx="361">
                  <c:v>896.85861278399693</c:v>
                </c:pt>
                <c:pt idx="362">
                  <c:v>897.63790474876225</c:v>
                </c:pt>
                <c:pt idx="363">
                  <c:v>898.41430324455291</c:v>
                </c:pt>
                <c:pt idx="364">
                  <c:v>899.18781902314174</c:v>
                </c:pt>
                <c:pt idx="365">
                  <c:v>899.95846279631542</c:v>
                </c:pt>
                <c:pt idx="366">
                  <c:v>900.7262452359895</c:v>
                </c:pt>
                <c:pt idx="367">
                  <c:v>901.49117697434281</c:v>
                </c:pt>
                <c:pt idx="368">
                  <c:v>902.25326860398138</c:v>
                </c:pt>
                <c:pt idx="369">
                  <c:v>903.01253067810501</c:v>
                </c:pt>
                <c:pt idx="370">
                  <c:v>903.76897371060272</c:v>
                </c:pt>
                <c:pt idx="371">
                  <c:v>904.52260817625631</c:v>
                </c:pt>
                <c:pt idx="372">
                  <c:v>905.27344451085662</c:v>
                </c:pt>
                <c:pt idx="373">
                  <c:v>906.02149311134679</c:v>
                </c:pt>
                <c:pt idx="374">
                  <c:v>906.76676433596947</c:v>
                </c:pt>
                <c:pt idx="375">
                  <c:v>907.5092685044491</c:v>
                </c:pt>
                <c:pt idx="376">
                  <c:v>908.24901589806143</c:v>
                </c:pt>
                <c:pt idx="377">
                  <c:v>908.98601675984378</c:v>
                </c:pt>
                <c:pt idx="378">
                  <c:v>909.72028129470652</c:v>
                </c:pt>
                <c:pt idx="379">
                  <c:v>910.45181966957921</c:v>
                </c:pt>
                <c:pt idx="380">
                  <c:v>911.18064201355435</c:v>
                </c:pt>
                <c:pt idx="381">
                  <c:v>911.90675841804796</c:v>
                </c:pt>
                <c:pt idx="382">
                  <c:v>912.63017893688505</c:v>
                </c:pt>
                <c:pt idx="383">
                  <c:v>913.35091358650243</c:v>
                </c:pt>
                <c:pt idx="384">
                  <c:v>914.06897234607572</c:v>
                </c:pt>
                <c:pt idx="385">
                  <c:v>914.78436515760859</c:v>
                </c:pt>
                <c:pt idx="386">
                  <c:v>915.49710192613838</c:v>
                </c:pt>
                <c:pt idx="387">
                  <c:v>916.20719251982678</c:v>
                </c:pt>
                <c:pt idx="388">
                  <c:v>916.91464677013494</c:v>
                </c:pt>
                <c:pt idx="389">
                  <c:v>917.61947447189812</c:v>
                </c:pt>
                <c:pt idx="390">
                  <c:v>918.3216853835545</c:v>
                </c:pt>
                <c:pt idx="391">
                  <c:v>919.02128922721852</c:v>
                </c:pt>
                <c:pt idx="392">
                  <c:v>919.71829568879468</c:v>
                </c:pt>
                <c:pt idx="393">
                  <c:v>920.41271441818924</c:v>
                </c:pt>
                <c:pt idx="394">
                  <c:v>921.10455502938328</c:v>
                </c:pt>
                <c:pt idx="395">
                  <c:v>921.79382710057496</c:v>
                </c:pt>
                <c:pt idx="396">
                  <c:v>922.48054017436527</c:v>
                </c:pt>
                <c:pt idx="397">
                  <c:v>923.16470375779863</c:v>
                </c:pt>
                <c:pt idx="398">
                  <c:v>923.8463273225974</c:v>
                </c:pt>
                <c:pt idx="399">
                  <c:v>924.52542030518498</c:v>
                </c:pt>
                <c:pt idx="400">
                  <c:v>925.20199210692476</c:v>
                </c:pt>
                <c:pt idx="401">
                  <c:v>925.87605209418086</c:v>
                </c:pt>
                <c:pt idx="402">
                  <c:v>926.54760959848204</c:v>
                </c:pt>
                <c:pt idx="403">
                  <c:v>927.21667391662072</c:v>
                </c:pt>
                <c:pt idx="404">
                  <c:v>927.88325431082023</c:v>
                </c:pt>
                <c:pt idx="405">
                  <c:v>928.5473600088219</c:v>
                </c:pt>
                <c:pt idx="406">
                  <c:v>929.20900020407794</c:v>
                </c:pt>
                <c:pt idx="407">
                  <c:v>929.86818405578197</c:v>
                </c:pt>
                <c:pt idx="408">
                  <c:v>930.52492068909748</c:v>
                </c:pt>
                <c:pt idx="409">
                  <c:v>931.17921919523485</c:v>
                </c:pt>
                <c:pt idx="410">
                  <c:v>931.83108863155303</c:v>
                </c:pt>
                <c:pt idx="411">
                  <c:v>932.4805380217623</c:v>
                </c:pt>
                <c:pt idx="412">
                  <c:v>933.12757635596301</c:v>
                </c:pt>
                <c:pt idx="413">
                  <c:v>933.77221259084945</c:v>
                </c:pt>
                <c:pt idx="414">
                  <c:v>934.41445564974777</c:v>
                </c:pt>
                <c:pt idx="415">
                  <c:v>935.05431442285271</c:v>
                </c:pt>
                <c:pt idx="416">
                  <c:v>935.69179776722308</c:v>
                </c:pt>
                <c:pt idx="417">
                  <c:v>936.32691450702521</c:v>
                </c:pt>
                <c:pt idx="418">
                  <c:v>936.95967343357722</c:v>
                </c:pt>
                <c:pt idx="419">
                  <c:v>937.59008330547692</c:v>
                </c:pt>
                <c:pt idx="420">
                  <c:v>938.21815284879085</c:v>
                </c:pt>
                <c:pt idx="421">
                  <c:v>938.84389075706235</c:v>
                </c:pt>
                <c:pt idx="422">
                  <c:v>939.4673056915791</c:v>
                </c:pt>
                <c:pt idx="423">
                  <c:v>940.08840628132748</c:v>
                </c:pt>
                <c:pt idx="424">
                  <c:v>940.70720112326194</c:v>
                </c:pt>
                <c:pt idx="425">
                  <c:v>941.32369878231066</c:v>
                </c:pt>
                <c:pt idx="426">
                  <c:v>941.93790779159212</c:v>
                </c:pt>
                <c:pt idx="427">
                  <c:v>942.5498366524622</c:v>
                </c:pt>
                <c:pt idx="428">
                  <c:v>943.15949383464181</c:v>
                </c:pt>
                <c:pt idx="429">
                  <c:v>943.76688777638924</c:v>
                </c:pt>
                <c:pt idx="430">
                  <c:v>944.37202688453249</c:v>
                </c:pt>
                <c:pt idx="431">
                  <c:v>944.97491953466363</c:v>
                </c:pt>
                <c:pt idx="432">
                  <c:v>945.57557407120919</c:v>
                </c:pt>
                <c:pt idx="433">
                  <c:v>946.17399880756</c:v>
                </c:pt>
                <c:pt idx="434">
                  <c:v>946.77020202621975</c:v>
                </c:pt>
                <c:pt idx="435">
                  <c:v>947.36419197882344</c:v>
                </c:pt>
                <c:pt idx="436">
                  <c:v>947.95597688640089</c:v>
                </c:pt>
                <c:pt idx="437">
                  <c:v>948.54556493931716</c:v>
                </c:pt>
                <c:pt idx="438">
                  <c:v>949.13296429755542</c:v>
                </c:pt>
                <c:pt idx="439">
                  <c:v>949.71818309071091</c:v>
                </c:pt>
                <c:pt idx="440">
                  <c:v>950.30122941813249</c:v>
                </c:pt>
                <c:pt idx="441">
                  <c:v>950.882111349095</c:v>
                </c:pt>
                <c:pt idx="442">
                  <c:v>951.46083692283082</c:v>
                </c:pt>
                <c:pt idx="443">
                  <c:v>952.03741414867409</c:v>
                </c:pt>
                <c:pt idx="444">
                  <c:v>952.61185100618297</c:v>
                </c:pt>
                <c:pt idx="445">
                  <c:v>953.18415544525578</c:v>
                </c:pt>
                <c:pt idx="446">
                  <c:v>953.75433538619984</c:v>
                </c:pt>
                <c:pt idx="447">
                  <c:v>954.32239871987372</c:v>
                </c:pt>
                <c:pt idx="448">
                  <c:v>954.88835330782138</c:v>
                </c:pt>
                <c:pt idx="449">
                  <c:v>955.45220698232026</c:v>
                </c:pt>
                <c:pt idx="450">
                  <c:v>956.01396754653501</c:v>
                </c:pt>
                <c:pt idx="451">
                  <c:v>956.57364277461284</c:v>
                </c:pt>
                <c:pt idx="452">
                  <c:v>957.13124041178537</c:v>
                </c:pt>
                <c:pt idx="453">
                  <c:v>957.68676817449978</c:v>
                </c:pt>
                <c:pt idx="454">
                  <c:v>958.24023375049467</c:v>
                </c:pt>
                <c:pt idx="455">
                  <c:v>958.79164479894109</c:v>
                </c:pt>
                <c:pt idx="456">
                  <c:v>959.34100895049903</c:v>
                </c:pt>
                <c:pt idx="457">
                  <c:v>959.88833380748918</c:v>
                </c:pt>
                <c:pt idx="458">
                  <c:v>960.43362694394273</c:v>
                </c:pt>
                <c:pt idx="459">
                  <c:v>960.97689590573441</c:v>
                </c:pt>
                <c:pt idx="460">
                  <c:v>961.51814821069263</c:v>
                </c:pt>
                <c:pt idx="461">
                  <c:v>962.05739134866212</c:v>
                </c:pt>
                <c:pt idx="462">
                  <c:v>962.59463278167084</c:v>
                </c:pt>
                <c:pt idx="463">
                  <c:v>963.12987994398657</c:v>
                </c:pt>
                <c:pt idx="464">
                  <c:v>963.6631402422355</c:v>
                </c:pt>
                <c:pt idx="465">
                  <c:v>964.19442105552264</c:v>
                </c:pt>
                <c:pt idx="466">
                  <c:v>964.72372973548795</c:v>
                </c:pt>
                <c:pt idx="467">
                  <c:v>965.25107360646018</c:v>
                </c:pt>
                <c:pt idx="468">
                  <c:v>965.77645996552712</c:v>
                </c:pt>
                <c:pt idx="469">
                  <c:v>966.29989608265885</c:v>
                </c:pt>
                <c:pt idx="470">
                  <c:v>966.82138920076511</c:v>
                </c:pt>
                <c:pt idx="471">
                  <c:v>967.34094653587579</c:v>
                </c:pt>
                <c:pt idx="472">
                  <c:v>967.85857527713938</c:v>
                </c:pt>
                <c:pt idx="473">
                  <c:v>968.37428258701436</c:v>
                </c:pt>
                <c:pt idx="474">
                  <c:v>968.88807560131454</c:v>
                </c:pt>
                <c:pt idx="475">
                  <c:v>969.39996142932728</c:v>
                </c:pt>
                <c:pt idx="476">
                  <c:v>969.90994715391685</c:v>
                </c:pt>
                <c:pt idx="477">
                  <c:v>970.41803983161537</c:v>
                </c:pt>
                <c:pt idx="478">
                  <c:v>970.92424649270117</c:v>
                </c:pt>
                <c:pt idx="479">
                  <c:v>971.42857414132334</c:v>
                </c:pt>
                <c:pt idx="480">
                  <c:v>971.93102975563136</c:v>
                </c:pt>
                <c:pt idx="481">
                  <c:v>972.43162028777658</c:v>
                </c:pt>
                <c:pt idx="482">
                  <c:v>972.93035266409845</c:v>
                </c:pt>
                <c:pt idx="483">
                  <c:v>973.42723378518076</c:v>
                </c:pt>
                <c:pt idx="484">
                  <c:v>973.92227052593671</c:v>
                </c:pt>
                <c:pt idx="485">
                  <c:v>974.41546973576339</c:v>
                </c:pt>
                <c:pt idx="486">
                  <c:v>974.90683823855602</c:v>
                </c:pt>
                <c:pt idx="487">
                  <c:v>975.39638283287081</c:v>
                </c:pt>
                <c:pt idx="488">
                  <c:v>975.88411029197152</c:v>
                </c:pt>
                <c:pt idx="489">
                  <c:v>976.37002736394925</c:v>
                </c:pt>
                <c:pt idx="490">
                  <c:v>976.85414077181383</c:v>
                </c:pt>
                <c:pt idx="491">
                  <c:v>977.33645721357459</c:v>
                </c:pt>
                <c:pt idx="492">
                  <c:v>977.816983362359</c:v>
                </c:pt>
                <c:pt idx="493">
                  <c:v>978.29572586649488</c:v>
                </c:pt>
                <c:pt idx="494">
                  <c:v>978.77269134954486</c:v>
                </c:pt>
                <c:pt idx="495">
                  <c:v>979.24788641052544</c:v>
                </c:pt>
                <c:pt idx="496">
                  <c:v>979.72131762386925</c:v>
                </c:pt>
                <c:pt idx="497">
                  <c:v>980.19299153960173</c:v>
                </c:pt>
                <c:pt idx="498">
                  <c:v>980.66291468336874</c:v>
                </c:pt>
                <c:pt idx="499">
                  <c:v>981.1310935565964</c:v>
                </c:pt>
                <c:pt idx="500">
                  <c:v>981.59753463652953</c:v>
                </c:pt>
                <c:pt idx="501">
                  <c:v>982.0622443763192</c:v>
                </c:pt>
                <c:pt idx="502">
                  <c:v>982.5252292051706</c:v>
                </c:pt>
                <c:pt idx="503">
                  <c:v>982.9864955283598</c:v>
                </c:pt>
                <c:pt idx="504">
                  <c:v>983.44604972735442</c:v>
                </c:pt>
                <c:pt idx="505">
                  <c:v>983.90389815991591</c:v>
                </c:pt>
                <c:pt idx="506">
                  <c:v>984.36004716019056</c:v>
                </c:pt>
                <c:pt idx="507">
                  <c:v>984.81450303875829</c:v>
                </c:pt>
                <c:pt idx="508">
                  <c:v>985.26727208274326</c:v>
                </c:pt>
                <c:pt idx="509">
                  <c:v>985.71836055590325</c:v>
                </c:pt>
                <c:pt idx="510">
                  <c:v>986.16777469872864</c:v>
                </c:pt>
                <c:pt idx="511">
                  <c:v>986.61552072850668</c:v>
                </c:pt>
                <c:pt idx="512">
                  <c:v>987.0616048394171</c:v>
                </c:pt>
                <c:pt idx="513">
                  <c:v>987.50603320262417</c:v>
                </c:pt>
                <c:pt idx="514">
                  <c:v>987.94881196633764</c:v>
                </c:pt>
                <c:pt idx="515">
                  <c:v>988.38994725593921</c:v>
                </c:pt>
                <c:pt idx="516">
                  <c:v>988.82944517404815</c:v>
                </c:pt>
                <c:pt idx="517">
                  <c:v>989.26731180057629</c:v>
                </c:pt>
                <c:pt idx="518">
                  <c:v>989.70355319285909</c:v>
                </c:pt>
                <c:pt idx="519">
                  <c:v>990.1381753857205</c:v>
                </c:pt>
                <c:pt idx="520">
                  <c:v>990.57118439153874</c:v>
                </c:pt>
                <c:pt idx="521">
                  <c:v>991.00258620038289</c:v>
                </c:pt>
                <c:pt idx="522">
                  <c:v>991.43238678002206</c:v>
                </c:pt>
                <c:pt idx="523">
                  <c:v>991.86059207606115</c:v>
                </c:pt>
                <c:pt idx="524">
                  <c:v>992.28720801201246</c:v>
                </c:pt>
                <c:pt idx="525">
                  <c:v>992.71224048938234</c:v>
                </c:pt>
                <c:pt idx="526">
                  <c:v>993.13569538772856</c:v>
                </c:pt>
                <c:pt idx="527">
                  <c:v>993.55757856477521</c:v>
                </c:pt>
                <c:pt idx="528">
                  <c:v>993.97789585646456</c:v>
                </c:pt>
                <c:pt idx="529">
                  <c:v>994.39665307704774</c:v>
                </c:pt>
                <c:pt idx="530">
                  <c:v>994.81385601919192</c:v>
                </c:pt>
                <c:pt idx="531">
                  <c:v>995.22951045400418</c:v>
                </c:pt>
                <c:pt idx="532">
                  <c:v>995.64362213118511</c:v>
                </c:pt>
                <c:pt idx="533">
                  <c:v>996.05619677903678</c:v>
                </c:pt>
                <c:pt idx="534">
                  <c:v>996.46724010457854</c:v>
                </c:pt>
                <c:pt idx="535">
                  <c:v>996.87675779364599</c:v>
                </c:pt>
                <c:pt idx="536">
                  <c:v>997.28475551091401</c:v>
                </c:pt>
                <c:pt idx="537">
                  <c:v>997.69123890002561</c:v>
                </c:pt>
                <c:pt idx="538">
                  <c:v>998.09621358365484</c:v>
                </c:pt>
                <c:pt idx="539">
                  <c:v>998.4996851635766</c:v>
                </c:pt>
                <c:pt idx="540">
                  <c:v>998.90165922073766</c:v>
                </c:pt>
                <c:pt idx="541">
                  <c:v>999.30214131536786</c:v>
                </c:pt>
                <c:pt idx="542">
                  <c:v>999.70113698702062</c:v>
                </c:pt>
                <c:pt idx="543">
                  <c:v>1000.0986517546746</c:v>
                </c:pt>
                <c:pt idx="544">
                  <c:v>1000.4946911167904</c:v>
                </c:pt>
                <c:pt idx="545">
                  <c:v>1000.8892605514255</c:v>
                </c:pt>
                <c:pt idx="546">
                  <c:v>1001.282365516228</c:v>
                </c:pt>
                <c:pt idx="547">
                  <c:v>1001.6740114486151</c:v>
                </c:pt>
                <c:pt idx="548">
                  <c:v>1002.064203765785</c:v>
                </c:pt>
                <c:pt idx="549">
                  <c:v>1002.4529478648008</c:v>
                </c:pt>
                <c:pt idx="550">
                  <c:v>1002.8402491226819</c:v>
                </c:pt>
                <c:pt idx="551">
                  <c:v>1003.2261128964583</c:v>
                </c:pt>
                <c:pt idx="552">
                  <c:v>1003.6105445232464</c:v>
                </c:pt>
                <c:pt idx="553">
                  <c:v>1003.9935493203723</c:v>
                </c:pt>
                <c:pt idx="554">
                  <c:v>1004.3751325853698</c:v>
                </c:pt>
                <c:pt idx="555">
                  <c:v>1004.7552995960845</c:v>
                </c:pt>
                <c:pt idx="556">
                  <c:v>1005.1340556107745</c:v>
                </c:pt>
                <c:pt idx="557">
                  <c:v>1005.5114058681463</c:v>
                </c:pt>
                <c:pt idx="558">
                  <c:v>1005.8873555874573</c:v>
                </c:pt>
                <c:pt idx="559">
                  <c:v>1006.2619099685411</c:v>
                </c:pt>
                <c:pt idx="560">
                  <c:v>1006.635074191952</c:v>
                </c:pt>
                <c:pt idx="561">
                  <c:v>1007.0068534189516</c:v>
                </c:pt>
                <c:pt idx="562">
                  <c:v>1007.3772527916815</c:v>
                </c:pt>
                <c:pt idx="563">
                  <c:v>1007.7462774331171</c:v>
                </c:pt>
                <c:pt idx="564">
                  <c:v>1008.1139324472537</c:v>
                </c:pt>
                <c:pt idx="565">
                  <c:v>1008.4802229190749</c:v>
                </c:pt>
                <c:pt idx="566">
                  <c:v>1008.8451539147234</c:v>
                </c:pt>
                <c:pt idx="567">
                  <c:v>1009.2087304814626</c:v>
                </c:pt>
                <c:pt idx="568">
                  <c:v>1009.5709576478428</c:v>
                </c:pt>
                <c:pt idx="569">
                  <c:v>1009.9318404237301</c:v>
                </c:pt>
                <c:pt idx="570">
                  <c:v>1010.2913838003665</c:v>
                </c:pt>
                <c:pt idx="571">
                  <c:v>1010.6495927504449</c:v>
                </c:pt>
                <c:pt idx="572">
                  <c:v>1011.0064722281995</c:v>
                </c:pt>
                <c:pt idx="573">
                  <c:v>1011.3620271694449</c:v>
                </c:pt>
                <c:pt idx="574">
                  <c:v>1011.7162624916824</c:v>
                </c:pt>
                <c:pt idx="575">
                  <c:v>1012.069183094097</c:v>
                </c:pt>
                <c:pt idx="576">
                  <c:v>1012.4207938577207</c:v>
                </c:pt>
                <c:pt idx="577">
                  <c:v>1012.7710996454306</c:v>
                </c:pt>
                <c:pt idx="578">
                  <c:v>1013.1201053020333</c:v>
                </c:pt>
                <c:pt idx="579">
                  <c:v>1013.4678156543428</c:v>
                </c:pt>
                <c:pt idx="580">
                  <c:v>1013.8142355112527</c:v>
                </c:pt>
                <c:pt idx="581">
                  <c:v>1014.1593696637757</c:v>
                </c:pt>
                <c:pt idx="582">
                  <c:v>1014.5032228851084</c:v>
                </c:pt>
                <c:pt idx="583">
                  <c:v>1014.8457999307724</c:v>
                </c:pt>
                <c:pt idx="584">
                  <c:v>1015.1871055385701</c:v>
                </c:pt>
                <c:pt idx="585">
                  <c:v>1015.5271444287051</c:v>
                </c:pt>
                <c:pt idx="586">
                  <c:v>1015.865921303881</c:v>
                </c:pt>
                <c:pt idx="587">
                  <c:v>1016.2034408493113</c:v>
                </c:pt>
                <c:pt idx="588">
                  <c:v>1016.539707732787</c:v>
                </c:pt>
                <c:pt idx="589">
                  <c:v>1016.8747266047975</c:v>
                </c:pt>
                <c:pt idx="590">
                  <c:v>1017.2085020985057</c:v>
                </c:pt>
                <c:pt idx="591">
                  <c:v>1017.5410388299246</c:v>
                </c:pt>
                <c:pt idx="592">
                  <c:v>1017.8723413978665</c:v>
                </c:pt>
                <c:pt idx="593">
                  <c:v>1018.202414384096</c:v>
                </c:pt>
                <c:pt idx="594">
                  <c:v>1018.5312623533201</c:v>
                </c:pt>
                <c:pt idx="595">
                  <c:v>1018.8588898533268</c:v>
                </c:pt>
                <c:pt idx="596">
                  <c:v>1019.1853014149873</c:v>
                </c:pt>
                <c:pt idx="597">
                  <c:v>1019.5105015523524</c:v>
                </c:pt>
                <c:pt idx="598">
                  <c:v>1019.8344947626924</c:v>
                </c:pt>
                <c:pt idx="599">
                  <c:v>1020.1572855265979</c:v>
                </c:pt>
                <c:pt idx="600">
                  <c:v>1020.4788783079765</c:v>
                </c:pt>
                <c:pt idx="601">
                  <c:v>1020.7992775541899</c:v>
                </c:pt>
                <c:pt idx="602">
                  <c:v>1021.1184876960695</c:v>
                </c:pt>
                <c:pt idx="603">
                  <c:v>1021.4365131479628</c:v>
                </c:pt>
                <c:pt idx="604">
                  <c:v>1021.7533583078654</c:v>
                </c:pt>
                <c:pt idx="605">
                  <c:v>1022.0690275573854</c:v>
                </c:pt>
                <c:pt idx="606">
                  <c:v>1022.3835252619012</c:v>
                </c:pt>
                <c:pt idx="607">
                  <c:v>1022.6968557705362</c:v>
                </c:pt>
                <c:pt idx="608">
                  <c:v>1023.0090234162986</c:v>
                </c:pt>
                <c:pt idx="609">
                  <c:v>1023.3200325160659</c:v>
                </c:pt>
                <c:pt idx="610">
                  <c:v>1023.629887370697</c:v>
                </c:pt>
                <c:pt idx="611">
                  <c:v>1023.938592265083</c:v>
                </c:pt>
                <c:pt idx="612">
                  <c:v>1024.2461514681911</c:v>
                </c:pt>
                <c:pt idx="613">
                  <c:v>1024.5525692331153</c:v>
                </c:pt>
                <c:pt idx="614">
                  <c:v>1024.8578497971885</c:v>
                </c:pt>
                <c:pt idx="615">
                  <c:v>1025.1619973819643</c:v>
                </c:pt>
                <c:pt idx="616">
                  <c:v>1025.4650161933414</c:v>
                </c:pt>
                <c:pt idx="617">
                  <c:v>1025.7669104215875</c:v>
                </c:pt>
                <c:pt idx="618">
                  <c:v>1026.0676842414236</c:v>
                </c:pt>
                <c:pt idx="619">
                  <c:v>1026.3673418120245</c:v>
                </c:pt>
                <c:pt idx="620">
                  <c:v>1026.6658872771554</c:v>
                </c:pt>
                <c:pt idx="621">
                  <c:v>1026.9633247651786</c:v>
                </c:pt>
                <c:pt idx="622">
                  <c:v>1027.2596583891113</c:v>
                </c:pt>
                <c:pt idx="623">
                  <c:v>1027.554892246704</c:v>
                </c:pt>
                <c:pt idx="624">
                  <c:v>1027.84903042049</c:v>
                </c:pt>
                <c:pt idx="625">
                  <c:v>1028.1420769778499</c:v>
                </c:pt>
                <c:pt idx="626">
                  <c:v>1028.434035971012</c:v>
                </c:pt>
                <c:pt idx="627">
                  <c:v>1028.7249114371946</c:v>
                </c:pt>
                <c:pt idx="628">
                  <c:v>1029.0147073986063</c:v>
                </c:pt>
                <c:pt idx="629">
                  <c:v>1029.3034278625389</c:v>
                </c:pt>
                <c:pt idx="630">
                  <c:v>1029.5910768213712</c:v>
                </c:pt>
                <c:pt idx="631">
                  <c:v>1029.8776582526737</c:v>
                </c:pt>
                <c:pt idx="632">
                  <c:v>1030.16317611921</c:v>
                </c:pt>
                <c:pt idx="633">
                  <c:v>1030.4476343690696</c:v>
                </c:pt>
                <c:pt idx="634">
                  <c:v>1030.7310369356674</c:v>
                </c:pt>
                <c:pt idx="635">
                  <c:v>1031.0133877377807</c:v>
                </c:pt>
                <c:pt idx="636">
                  <c:v>1031.2946906796631</c:v>
                </c:pt>
                <c:pt idx="637">
                  <c:v>1031.5749496510477</c:v>
                </c:pt>
                <c:pt idx="638">
                  <c:v>1031.8541685272639</c:v>
                </c:pt>
                <c:pt idx="639">
                  <c:v>1032.132351169168</c:v>
                </c:pt>
                <c:pt idx="640">
                  <c:v>1032.4095014233667</c:v>
                </c:pt>
                <c:pt idx="641">
                  <c:v>1032.6856231221034</c:v>
                </c:pt>
                <c:pt idx="642">
                  <c:v>1032.9607200834375</c:v>
                </c:pt>
                <c:pt idx="643">
                  <c:v>1033.2347961112496</c:v>
                </c:pt>
                <c:pt idx="644">
                  <c:v>1033.5078549952489</c:v>
                </c:pt>
                <c:pt idx="645">
                  <c:v>1033.7799005111219</c:v>
                </c:pt>
                <c:pt idx="646">
                  <c:v>1034.050936420497</c:v>
                </c:pt>
                <c:pt idx="647">
                  <c:v>1034.3209664710635</c:v>
                </c:pt>
                <c:pt idx="648">
                  <c:v>1034.5899943965426</c:v>
                </c:pt>
                <c:pt idx="649">
                  <c:v>1034.8580239168284</c:v>
                </c:pt>
                <c:pt idx="650">
                  <c:v>1035.1250587380086</c:v>
                </c:pt>
                <c:pt idx="651">
                  <c:v>1035.3911025523819</c:v>
                </c:pt>
                <c:pt idx="652">
                  <c:v>1035.6561590385397</c:v>
                </c:pt>
                <c:pt idx="653">
                  <c:v>1035.9202318614189</c:v>
                </c:pt>
                <c:pt idx="654">
                  <c:v>1036.1833246723297</c:v>
                </c:pt>
                <c:pt idx="655">
                  <c:v>1036.4454411090355</c:v>
                </c:pt>
                <c:pt idx="656">
                  <c:v>1036.7065847958097</c:v>
                </c:pt>
                <c:pt idx="657">
                  <c:v>1036.9667593434331</c:v>
                </c:pt>
                <c:pt idx="658">
                  <c:v>1037.2259683492809</c:v>
                </c:pt>
                <c:pt idx="659">
                  <c:v>1037.4842153973764</c:v>
                </c:pt>
                <c:pt idx="660">
                  <c:v>1037.7415040584535</c:v>
                </c:pt>
                <c:pt idx="661">
                  <c:v>1037.9978378899484</c:v>
                </c:pt>
                <c:pt idx="662">
                  <c:v>1038.2532204360937</c:v>
                </c:pt>
                <c:pt idx="663">
                  <c:v>1038.507655227995</c:v>
                </c:pt>
                <c:pt idx="664">
                  <c:v>1038.7611457836003</c:v>
                </c:pt>
                <c:pt idx="665">
                  <c:v>1039.0136956078159</c:v>
                </c:pt>
                <c:pt idx="666">
                  <c:v>1039.2653081925325</c:v>
                </c:pt>
                <c:pt idx="667">
                  <c:v>1039.5159870166754</c:v>
                </c:pt>
                <c:pt idx="668">
                  <c:v>1039.7657355462227</c:v>
                </c:pt>
                <c:pt idx="669">
                  <c:v>1040.0145572343199</c:v>
                </c:pt>
                <c:pt idx="670">
                  <c:v>1040.2624555212797</c:v>
                </c:pt>
                <c:pt idx="671">
                  <c:v>1040.5094338346116</c:v>
                </c:pt>
                <c:pt idx="672">
                  <c:v>1040.7554955891294</c:v>
                </c:pt>
                <c:pt idx="673">
                  <c:v>1041.0006441869534</c:v>
                </c:pt>
                <c:pt idx="674">
                  <c:v>1041.2448830175695</c:v>
                </c:pt>
                <c:pt idx="675">
                  <c:v>1041.4882154578725</c:v>
                </c:pt>
                <c:pt idx="676">
                  <c:v>1041.7306448722263</c:v>
                </c:pt>
                <c:pt idx="677">
                  <c:v>1041.9721746125026</c:v>
                </c:pt>
                <c:pt idx="678">
                  <c:v>1042.2128080181203</c:v>
                </c:pt>
                <c:pt idx="679">
                  <c:v>1042.4525484160872</c:v>
                </c:pt>
                <c:pt idx="680">
                  <c:v>1042.6913991210754</c:v>
                </c:pt>
                <c:pt idx="681">
                  <c:v>1042.9293634354526</c:v>
                </c:pt>
                <c:pt idx="682">
                  <c:v>1043.166444649291</c:v>
                </c:pt>
                <c:pt idx="683">
                  <c:v>1043.4026460404687</c:v>
                </c:pt>
                <c:pt idx="684">
                  <c:v>1043.6379708747052</c:v>
                </c:pt>
                <c:pt idx="685">
                  <c:v>1043.8724224055718</c:v>
                </c:pt>
                <c:pt idx="686">
                  <c:v>1044.1060038745445</c:v>
                </c:pt>
                <c:pt idx="687">
                  <c:v>1044.3387185111069</c:v>
                </c:pt>
                <c:pt idx="688">
                  <c:v>1044.5705695327224</c:v>
                </c:pt>
                <c:pt idx="689">
                  <c:v>1044.8015601448874</c:v>
                </c:pt>
                <c:pt idx="690">
                  <c:v>1045.0316935412461</c:v>
                </c:pt>
                <c:pt idx="691">
                  <c:v>1045.2609729035378</c:v>
                </c:pt>
                <c:pt idx="692">
                  <c:v>1045.4894014017075</c:v>
                </c:pt>
                <c:pt idx="693">
                  <c:v>1045.7169821939481</c:v>
                </c:pt>
                <c:pt idx="694">
                  <c:v>1045.9437184266731</c:v>
                </c:pt>
                <c:pt idx="695">
                  <c:v>1046.1696132346508</c:v>
                </c:pt>
                <c:pt idx="696">
                  <c:v>1046.3946697410231</c:v>
                </c:pt>
                <c:pt idx="697">
                  <c:v>1046.6188910572955</c:v>
                </c:pt>
                <c:pt idx="698">
                  <c:v>1046.8422802834496</c:v>
                </c:pt>
                <c:pt idx="699">
                  <c:v>1047.0648405079301</c:v>
                </c:pt>
                <c:pt idx="700">
                  <c:v>1047.2865748077525</c:v>
                </c:pt>
                <c:pt idx="701">
                  <c:v>1047.5074862484528</c:v>
                </c:pt>
                <c:pt idx="702">
                  <c:v>1047.7275778842472</c:v>
                </c:pt>
                <c:pt idx="703">
                  <c:v>1047.9468527579661</c:v>
                </c:pt>
                <c:pt idx="704">
                  <c:v>1048.1653139011396</c:v>
                </c:pt>
                <c:pt idx="705">
                  <c:v>1048.382964334078</c:v>
                </c:pt>
                <c:pt idx="706">
                  <c:v>1048.5998070658568</c:v>
                </c:pt>
                <c:pt idx="707">
                  <c:v>1048.815845094352</c:v>
                </c:pt>
                <c:pt idx="708">
                  <c:v>1049.0310814063555</c:v>
                </c:pt>
                <c:pt idx="709">
                  <c:v>1049.2455189775367</c:v>
                </c:pt>
                <c:pt idx="710">
                  <c:v>1049.4591607725376</c:v>
                </c:pt>
                <c:pt idx="711">
                  <c:v>1049.6720097449663</c:v>
                </c:pt>
                <c:pt idx="712">
                  <c:v>1049.8840688374844</c:v>
                </c:pt>
                <c:pt idx="713">
                  <c:v>1050.0953409818212</c:v>
                </c:pt>
                <c:pt idx="714">
                  <c:v>1050.3058290988208</c:v>
                </c:pt>
                <c:pt idx="715">
                  <c:v>1050.5155360985018</c:v>
                </c:pt>
                <c:pt idx="716">
                  <c:v>1050.7244648800263</c:v>
                </c:pt>
                <c:pt idx="717">
                  <c:v>1050.9326183318412</c:v>
                </c:pt>
                <c:pt idx="718">
                  <c:v>1051.1399993316547</c:v>
                </c:pt>
                <c:pt idx="719">
                  <c:v>1051.3466107464922</c:v>
                </c:pt>
                <c:pt idx="720">
                  <c:v>1051.5524554327101</c:v>
                </c:pt>
                <c:pt idx="721">
                  <c:v>1051.5393645501413</c:v>
                </c:pt>
                <c:pt idx="722">
                  <c:v>1051.5271624249494</c:v>
                </c:pt>
                <c:pt idx="723">
                  <c:v>1051.5158624322573</c:v>
                </c:pt>
                <c:pt idx="724">
                  <c:v>1051.5054699809482</c:v>
                </c:pt>
                <c:pt idx="725">
                  <c:v>1051.4959855727802</c:v>
                </c:pt>
                <c:pt idx="726">
                  <c:v>1051.4874066235443</c:v>
                </c:pt>
                <c:pt idx="727">
                  <c:v>1051.4797285649468</c:v>
                </c:pt>
                <c:pt idx="728">
                  <c:v>1051.4729455242152</c:v>
                </c:pt>
                <c:pt idx="729">
                  <c:v>1051.46705075209</c:v>
                </c:pt>
                <c:pt idx="730">
                  <c:v>1051.4620368985152</c:v>
                </c:pt>
                <c:pt idx="731">
                  <c:v>1051.457896194815</c:v>
                </c:pt>
                <c:pt idx="732">
                  <c:v>1051.4546205770814</c:v>
                </c:pt>
                <c:pt idx="733">
                  <c:v>1051.4522017719148</c:v>
                </c:pt>
                <c:pt idx="734">
                  <c:v>1051.4506313575457</c:v>
                </c:pt>
                <c:pt idx="735">
                  <c:v>1051.4499008084686</c:v>
                </c:pt>
                <c:pt idx="736">
                  <c:v>1051.4500015286865</c:v>
                </c:pt>
                <c:pt idx="737">
                  <c:v>1051.4509248771526</c:v>
                </c:pt>
                <c:pt idx="738">
                  <c:v>1051.4526621873877</c:v>
                </c:pt>
                <c:pt idx="739">
                  <c:v>1051.4552047829907</c:v>
                </c:pt>
                <c:pt idx="740">
                  <c:v>1051.4585439899631</c:v>
                </c:pt>
                <c:pt idx="741">
                  <c:v>1051.4626711467902</c:v>
                </c:pt>
                <c:pt idx="742">
                  <c:v>1051.4675776125316</c:v>
                </c:pt>
                <c:pt idx="743">
                  <c:v>1051.4718344877956</c:v>
                </c:pt>
                <c:pt idx="744">
                  <c:v>1051.4754561409779</c:v>
                </c:pt>
                <c:pt idx="745">
                  <c:v>1051.4784566997664</c:v>
                </c:pt>
                <c:pt idx="746">
                  <c:v>1051.4808500580059</c:v>
                </c:pt>
                <c:pt idx="747">
                  <c:v>1051.4826498820105</c:v>
                </c:pt>
                <c:pt idx="748">
                  <c:v>1051.4838696162499</c:v>
                </c:pt>
                <c:pt idx="749">
                  <c:v>1051.4845224886947</c:v>
                </c:pt>
                <c:pt idx="750">
                  <c:v>1051.4846215156431</c:v>
                </c:pt>
                <c:pt idx="751">
                  <c:v>1051.4841795063469</c:v>
                </c:pt>
                <c:pt idx="752">
                  <c:v>1051.483209067181</c:v>
                </c:pt>
                <c:pt idx="753">
                  <c:v>1051.4817226057635</c:v>
                </c:pt>
                <c:pt idx="754">
                  <c:v>1051.4797323346766</c:v>
                </c:pt>
                <c:pt idx="755">
                  <c:v>1051.4772502751212</c:v>
                </c:pt>
                <c:pt idx="756">
                  <c:v>1051.4742882603603</c:v>
                </c:pt>
                <c:pt idx="757">
                  <c:v>1051.4708579389192</c:v>
                </c:pt>
                <c:pt idx="758">
                  <c:v>1051.4669707778446</c:v>
                </c:pt>
                <c:pt idx="759">
                  <c:v>1051.4626380656205</c:v>
                </c:pt>
                <c:pt idx="760">
                  <c:v>1051.457870915192</c:v>
                </c:pt>
                <c:pt idx="761">
                  <c:v>1051.4526802666583</c:v>
                </c:pt>
                <c:pt idx="762">
                  <c:v>1051.447076890079</c:v>
                </c:pt>
                <c:pt idx="763">
                  <c:v>1051.4410713880782</c:v>
                </c:pt>
                <c:pt idx="764">
                  <c:v>1051.434674198365</c:v>
                </c:pt>
                <c:pt idx="765">
                  <c:v>1051.4278898598618</c:v>
                </c:pt>
                <c:pt idx="766">
                  <c:v>1051.4207228905027</c:v>
                </c:pt>
                <c:pt idx="767">
                  <c:v>1051.4131777874009</c:v>
                </c:pt>
                <c:pt idx="768">
                  <c:v>1051.4052590268757</c:v>
                </c:pt>
                <c:pt idx="769">
                  <c:v>1051.3969710645565</c:v>
                </c:pt>
                <c:pt idx="770">
                  <c:v>1051.3883183353967</c:v>
                </c:pt>
                <c:pt idx="771">
                  <c:v>1051.3793052537067</c:v>
                </c:pt>
                <c:pt idx="772">
                  <c:v>1051.3699362131003</c:v>
                </c:pt>
                <c:pt idx="773">
                  <c:v>1051.360215586569</c:v>
                </c:pt>
                <c:pt idx="774">
                  <c:v>1051.3501477263676</c:v>
                </c:pt>
                <c:pt idx="775">
                  <c:v>1051.3397369640211</c:v>
                </c:pt>
                <c:pt idx="776">
                  <c:v>1051.3289876102745</c:v>
                </c:pt>
                <c:pt idx="777">
                  <c:v>1051.317903955025</c:v>
                </c:pt>
                <c:pt idx="778">
                  <c:v>1051.3064902672709</c:v>
                </c:pt>
                <c:pt idx="779">
                  <c:v>1051.2947507950398</c:v>
                </c:pt>
                <c:pt idx="780">
                  <c:v>1051.2826897652844</c:v>
                </c:pt>
                <c:pt idx="781">
                  <c:v>1051.27031138384</c:v>
                </c:pt>
                <c:pt idx="782">
                  <c:v>1051.2576198353529</c:v>
                </c:pt>
                <c:pt idx="783">
                  <c:v>1051.2446192831492</c:v>
                </c:pt>
                <c:pt idx="784">
                  <c:v>1051.2313138691918</c:v>
                </c:pt>
                <c:pt idx="785">
                  <c:v>1051.2177077139279</c:v>
                </c:pt>
                <c:pt idx="786">
                  <c:v>1051.2038049163052</c:v>
                </c:pt>
                <c:pt idx="787">
                  <c:v>1051.1896095303925</c:v>
                </c:pt>
                <c:pt idx="788">
                  <c:v>1051.1751255661488</c:v>
                </c:pt>
                <c:pt idx="789">
                  <c:v>1051.160356989946</c:v>
                </c:pt>
                <c:pt idx="790">
                  <c:v>1051.1453077253309</c:v>
                </c:pt>
                <c:pt idx="791">
                  <c:v>1051.129981653509</c:v>
                </c:pt>
                <c:pt idx="792">
                  <c:v>1051.1143826140642</c:v>
                </c:pt>
                <c:pt idx="793">
                  <c:v>1051.0985144054357</c:v>
                </c:pt>
                <c:pt idx="794">
                  <c:v>1051.0823807855968</c:v>
                </c:pt>
                <c:pt idx="795">
                  <c:v>1051.0659854725218</c:v>
                </c:pt>
                <c:pt idx="796">
                  <c:v>1051.0493321448103</c:v>
                </c:pt>
                <c:pt idx="797">
                  <c:v>1051.0324244422022</c:v>
                </c:pt>
                <c:pt idx="798">
                  <c:v>1051.0152659660989</c:v>
                </c:pt>
                <c:pt idx="799">
                  <c:v>1050.9978602800938</c:v>
                </c:pt>
                <c:pt idx="800">
                  <c:v>1050.9802109104578</c:v>
                </c:pt>
                <c:pt idx="801">
                  <c:v>1050.9623213466805</c:v>
                </c:pt>
                <c:pt idx="802">
                  <c:v>1050.9441950419257</c:v>
                </c:pt>
                <c:pt idx="803">
                  <c:v>1050.9258354135081</c:v>
                </c:pt>
                <c:pt idx="804">
                  <c:v>1050.9072458433777</c:v>
                </c:pt>
                <c:pt idx="805">
                  <c:v>1050.8884296785823</c:v>
                </c:pt>
                <c:pt idx="806">
                  <c:v>1050.869390231722</c:v>
                </c:pt>
                <c:pt idx="807">
                  <c:v>1050.8501307813656</c:v>
                </c:pt>
                <c:pt idx="808">
                  <c:v>1050.8306545725306</c:v>
                </c:pt>
                <c:pt idx="809">
                  <c:v>1050.8109648169752</c:v>
                </c:pt>
                <c:pt idx="810">
                  <c:v>1050.7910646935493</c:v>
                </c:pt>
                <c:pt idx="811">
                  <c:v>1050.7709573485449</c:v>
                </c:pt>
                <c:pt idx="812">
                  <c:v>1050.7506458959429</c:v>
                </c:pt>
                <c:pt idx="813">
                  <c:v>1050.7301334178198</c:v>
                </c:pt>
                <c:pt idx="814">
                  <c:v>1050.7094229646116</c:v>
                </c:pt>
                <c:pt idx="815">
                  <c:v>1050.6885175554578</c:v>
                </c:pt>
                <c:pt idx="816">
                  <c:v>1050.6674201784494</c:v>
                </c:pt>
                <c:pt idx="817">
                  <c:v>1050.6461337909975</c:v>
                </c:pt>
                <c:pt idx="818">
                  <c:v>1050.6246613201215</c:v>
                </c:pt>
                <c:pt idx="819">
                  <c:v>1050.6030056627285</c:v>
                </c:pt>
                <c:pt idx="820">
                  <c:v>1050.5811696858962</c:v>
                </c:pt>
                <c:pt idx="821">
                  <c:v>1050.5591562272139</c:v>
                </c:pt>
                <c:pt idx="822">
                  <c:v>1050.5369680950271</c:v>
                </c:pt>
                <c:pt idx="823">
                  <c:v>1050.5146080687459</c:v>
                </c:pt>
                <c:pt idx="824">
                  <c:v>1050.4920788991042</c:v>
                </c:pt>
                <c:pt idx="825">
                  <c:v>1050.4693833084882</c:v>
                </c:pt>
                <c:pt idx="826">
                  <c:v>1050.4465239911374</c:v>
                </c:pt>
                <c:pt idx="827">
                  <c:v>1050.4235036134874</c:v>
                </c:pt>
                <c:pt idx="828">
                  <c:v>1050.4003248144145</c:v>
                </c:pt>
                <c:pt idx="829">
                  <c:v>1050.3769902054971</c:v>
                </c:pt>
                <c:pt idx="830">
                  <c:v>1050.3535023713002</c:v>
                </c:pt>
                <c:pt idx="831">
                  <c:v>1050.3298638696281</c:v>
                </c:pt>
                <c:pt idx="832">
                  <c:v>1050.3060772317626</c:v>
                </c:pt>
                <c:pt idx="833">
                  <c:v>1050.2821449627545</c:v>
                </c:pt>
                <c:pt idx="834">
                  <c:v>1050.2580695416636</c:v>
                </c:pt>
                <c:pt idx="835">
                  <c:v>1050.2338534218306</c:v>
                </c:pt>
                <c:pt idx="836">
                  <c:v>1050.2094990310779</c:v>
                </c:pt>
                <c:pt idx="837">
                  <c:v>1050.1850087719788</c:v>
                </c:pt>
                <c:pt idx="838">
                  <c:v>1050.1603850221275</c:v>
                </c:pt>
                <c:pt idx="839">
                  <c:v>1050.1356301343442</c:v>
                </c:pt>
                <c:pt idx="840">
                  <c:v>1050.1107464369322</c:v>
                </c:pt>
                <c:pt idx="841">
                  <c:v>1050.0857362338909</c:v>
                </c:pt>
                <c:pt idx="842">
                  <c:v>1050.0606018051835</c:v>
                </c:pt>
                <c:pt idx="843">
                  <c:v>1050.0353454069434</c:v>
                </c:pt>
                <c:pt idx="844">
                  <c:v>1050.0099692716788</c:v>
                </c:pt>
                <c:pt idx="845">
                  <c:v>1049.9844756085743</c:v>
                </c:pt>
                <c:pt idx="846">
                  <c:v>1049.9588666036375</c:v>
                </c:pt>
                <c:pt idx="847">
                  <c:v>1049.9331444199399</c:v>
                </c:pt>
                <c:pt idx="848">
                  <c:v>1049.9073111978678</c:v>
                </c:pt>
                <c:pt idx="849">
                  <c:v>1049.8813690552854</c:v>
                </c:pt>
                <c:pt idx="850">
                  <c:v>1049.8553200878084</c:v>
                </c:pt>
                <c:pt idx="851">
                  <c:v>1049.8291663689681</c:v>
                </c:pt>
                <c:pt idx="852">
                  <c:v>1049.8029099504402</c:v>
                </c:pt>
                <c:pt idx="853">
                  <c:v>1049.7765528622551</c:v>
                </c:pt>
                <c:pt idx="854">
                  <c:v>1049.7500971130062</c:v>
                </c:pt>
                <c:pt idx="855">
                  <c:v>1049.7235446900213</c:v>
                </c:pt>
                <c:pt idx="856">
                  <c:v>1049.6968975596144</c:v>
                </c:pt>
                <c:pt idx="857">
                  <c:v>1049.6701576672499</c:v>
                </c:pt>
                <c:pt idx="858">
                  <c:v>1049.6433269377465</c:v>
                </c:pt>
                <c:pt idx="859">
                  <c:v>1049.6164072754905</c:v>
                </c:pt>
                <c:pt idx="860">
                  <c:v>1049.5894005646032</c:v>
                </c:pt>
                <c:pt idx="861">
                  <c:v>1049.5623086691533</c:v>
                </c:pt>
                <c:pt idx="862">
                  <c:v>1049.5351334333168</c:v>
                </c:pt>
                <c:pt idx="863">
                  <c:v>1049.507876681628</c:v>
                </c:pt>
                <c:pt idx="864">
                  <c:v>1049.4805402190814</c:v>
                </c:pt>
                <c:pt idx="865">
                  <c:v>1049.4531258313748</c:v>
                </c:pt>
                <c:pt idx="866">
                  <c:v>1049.4256352850837</c:v>
                </c:pt>
                <c:pt idx="867">
                  <c:v>1049.3980703278262</c:v>
                </c:pt>
                <c:pt idx="868">
                  <c:v>1049.370432688447</c:v>
                </c:pt>
                <c:pt idx="869">
                  <c:v>1049.3427240772087</c:v>
                </c:pt>
                <c:pt idx="870">
                  <c:v>1049.3149461859316</c:v>
                </c:pt>
                <c:pt idx="871">
                  <c:v>1049.2871006882262</c:v>
                </c:pt>
                <c:pt idx="872">
                  <c:v>1049.2591892395992</c:v>
                </c:pt>
                <c:pt idx="873">
                  <c:v>1049.2312134776651</c:v>
                </c:pt>
                <c:pt idx="874">
                  <c:v>1049.2031750223261</c:v>
                </c:pt>
                <c:pt idx="875">
                  <c:v>1049.1750754758893</c:v>
                </c:pt>
                <c:pt idx="876">
                  <c:v>1049.1469164232708</c:v>
                </c:pt>
                <c:pt idx="877">
                  <c:v>1049.1186994321615</c:v>
                </c:pt>
                <c:pt idx="878">
                  <c:v>1049.0904260531754</c:v>
                </c:pt>
                <c:pt idx="879">
                  <c:v>1049.0620978200072</c:v>
                </c:pt>
                <c:pt idx="880">
                  <c:v>1049.0337162495932</c:v>
                </c:pt>
                <c:pt idx="881">
                  <c:v>1049.005282842309</c:v>
                </c:pt>
                <c:pt idx="882">
                  <c:v>1048.976799082028</c:v>
                </c:pt>
                <c:pt idx="883">
                  <c:v>1048.9482664364095</c:v>
                </c:pt>
                <c:pt idx="884">
                  <c:v>1048.9196863569464</c:v>
                </c:pt>
                <c:pt idx="885">
                  <c:v>1048.8910602791473</c:v>
                </c:pt>
                <c:pt idx="886">
                  <c:v>1048.8623896227155</c:v>
                </c:pt>
                <c:pt idx="887">
                  <c:v>1048.8336757916657</c:v>
                </c:pt>
                <c:pt idx="888">
                  <c:v>1048.804920174468</c:v>
                </c:pt>
                <c:pt idx="889">
                  <c:v>1048.7761241442261</c:v>
                </c:pt>
                <c:pt idx="890">
                  <c:v>1048.7472890588176</c:v>
                </c:pt>
                <c:pt idx="891">
                  <c:v>1048.7184162609881</c:v>
                </c:pt>
                <c:pt idx="892">
                  <c:v>1048.6895070785656</c:v>
                </c:pt>
                <c:pt idx="893">
                  <c:v>1048.6605628245459</c:v>
                </c:pt>
                <c:pt idx="894">
                  <c:v>1048.6315847972623</c:v>
                </c:pt>
                <c:pt idx="895">
                  <c:v>1048.6025742804882</c:v>
                </c:pt>
                <c:pt idx="896">
                  <c:v>1048.5735325436519</c:v>
                </c:pt>
                <c:pt idx="897">
                  <c:v>1048.5444608418738</c:v>
                </c:pt>
                <c:pt idx="898">
                  <c:v>1048.5153604161596</c:v>
                </c:pt>
                <c:pt idx="899">
                  <c:v>1048.4862324935527</c:v>
                </c:pt>
                <c:pt idx="900">
                  <c:v>1048.4570782871917</c:v>
                </c:pt>
                <c:pt idx="901">
                  <c:v>1048.4278989965071</c:v>
                </c:pt>
                <c:pt idx="902">
                  <c:v>1048.3986958073169</c:v>
                </c:pt>
                <c:pt idx="903">
                  <c:v>1048.3694698920081</c:v>
                </c:pt>
                <c:pt idx="904">
                  <c:v>1048.3402224095742</c:v>
                </c:pt>
                <c:pt idx="905">
                  <c:v>1048.3109545057985</c:v>
                </c:pt>
                <c:pt idx="906">
                  <c:v>1048.2816673134078</c:v>
                </c:pt>
                <c:pt idx="907">
                  <c:v>1048.2523619521096</c:v>
                </c:pt>
                <c:pt idx="908">
                  <c:v>1048.223039528812</c:v>
                </c:pt>
                <c:pt idx="909">
                  <c:v>1048.1937011376517</c:v>
                </c:pt>
                <c:pt idx="910">
                  <c:v>1048.1643478601948</c:v>
                </c:pt>
                <c:pt idx="911">
                  <c:v>1048.1349807655199</c:v>
                </c:pt>
                <c:pt idx="912">
                  <c:v>1048.1056009103145</c:v>
                </c:pt>
                <c:pt idx="913">
                  <c:v>1048.0762093390435</c:v>
                </c:pt>
                <c:pt idx="914">
                  <c:v>1048.0468070840232</c:v>
                </c:pt>
                <c:pt idx="915">
                  <c:v>1048.0173951655333</c:v>
                </c:pt>
                <c:pt idx="916">
                  <c:v>1047.987974592</c:v>
                </c:pt>
                <c:pt idx="917">
                  <c:v>1047.958546360019</c:v>
                </c:pt>
                <c:pt idx="918">
                  <c:v>1047.9291114545074</c:v>
                </c:pt>
                <c:pt idx="919">
                  <c:v>1047.8996708488119</c:v>
                </c:pt>
                <c:pt idx="920">
                  <c:v>1047.8702255048347</c:v>
                </c:pt>
                <c:pt idx="921">
                  <c:v>1047.8407763731316</c:v>
                </c:pt>
                <c:pt idx="922">
                  <c:v>1047.8113243929824</c:v>
                </c:pt>
                <c:pt idx="923">
                  <c:v>1047.7818704925726</c:v>
                </c:pt>
                <c:pt idx="924">
                  <c:v>1047.7524155890262</c:v>
                </c:pt>
                <c:pt idx="925">
                  <c:v>1047.7229605885716</c:v>
                </c:pt>
                <c:pt idx="926">
                  <c:v>1047.6935063865733</c:v>
                </c:pt>
                <c:pt idx="927">
                  <c:v>1047.6640538677223</c:v>
                </c:pt>
                <c:pt idx="928">
                  <c:v>1047.6346039060741</c:v>
                </c:pt>
                <c:pt idx="929">
                  <c:v>1047.6051573651694</c:v>
                </c:pt>
                <c:pt idx="930">
                  <c:v>1047.5757150981365</c:v>
                </c:pt>
                <c:pt idx="931">
                  <c:v>1047.5462779477932</c:v>
                </c:pt>
                <c:pt idx="932">
                  <c:v>1047.5168467467265</c:v>
                </c:pt>
                <c:pt idx="933">
                  <c:v>1047.4874223174272</c:v>
                </c:pt>
                <c:pt idx="934">
                  <c:v>1047.4580054723533</c:v>
                </c:pt>
                <c:pt idx="935">
                  <c:v>1047.4285970140131</c:v>
                </c:pt>
                <c:pt idx="936">
                  <c:v>1047.3991977351377</c:v>
                </c:pt>
                <c:pt idx="937">
                  <c:v>1047.3698084186631</c:v>
                </c:pt>
                <c:pt idx="938">
                  <c:v>1047.3404298379144</c:v>
                </c:pt>
                <c:pt idx="939">
                  <c:v>1047.3110627566614</c:v>
                </c:pt>
                <c:pt idx="940">
                  <c:v>1047.2817079292079</c:v>
                </c:pt>
                <c:pt idx="941">
                  <c:v>1047.2523661004757</c:v>
                </c:pt>
                <c:pt idx="942">
                  <c:v>1047.2230380061524</c:v>
                </c:pt>
                <c:pt idx="943">
                  <c:v>1047.1937243726713</c:v>
                </c:pt>
                <c:pt idx="944">
                  <c:v>1047.1644259174038</c:v>
                </c:pt>
                <c:pt idx="945">
                  <c:v>1047.1351433487134</c:v>
                </c:pt>
                <c:pt idx="946">
                  <c:v>1047.1058773660161</c:v>
                </c:pt>
                <c:pt idx="947">
                  <c:v>1047.0766286598862</c:v>
                </c:pt>
                <c:pt idx="948">
                  <c:v>1047.0473979121375</c:v>
                </c:pt>
                <c:pt idx="949">
                  <c:v>1047.0181857959251</c:v>
                </c:pt>
                <c:pt idx="950">
                  <c:v>1046.9889929758103</c:v>
                </c:pt>
                <c:pt idx="951">
                  <c:v>1046.9598201078461</c:v>
                </c:pt>
                <c:pt idx="952">
                  <c:v>1046.9306678396699</c:v>
                </c:pt>
                <c:pt idx="953">
                  <c:v>1046.9015368105481</c:v>
                </c:pt>
                <c:pt idx="954">
                  <c:v>1046.8724276515156</c:v>
                </c:pt>
                <c:pt idx="955">
                  <c:v>1046.8433409854194</c:v>
                </c:pt>
                <c:pt idx="956">
                  <c:v>1046.8142774269947</c:v>
                </c:pt>
                <c:pt idx="957">
                  <c:v>1046.7852375829477</c:v>
                </c:pt>
                <c:pt idx="958">
                  <c:v>1046.7562220520547</c:v>
                </c:pt>
                <c:pt idx="959">
                  <c:v>1046.7272314252116</c:v>
                </c:pt>
                <c:pt idx="960">
                  <c:v>1046.6982662855125</c:v>
                </c:pt>
                <c:pt idx="961">
                  <c:v>1046.6693272083576</c:v>
                </c:pt>
                <c:pt idx="962">
                  <c:v>1046.6404147614837</c:v>
                </c:pt>
                <c:pt idx="963">
                  <c:v>1046.611529505052</c:v>
                </c:pt>
                <c:pt idx="964">
                  <c:v>1046.5826719917629</c:v>
                </c:pt>
                <c:pt idx="965">
                  <c:v>1046.5538427668557</c:v>
                </c:pt>
                <c:pt idx="966">
                  <c:v>1046.5250423682385</c:v>
                </c:pt>
                <c:pt idx="967">
                  <c:v>1046.4962713265575</c:v>
                </c:pt>
                <c:pt idx="968">
                  <c:v>1046.4675301652262</c:v>
                </c:pt>
                <c:pt idx="969">
                  <c:v>1046.4388194005162</c:v>
                </c:pt>
                <c:pt idx="970">
                  <c:v>1046.4101395416653</c:v>
                </c:pt>
                <c:pt idx="971">
                  <c:v>1046.3814910908795</c:v>
                </c:pt>
                <c:pt idx="972">
                  <c:v>1046.3528745434701</c:v>
                </c:pt>
                <c:pt idx="973">
                  <c:v>1046.3242903878395</c:v>
                </c:pt>
                <c:pt idx="974">
                  <c:v>1046.2957391056545</c:v>
                </c:pt>
                <c:pt idx="975">
                  <c:v>1046.2672211717879</c:v>
                </c:pt>
                <c:pt idx="976">
                  <c:v>1046.2387370545157</c:v>
                </c:pt>
                <c:pt idx="977">
                  <c:v>1046.2102872154785</c:v>
                </c:pt>
                <c:pt idx="978">
                  <c:v>1046.1818721097898</c:v>
                </c:pt>
                <c:pt idx="979">
                  <c:v>1046.1534921861123</c:v>
                </c:pt>
                <c:pt idx="980">
                  <c:v>1046.1251478866839</c:v>
                </c:pt>
                <c:pt idx="981">
                  <c:v>1046.0968396474223</c:v>
                </c:pt>
                <c:pt idx="982">
                  <c:v>1046.0685678979553</c:v>
                </c:pt>
                <c:pt idx="983">
                  <c:v>1046.0403330617071</c:v>
                </c:pt>
                <c:pt idx="984">
                  <c:v>1046.0121355559299</c:v>
                </c:pt>
                <c:pt idx="985">
                  <c:v>1045.9839757917916</c:v>
                </c:pt>
                <c:pt idx="986">
                  <c:v>1045.9558541744464</c:v>
                </c:pt>
                <c:pt idx="987">
                  <c:v>1045.9277711030311</c:v>
                </c:pt>
                <c:pt idx="988">
                  <c:v>1045.8997269708123</c:v>
                </c:pt>
                <c:pt idx="989">
                  <c:v>1045.8717221651832</c:v>
                </c:pt>
                <c:pt idx="990">
                  <c:v>1045.8437570677313</c:v>
                </c:pt>
                <c:pt idx="991">
                  <c:v>1045.8158320543221</c:v>
                </c:pt>
                <c:pt idx="992">
                  <c:v>1045.7879474951289</c:v>
                </c:pt>
                <c:pt idx="993">
                  <c:v>1045.760103754704</c:v>
                </c:pt>
                <c:pt idx="994">
                  <c:v>1045.73230119202</c:v>
                </c:pt>
                <c:pt idx="995">
                  <c:v>1045.7045401605594</c:v>
                </c:pt>
                <c:pt idx="996">
                  <c:v>1045.6768210083158</c:v>
                </c:pt>
                <c:pt idx="997">
                  <c:v>1045.6491440779021</c:v>
                </c:pt>
                <c:pt idx="998">
                  <c:v>1045.6215097065678</c:v>
                </c:pt>
                <c:pt idx="999">
                  <c:v>1045.5939182262782</c:v>
                </c:pt>
                <c:pt idx="1000">
                  <c:v>1045.5663699637444</c:v>
                </c:pt>
                <c:pt idx="1001">
                  <c:v>1045.538865240484</c:v>
                </c:pt>
                <c:pt idx="1002">
                  <c:v>1045.5114043728906</c:v>
                </c:pt>
                <c:pt idx="1003">
                  <c:v>1045.4839876722631</c:v>
                </c:pt>
                <c:pt idx="1004">
                  <c:v>1045.456615444866</c:v>
                </c:pt>
                <c:pt idx="1005">
                  <c:v>1045.4292879919808</c:v>
                </c:pt>
                <c:pt idx="1006">
                  <c:v>1045.4020056099391</c:v>
                </c:pt>
                <c:pt idx="1007">
                  <c:v>1045.3747685902101</c:v>
                </c:pt>
                <c:pt idx="1008">
                  <c:v>1045.3475772194367</c:v>
                </c:pt>
                <c:pt idx="1009">
                  <c:v>1045.3204317794346</c:v>
                </c:pt>
                <c:pt idx="1010">
                  <c:v>1045.2933325473091</c:v>
                </c:pt>
                <c:pt idx="1011">
                  <c:v>1045.2662797954897</c:v>
                </c:pt>
                <c:pt idx="1012">
                  <c:v>1045.2392737917341</c:v>
                </c:pt>
                <c:pt idx="1013">
                  <c:v>1045.2123147992204</c:v>
                </c:pt>
                <c:pt idx="1014">
                  <c:v>1045.1854030765855</c:v>
                </c:pt>
                <c:pt idx="1015">
                  <c:v>1045.1585388779442</c:v>
                </c:pt>
                <c:pt idx="1016">
                  <c:v>1045.1317224529851</c:v>
                </c:pt>
                <c:pt idx="1017">
                  <c:v>1045.1049540469573</c:v>
                </c:pt>
                <c:pt idx="1018">
                  <c:v>1045.0782339007674</c:v>
                </c:pt>
                <c:pt idx="1019">
                  <c:v>1045.051562250984</c:v>
                </c:pt>
                <c:pt idx="1020">
                  <c:v>1045.0249393299173</c:v>
                </c:pt>
                <c:pt idx="1021">
                  <c:v>1044.9983653656391</c:v>
                </c:pt>
                <c:pt idx="1022">
                  <c:v>1044.9718405820295</c:v>
                </c:pt>
                <c:pt idx="1023">
                  <c:v>1044.9453651988292</c:v>
                </c:pt>
                <c:pt idx="1024">
                  <c:v>1044.9189394316622</c:v>
                </c:pt>
                <c:pt idx="1025">
                  <c:v>1044.892563492112</c:v>
                </c:pt>
                <c:pt idx="1026">
                  <c:v>1044.8662375877404</c:v>
                </c:pt>
                <c:pt idx="1027">
                  <c:v>1044.8399619221184</c:v>
                </c:pt>
                <c:pt idx="1028">
                  <c:v>1044.8137366948815</c:v>
                </c:pt>
                <c:pt idx="1029">
                  <c:v>1044.7875621018006</c:v>
                </c:pt>
                <c:pt idx="1030">
                  <c:v>1044.7614383347695</c:v>
                </c:pt>
                <c:pt idx="1031">
                  <c:v>1044.735365581847</c:v>
                </c:pt>
                <c:pt idx="1032">
                  <c:v>1044.7093440273686</c:v>
                </c:pt>
                <c:pt idx="1033">
                  <c:v>1044.6833738519006</c:v>
                </c:pt>
                <c:pt idx="1034">
                  <c:v>1044.6574552323041</c:v>
                </c:pt>
                <c:pt idx="1035">
                  <c:v>1044.6315883418167</c:v>
                </c:pt>
                <c:pt idx="1036">
                  <c:v>1044.6057733500311</c:v>
                </c:pt>
                <c:pt idx="1037">
                  <c:v>1044.5800104229609</c:v>
                </c:pt>
                <c:pt idx="1038">
                  <c:v>1044.5542997230982</c:v>
                </c:pt>
                <c:pt idx="1039">
                  <c:v>1044.5286414094053</c:v>
                </c:pt>
                <c:pt idx="1040">
                  <c:v>1044.5030356373779</c:v>
                </c:pt>
                <c:pt idx="1041">
                  <c:v>1044.4774825590921</c:v>
                </c:pt>
                <c:pt idx="1042">
                  <c:v>1044.4519823232113</c:v>
                </c:pt>
                <c:pt idx="1043">
                  <c:v>1044.4265350750536</c:v>
                </c:pt>
                <c:pt idx="1044">
                  <c:v>1044.4011409565987</c:v>
                </c:pt>
                <c:pt idx="1045">
                  <c:v>1044.3758001065498</c:v>
                </c:pt>
                <c:pt idx="1046">
                  <c:v>1044.3505126603407</c:v>
                </c:pt>
                <c:pt idx="1047">
                  <c:v>1044.3252787501988</c:v>
                </c:pt>
                <c:pt idx="1048">
                  <c:v>1044.3000985051533</c:v>
                </c:pt>
                <c:pt idx="1049">
                  <c:v>1044.2749720510885</c:v>
                </c:pt>
                <c:pt idx="1050">
                  <c:v>1044.2498995107801</c:v>
                </c:pt>
                <c:pt idx="1051">
                  <c:v>1044.2248810038968</c:v>
                </c:pt>
                <c:pt idx="1052">
                  <c:v>1044.199916647078</c:v>
                </c:pt>
                <c:pt idx="1053">
                  <c:v>1044.1750065539186</c:v>
                </c:pt>
                <c:pt idx="1054">
                  <c:v>1044.1501508350577</c:v>
                </c:pt>
                <c:pt idx="1055">
                  <c:v>1044.1253495981564</c:v>
                </c:pt>
                <c:pt idx="1056">
                  <c:v>1044.1006029479613</c:v>
                </c:pt>
                <c:pt idx="1057">
                  <c:v>1044.0759109863266</c:v>
                </c:pt>
                <c:pt idx="1058">
                  <c:v>1044.0512738122527</c:v>
                </c:pt>
                <c:pt idx="1059">
                  <c:v>1044.026691521907</c:v>
                </c:pt>
                <c:pt idx="1060">
                  <c:v>1044.0021642086499</c:v>
                </c:pt>
                <c:pt idx="1061">
                  <c:v>1043.9776919630947</c:v>
                </c:pt>
                <c:pt idx="1062">
                  <c:v>1043.9532748731024</c:v>
                </c:pt>
                <c:pt idx="1063">
                  <c:v>1043.9289130238199</c:v>
                </c:pt>
                <c:pt idx="1064">
                  <c:v>1043.9046064977356</c:v>
                </c:pt>
                <c:pt idx="1065">
                  <c:v>1043.8803553746855</c:v>
                </c:pt>
                <c:pt idx="1066">
                  <c:v>1043.8561597318794</c:v>
                </c:pt>
                <c:pt idx="1067">
                  <c:v>1043.8320196439302</c:v>
                </c:pt>
                <c:pt idx="1068">
                  <c:v>1043.8079351828933</c:v>
                </c:pt>
                <c:pt idx="1069">
                  <c:v>1043.783906418304</c:v>
                </c:pt>
                <c:pt idx="1070">
                  <c:v>1043.7599334171832</c:v>
                </c:pt>
                <c:pt idx="1071">
                  <c:v>1043.7360162440555</c:v>
                </c:pt>
                <c:pt idx="1072">
                  <c:v>1043.7121549610215</c:v>
                </c:pt>
                <c:pt idx="1073">
                  <c:v>1043.6883496277542</c:v>
                </c:pt>
                <c:pt idx="1074">
                  <c:v>1043.6646003015044</c:v>
                </c:pt>
                <c:pt idx="1075">
                  <c:v>1043.6409070371931</c:v>
                </c:pt>
                <c:pt idx="1076">
                  <c:v>1043.6172698873704</c:v>
                </c:pt>
                <c:pt idx="1077">
                  <c:v>1043.5936889022744</c:v>
                </c:pt>
                <c:pt idx="1078">
                  <c:v>1043.5701641298492</c:v>
                </c:pt>
                <c:pt idx="1079">
                  <c:v>1043.5466956157934</c:v>
                </c:pt>
                <c:pt idx="1080">
                  <c:v>1043.523283403533</c:v>
                </c:pt>
                <c:pt idx="1081">
                  <c:v>1043.5375062949263</c:v>
                </c:pt>
                <c:pt idx="1082">
                  <c:v>1043.5514735259958</c:v>
                </c:pt>
                <c:pt idx="1083">
                  <c:v>1043.5651894311673</c:v>
                </c:pt>
                <c:pt idx="1084">
                  <c:v>1043.5786577245992</c:v>
                </c:pt>
                <c:pt idx="1085">
                  <c:v>1043.5918817270938</c:v>
                </c:pt>
                <c:pt idx="1086">
                  <c:v>1043.6048645012222</c:v>
                </c:pt>
                <c:pt idx="1087">
                  <c:v>1043.6176089332232</c:v>
                </c:pt>
                <c:pt idx="1088">
                  <c:v>1043.6301177836201</c:v>
                </c:pt>
                <c:pt idx="1089">
                  <c:v>1043.6423937191721</c:v>
                </c:pt>
                <c:pt idx="1090">
                  <c:v>1043.6544393335926</c:v>
                </c:pt>
                <c:pt idx="1091">
                  <c:v>1043.6662571612294</c:v>
                </c:pt>
                <c:pt idx="1092">
                  <c:v>1043.6778496865236</c:v>
                </c:pt>
                <c:pt idx="1093">
                  <c:v>1043.6892193505694</c:v>
                </c:pt>
                <c:pt idx="1094">
                  <c:v>1043.700368555898</c:v>
                </c:pt>
                <c:pt idx="1095">
                  <c:v>1043.711299670053</c:v>
                </c:pt>
                <c:pt idx="1096">
                  <c:v>1043.7220150282744</c:v>
                </c:pt>
                <c:pt idx="1097">
                  <c:v>1043.7325169355834</c:v>
                </c:pt>
                <c:pt idx="1098">
                  <c:v>1043.7428076685715</c:v>
                </c:pt>
                <c:pt idx="1099">
                  <c:v>1043.7528894766697</c:v>
                </c:pt>
                <c:pt idx="1100">
                  <c:v>1043.7627645834041</c:v>
                </c:pt>
                <c:pt idx="1101">
                  <c:v>1043.7724351872598</c:v>
                </c:pt>
                <c:pt idx="1102">
                  <c:v>1043.7819034626052</c:v>
                </c:pt>
                <c:pt idx="1103">
                  <c:v>1043.7912988957089</c:v>
                </c:pt>
                <c:pt idx="1104">
                  <c:v>1043.800621557278</c:v>
                </c:pt>
                <c:pt idx="1105">
                  <c:v>1043.8098715207229</c:v>
                </c:pt>
                <c:pt idx="1106">
                  <c:v>1043.8190488624173</c:v>
                </c:pt>
                <c:pt idx="1107">
                  <c:v>1043.8281536618672</c:v>
                </c:pt>
                <c:pt idx="1108">
                  <c:v>1043.8371860019165</c:v>
                </c:pt>
                <c:pt idx="1109">
                  <c:v>1043.8461459688203</c:v>
                </c:pt>
                <c:pt idx="1110">
                  <c:v>1043.8550336523647</c:v>
                </c:pt>
                <c:pt idx="1111">
                  <c:v>1043.8638491459546</c:v>
                </c:pt>
                <c:pt idx="1112">
                  <c:v>1043.8725925466572</c:v>
                </c:pt>
                <c:pt idx="1113">
                  <c:v>1043.8812639552607</c:v>
                </c:pt>
                <c:pt idx="1114">
                  <c:v>1043.8898634762818</c:v>
                </c:pt>
                <c:pt idx="1115">
                  <c:v>1043.8983912180183</c:v>
                </c:pt>
                <c:pt idx="1116">
                  <c:v>1043.9068472925239</c:v>
                </c:pt>
                <c:pt idx="1117">
                  <c:v>1043.9152318156346</c:v>
                </c:pt>
                <c:pt idx="1118">
                  <c:v>1043.9235449069322</c:v>
                </c:pt>
                <c:pt idx="1119">
                  <c:v>1043.9317866897559</c:v>
                </c:pt>
                <c:pt idx="1120">
                  <c:v>1043.9399572911839</c:v>
                </c:pt>
                <c:pt idx="1121">
                  <c:v>1043.9480568419954</c:v>
                </c:pt>
                <c:pt idx="1122">
                  <c:v>1043.9560854766492</c:v>
                </c:pt>
                <c:pt idx="1123">
                  <c:v>1043.9640433332299</c:v>
                </c:pt>
                <c:pt idx="1124">
                  <c:v>1043.9719305534661</c:v>
                </c:pt>
                <c:pt idx="1125">
                  <c:v>1043.9797477969407</c:v>
                </c:pt>
                <c:pt idx="1126">
                  <c:v>1043.9874957142963</c:v>
                </c:pt>
                <c:pt idx="1127">
                  <c:v>1043.995174947421</c:v>
                </c:pt>
                <c:pt idx="1128">
                  <c:v>1044.0027861295669</c:v>
                </c:pt>
                <c:pt idx="1129">
                  <c:v>1044.0103298855336</c:v>
                </c:pt>
                <c:pt idx="1130">
                  <c:v>1044.0178068317821</c:v>
                </c:pt>
                <c:pt idx="1131">
                  <c:v>1044.0252175766186</c:v>
                </c:pt>
                <c:pt idx="1132">
                  <c:v>1044.0325627202697</c:v>
                </c:pt>
                <c:pt idx="1133">
                  <c:v>1044.0398428550955</c:v>
                </c:pt>
                <c:pt idx="1134">
                  <c:v>1044.0470585656547</c:v>
                </c:pt>
                <c:pt idx="1135">
                  <c:v>1044.0542104288747</c:v>
                </c:pt>
                <c:pt idx="1136">
                  <c:v>1044.0612990141676</c:v>
                </c:pt>
                <c:pt idx="1137">
                  <c:v>1044.0683248835376</c:v>
                </c:pt>
                <c:pt idx="1138">
                  <c:v>1044.0752885917145</c:v>
                </c:pt>
                <c:pt idx="1139">
                  <c:v>1044.0821906862996</c:v>
                </c:pt>
                <c:pt idx="1140">
                  <c:v>1044.0890317078183</c:v>
                </c:pt>
                <c:pt idx="1141">
                  <c:v>1044.095812189883</c:v>
                </c:pt>
                <c:pt idx="1142">
                  <c:v>1044.1025326593149</c:v>
                </c:pt>
                <c:pt idx="1143">
                  <c:v>1044.1091936361763</c:v>
                </c:pt>
                <c:pt idx="1144">
                  <c:v>1044.1157956339812</c:v>
                </c:pt>
                <c:pt idx="1145">
                  <c:v>1044.1223391597198</c:v>
                </c:pt>
                <c:pt idx="1146">
                  <c:v>1044.1288247140019</c:v>
                </c:pt>
                <c:pt idx="1147">
                  <c:v>1044.1352527932045</c:v>
                </c:pt>
                <c:pt idx="1148">
                  <c:v>1044.1416238895526</c:v>
                </c:pt>
                <c:pt idx="1149">
                  <c:v>1044.1479384910886</c:v>
                </c:pt>
                <c:pt idx="1150">
                  <c:v>1044.1541970817589</c:v>
                </c:pt>
                <c:pt idx="1151">
                  <c:v>1044.1604001414173</c:v>
                </c:pt>
                <c:pt idx="1152">
                  <c:v>1044.1665481458465</c:v>
                </c:pt>
                <c:pt idx="1153">
                  <c:v>1044.1726415668052</c:v>
                </c:pt>
                <c:pt idx="1154">
                  <c:v>1044.1786808720631</c:v>
                </c:pt>
                <c:pt idx="1155">
                  <c:v>1044.1846665253952</c:v>
                </c:pt>
                <c:pt idx="1156">
                  <c:v>1044.1905989866627</c:v>
                </c:pt>
                <c:pt idx="1157">
                  <c:v>1044.1964787118043</c:v>
                </c:pt>
                <c:pt idx="1158">
                  <c:v>1044.2023061528739</c:v>
                </c:pt>
                <c:pt idx="1159">
                  <c:v>1044.2080817580502</c:v>
                </c:pt>
                <c:pt idx="1160">
                  <c:v>1044.2138059717233</c:v>
                </c:pt>
                <c:pt idx="1161">
                  <c:v>1044.2194792344455</c:v>
                </c:pt>
                <c:pt idx="1162">
                  <c:v>1044.2251019830114</c:v>
                </c:pt>
                <c:pt idx="1163">
                  <c:v>1044.2306746504855</c:v>
                </c:pt>
                <c:pt idx="1164">
                  <c:v>1044.2361976661928</c:v>
                </c:pt>
                <c:pt idx="1165">
                  <c:v>1044.241671455773</c:v>
                </c:pt>
                <c:pt idx="1166">
                  <c:v>1044.2470964411946</c:v>
                </c:pt>
                <c:pt idx="1167">
                  <c:v>1044.2524730408006</c:v>
                </c:pt>
                <c:pt idx="1168">
                  <c:v>1044.2578016693178</c:v>
                </c:pt>
                <c:pt idx="1169">
                  <c:v>1044.2630827378871</c:v>
                </c:pt>
                <c:pt idx="1170">
                  <c:v>1044.2683166541233</c:v>
                </c:pt>
                <c:pt idx="1171">
                  <c:v>1044.2735038221151</c:v>
                </c:pt>
                <c:pt idx="1172">
                  <c:v>1044.278644642483</c:v>
                </c:pt>
                <c:pt idx="1173">
                  <c:v>1044.2837395124122</c:v>
                </c:pt>
                <c:pt idx="1174">
                  <c:v>1044.2887888256557</c:v>
                </c:pt>
                <c:pt idx="1175">
                  <c:v>1044.293792972609</c:v>
                </c:pt>
                <c:pt idx="1176">
                  <c:v>1044.2987523402962</c:v>
                </c:pt>
                <c:pt idx="1177">
                  <c:v>1044.3036673124623</c:v>
                </c:pt>
                <c:pt idx="1178">
                  <c:v>1044.3085382695197</c:v>
                </c:pt>
                <c:pt idx="1179">
                  <c:v>1044.3133655886659</c:v>
                </c:pt>
                <c:pt idx="1180">
                  <c:v>1044.3181496438449</c:v>
                </c:pt>
                <c:pt idx="1181">
                  <c:v>1044.3228908058047</c:v>
                </c:pt>
                <c:pt idx="1182">
                  <c:v>1044.3275894421524</c:v>
                </c:pt>
                <c:pt idx="1183">
                  <c:v>1044.332245917316</c:v>
                </c:pt>
                <c:pt idx="1184">
                  <c:v>1044.3368605926603</c:v>
                </c:pt>
                <c:pt idx="1185">
                  <c:v>1044.3414338264176</c:v>
                </c:pt>
                <c:pt idx="1186">
                  <c:v>1044.3459659738091</c:v>
                </c:pt>
                <c:pt idx="1187">
                  <c:v>1044.3504573869955</c:v>
                </c:pt>
                <c:pt idx="1188">
                  <c:v>1044.3549084151518</c:v>
                </c:pt>
                <c:pt idx="1189">
                  <c:v>1044.3593194044911</c:v>
                </c:pt>
                <c:pt idx="1190">
                  <c:v>1044.3636906982495</c:v>
                </c:pt>
                <c:pt idx="1191">
                  <c:v>1044.3680226367671</c:v>
                </c:pt>
                <c:pt idx="1192">
                  <c:v>1044.372315557468</c:v>
                </c:pt>
                <c:pt idx="1193">
                  <c:v>1044.3765697949341</c:v>
                </c:pt>
                <c:pt idx="1194">
                  <c:v>1044.3807856808787</c:v>
                </c:pt>
                <c:pt idx="1195">
                  <c:v>1044.3849635441925</c:v>
                </c:pt>
                <c:pt idx="1196">
                  <c:v>1044.3891037109988</c:v>
                </c:pt>
                <c:pt idx="1197">
                  <c:v>1044.3932065046329</c:v>
                </c:pt>
                <c:pt idx="1198">
                  <c:v>1044.3972722456735</c:v>
                </c:pt>
                <c:pt idx="1199">
                  <c:v>1044.401301251997</c:v>
                </c:pt>
                <c:pt idx="1200">
                  <c:v>1044.4052938387631</c:v>
                </c:pt>
                <c:pt idx="1201">
                  <c:v>1044.4092503184847</c:v>
                </c:pt>
                <c:pt idx="1202">
                  <c:v>1044.4131710010029</c:v>
                </c:pt>
                <c:pt idx="1203">
                  <c:v>1044.4170561935268</c:v>
                </c:pt>
                <c:pt idx="1204">
                  <c:v>1044.4209062006707</c:v>
                </c:pt>
                <c:pt idx="1205">
                  <c:v>1044.4247213244737</c:v>
                </c:pt>
                <c:pt idx="1206">
                  <c:v>1044.4285018643866</c:v>
                </c:pt>
                <c:pt idx="1207">
                  <c:v>1044.4322481173704</c:v>
                </c:pt>
                <c:pt idx="1208">
                  <c:v>1044.4359603778175</c:v>
                </c:pt>
                <c:pt idx="1209">
                  <c:v>1044.4396389376577</c:v>
                </c:pt>
                <c:pt idx="1210">
                  <c:v>1044.4432840863524</c:v>
                </c:pt>
                <c:pt idx="1211">
                  <c:v>1044.4468961108889</c:v>
                </c:pt>
                <c:pt idx="1212">
                  <c:v>1044.4504752958455</c:v>
                </c:pt>
                <c:pt idx="1213">
                  <c:v>1044.4540219233791</c:v>
                </c:pt>
                <c:pt idx="1214">
                  <c:v>1044.4575362732676</c:v>
                </c:pt>
                <c:pt idx="1215">
                  <c:v>1044.4610186229231</c:v>
                </c:pt>
                <c:pt idx="1216">
                  <c:v>1044.4644692473944</c:v>
                </c:pt>
                <c:pt idx="1217">
                  <c:v>1044.4678884194241</c:v>
                </c:pt>
                <c:pt idx="1218">
                  <c:v>1044.4712764094495</c:v>
                </c:pt>
                <c:pt idx="1219">
                  <c:v>1044.4746334855947</c:v>
                </c:pt>
                <c:pt idx="1220">
                  <c:v>1044.4779599137485</c:v>
                </c:pt>
                <c:pt idx="1221">
                  <c:v>1044.4812559575241</c:v>
                </c:pt>
                <c:pt idx="1222">
                  <c:v>1044.4845218783314</c:v>
                </c:pt>
                <c:pt idx="1223">
                  <c:v>1044.4877579353556</c:v>
                </c:pt>
                <c:pt idx="1224">
                  <c:v>1044.4909643855995</c:v>
                </c:pt>
                <c:pt idx="1225">
                  <c:v>1044.4941414838872</c:v>
                </c:pt>
                <c:pt idx="1226">
                  <c:v>1044.497289482902</c:v>
                </c:pt>
                <c:pt idx="1227">
                  <c:v>1044.5004086331737</c:v>
                </c:pt>
                <c:pt idx="1228">
                  <c:v>1044.503499183136</c:v>
                </c:pt>
                <c:pt idx="1229">
                  <c:v>1044.5065613791096</c:v>
                </c:pt>
                <c:pt idx="1230">
                  <c:v>1044.5095954653582</c:v>
                </c:pt>
                <c:pt idx="1231">
                  <c:v>1044.512601684042</c:v>
                </c:pt>
                <c:pt idx="1232">
                  <c:v>1044.5155802753218</c:v>
                </c:pt>
                <c:pt idx="1233">
                  <c:v>1044.5185314772996</c:v>
                </c:pt>
                <c:pt idx="1234">
                  <c:v>1044.5214555260829</c:v>
                </c:pt>
                <c:pt idx="1235">
                  <c:v>1044.5243526557838</c:v>
                </c:pt>
                <c:pt idx="1236">
                  <c:v>1044.5272230985377</c:v>
                </c:pt>
                <c:pt idx="1237">
                  <c:v>1044.5300670845156</c:v>
                </c:pt>
                <c:pt idx="1238">
                  <c:v>1044.5328848419465</c:v>
                </c:pt>
                <c:pt idx="1239">
                  <c:v>1044.5356765971478</c:v>
                </c:pt>
                <c:pt idx="1240">
                  <c:v>1044.5384425745178</c:v>
                </c:pt>
                <c:pt idx="1241">
                  <c:v>1044.5411829965467</c:v>
                </c:pt>
                <c:pt idx="1242">
                  <c:v>1044.543898083874</c:v>
                </c:pt>
                <c:pt idx="1243">
                  <c:v>1044.5465880552711</c:v>
                </c:pt>
                <c:pt idx="1244">
                  <c:v>1044.5492531276395</c:v>
                </c:pt>
                <c:pt idx="1245">
                  <c:v>1044.5518935160951</c:v>
                </c:pt>
                <c:pt idx="1246">
                  <c:v>1044.5545094338991</c:v>
                </c:pt>
                <c:pt idx="1247">
                  <c:v>1044.5571010925316</c:v>
                </c:pt>
                <c:pt idx="1248">
                  <c:v>1044.5596687016907</c:v>
                </c:pt>
                <c:pt idx="1249">
                  <c:v>1044.562212469302</c:v>
                </c:pt>
                <c:pt idx="1250">
                  <c:v>1044.5647326015326</c:v>
                </c:pt>
                <c:pt idx="1251">
                  <c:v>1044.5672293028208</c:v>
                </c:pt>
                <c:pt idx="1252">
                  <c:v>1044.5697027758754</c:v>
                </c:pt>
                <c:pt idx="1253">
                  <c:v>1044.5721532217042</c:v>
                </c:pt>
                <c:pt idx="1254">
                  <c:v>1044.5745808396039</c:v>
                </c:pt>
                <c:pt idx="1255">
                  <c:v>1044.5769858272085</c:v>
                </c:pt>
                <c:pt idx="1256">
                  <c:v>1044.5793683804641</c:v>
                </c:pt>
                <c:pt idx="1257">
                  <c:v>1044.5817286936908</c:v>
                </c:pt>
                <c:pt idx="1258">
                  <c:v>1044.5840669595455</c:v>
                </c:pt>
                <c:pt idx="1259">
                  <c:v>1044.5863833690778</c:v>
                </c:pt>
                <c:pt idx="1260">
                  <c:v>1044.588678111729</c:v>
                </c:pt>
                <c:pt idx="1261">
                  <c:v>1044.5909513753179</c:v>
                </c:pt>
                <c:pt idx="1262">
                  <c:v>1044.5932033461056</c:v>
                </c:pt>
                <c:pt idx="1263">
                  <c:v>1044.5954342087844</c:v>
                </c:pt>
                <c:pt idx="1264">
                  <c:v>1044.5976441464593</c:v>
                </c:pt>
                <c:pt idx="1265">
                  <c:v>1044.5998333407213</c:v>
                </c:pt>
                <c:pt idx="1266">
                  <c:v>1044.6020019716245</c:v>
                </c:pt>
                <c:pt idx="1267">
                  <c:v>1044.6041502176897</c:v>
                </c:pt>
                <c:pt idx="1268">
                  <c:v>1044.606278255957</c:v>
                </c:pt>
                <c:pt idx="1269">
                  <c:v>1044.6083862619516</c:v>
                </c:pt>
                <c:pt idx="1270">
                  <c:v>1044.6104744097347</c:v>
                </c:pt>
                <c:pt idx="1271">
                  <c:v>1044.6125428718783</c:v>
                </c:pt>
                <c:pt idx="1272">
                  <c:v>1044.6145918195282</c:v>
                </c:pt>
                <c:pt idx="1273">
                  <c:v>1044.6166214223729</c:v>
                </c:pt>
                <c:pt idx="1274">
                  <c:v>1044.618631848658</c:v>
                </c:pt>
                <c:pt idx="1275">
                  <c:v>1044.6206232652298</c:v>
                </c:pt>
                <c:pt idx="1276">
                  <c:v>1044.622595837526</c:v>
                </c:pt>
                <c:pt idx="1277">
                  <c:v>1044.6245497295761</c:v>
                </c:pt>
                <c:pt idx="1278">
                  <c:v>1044.626485104038</c:v>
                </c:pt>
                <c:pt idx="1279">
                  <c:v>1044.6284021221936</c:v>
                </c:pt>
                <c:pt idx="1280">
                  <c:v>1044.6303009439596</c:v>
                </c:pt>
                <c:pt idx="1281">
                  <c:v>1044.6321817279145</c:v>
                </c:pt>
                <c:pt idx="1282">
                  <c:v>1044.6340446312979</c:v>
                </c:pt>
                <c:pt idx="1283">
                  <c:v>1044.6358898100166</c:v>
                </c:pt>
                <c:pt idx="1284">
                  <c:v>1044.6377174186571</c:v>
                </c:pt>
                <c:pt idx="1285">
                  <c:v>1044.6395276105184</c:v>
                </c:pt>
                <c:pt idx="1286">
                  <c:v>1044.6413205376073</c:v>
                </c:pt>
                <c:pt idx="1287">
                  <c:v>1044.6430963506234</c:v>
                </c:pt>
                <c:pt idx="1288">
                  <c:v>1044.6448551990172</c:v>
                </c:pt>
                <c:pt idx="1289">
                  <c:v>1044.646597230975</c:v>
                </c:pt>
                <c:pt idx="1290">
                  <c:v>1044.6483225934403</c:v>
                </c:pt>
                <c:pt idx="1291">
                  <c:v>1044.6500314320881</c:v>
                </c:pt>
                <c:pt idx="1292">
                  <c:v>1044.6517238913882</c:v>
                </c:pt>
                <c:pt idx="1293">
                  <c:v>1044.6534001145951</c:v>
                </c:pt>
                <c:pt idx="1294">
                  <c:v>1044.6550602437387</c:v>
                </c:pt>
                <c:pt idx="1295">
                  <c:v>1044.6567044196593</c:v>
                </c:pt>
                <c:pt idx="1296">
                  <c:v>1044.6583327820122</c:v>
                </c:pt>
                <c:pt idx="1297">
                  <c:v>1044.6599454692612</c:v>
                </c:pt>
                <c:pt idx="1298">
                  <c:v>1044.661542618717</c:v>
                </c:pt>
                <c:pt idx="1299">
                  <c:v>1044.6631243665149</c:v>
                </c:pt>
                <c:pt idx="1300">
                  <c:v>1044.6646908476471</c:v>
                </c:pt>
                <c:pt idx="1301">
                  <c:v>1044.6662421959829</c:v>
                </c:pt>
                <c:pt idx="1302">
                  <c:v>1044.6677785442405</c:v>
                </c:pt>
                <c:pt idx="1303">
                  <c:v>1044.6693000240223</c:v>
                </c:pt>
                <c:pt idx="1304">
                  <c:v>1044.6708067658217</c:v>
                </c:pt>
                <c:pt idx="1305">
                  <c:v>1044.6722988990341</c:v>
                </c:pt>
                <c:pt idx="1306">
                  <c:v>1044.6737765519597</c:v>
                </c:pt>
                <c:pt idx="1307">
                  <c:v>1044.6752398517961</c:v>
                </c:pt>
                <c:pt idx="1308">
                  <c:v>1044.6766889247124</c:v>
                </c:pt>
                <c:pt idx="1309">
                  <c:v>1044.6781238957644</c:v>
                </c:pt>
                <c:pt idx="1310">
                  <c:v>1044.6795448889766</c:v>
                </c:pt>
                <c:pt idx="1311">
                  <c:v>1044.6809520273275</c:v>
                </c:pt>
                <c:pt idx="1312">
                  <c:v>1044.6823454327362</c:v>
                </c:pt>
                <c:pt idx="1313">
                  <c:v>1044.6837252261168</c:v>
                </c:pt>
                <c:pt idx="1314">
                  <c:v>1044.685091527341</c:v>
                </c:pt>
                <c:pt idx="1315">
                  <c:v>1044.6864444552725</c:v>
                </c:pt>
                <c:pt idx="1316">
                  <c:v>1044.6877841277937</c:v>
                </c:pt>
                <c:pt idx="1317">
                  <c:v>1044.6891106617484</c:v>
                </c:pt>
                <c:pt idx="1318">
                  <c:v>1044.6904241730356</c:v>
                </c:pt>
                <c:pt idx="1319">
                  <c:v>1044.6917247765427</c:v>
                </c:pt>
                <c:pt idx="1320">
                  <c:v>1044.6930125862034</c:v>
                </c:pt>
                <c:pt idx="1321">
                  <c:v>1044.6942877149779</c:v>
                </c:pt>
                <c:pt idx="1322">
                  <c:v>1044.695550274874</c:v>
                </c:pt>
                <c:pt idx="1323">
                  <c:v>1044.6968003769575</c:v>
                </c:pt>
                <c:pt idx="1324">
                  <c:v>1044.6980381313588</c:v>
                </c:pt>
                <c:pt idx="1325">
                  <c:v>1044.6992636472494</c:v>
                </c:pt>
                <c:pt idx="1326">
                  <c:v>1044.7004770329168</c:v>
                </c:pt>
                <c:pt idx="1327">
                  <c:v>1044.7016783957047</c:v>
                </c:pt>
                <c:pt idx="1328">
                  <c:v>1044.7028678420604</c:v>
                </c:pt>
                <c:pt idx="1329">
                  <c:v>1044.7040454775172</c:v>
                </c:pt>
                <c:pt idx="1330">
                  <c:v>1044.705211406731</c:v>
                </c:pt>
                <c:pt idx="1331">
                  <c:v>1044.7063657334729</c:v>
                </c:pt>
                <c:pt idx="1332">
                  <c:v>1044.7075085606164</c:v>
                </c:pt>
                <c:pt idx="1333">
                  <c:v>1044.7086399901791</c:v>
                </c:pt>
                <c:pt idx="1334">
                  <c:v>1044.7097601233147</c:v>
                </c:pt>
                <c:pt idx="1335">
                  <c:v>1044.7108690603227</c:v>
                </c:pt>
                <c:pt idx="1336">
                  <c:v>1044.7119669006318</c:v>
                </c:pt>
                <c:pt idx="1337">
                  <c:v>1044.7130537428602</c:v>
                </c:pt>
                <c:pt idx="1338">
                  <c:v>1044.7141296847719</c:v>
                </c:pt>
                <c:pt idx="1339">
                  <c:v>1044.7151948233015</c:v>
                </c:pt>
                <c:pt idx="1340">
                  <c:v>1044.716249254566</c:v>
                </c:pt>
                <c:pt idx="1341">
                  <c:v>1044.7172930738805</c:v>
                </c:pt>
                <c:pt idx="1342">
                  <c:v>1044.7183263757252</c:v>
                </c:pt>
                <c:pt idx="1343">
                  <c:v>1044.7193492538065</c:v>
                </c:pt>
                <c:pt idx="1344">
                  <c:v>1044.7203618010221</c:v>
                </c:pt>
                <c:pt idx="1345">
                  <c:v>1044.7213641094818</c:v>
                </c:pt>
                <c:pt idx="1346">
                  <c:v>1044.7223562705149</c:v>
                </c:pt>
                <c:pt idx="1347">
                  <c:v>1044.7233383746882</c:v>
                </c:pt>
                <c:pt idx="1348">
                  <c:v>1044.7243105117891</c:v>
                </c:pt>
                <c:pt idx="1349">
                  <c:v>1044.725272770836</c:v>
                </c:pt>
                <c:pt idx="1350">
                  <c:v>1044.7262252401165</c:v>
                </c:pt>
                <c:pt idx="1351">
                  <c:v>1044.7271680071426</c:v>
                </c:pt>
                <c:pt idx="1352">
                  <c:v>1044.7281011586908</c:v>
                </c:pt>
                <c:pt idx="1353">
                  <c:v>1044.7290247808255</c:v>
                </c:pt>
                <c:pt idx="1354">
                  <c:v>1044.7299389588429</c:v>
                </c:pt>
                <c:pt idx="1355">
                  <c:v>1044.7308437773429</c:v>
                </c:pt>
                <c:pt idx="1356">
                  <c:v>1044.7317393201872</c:v>
                </c:pt>
                <c:pt idx="1357">
                  <c:v>1044.7326256705408</c:v>
                </c:pt>
                <c:pt idx="1358">
                  <c:v>1044.7335029108594</c:v>
                </c:pt>
                <c:pt idx="1359">
                  <c:v>1044.7343711228871</c:v>
                </c:pt>
                <c:pt idx="1360">
                  <c:v>1044.7352303876926</c:v>
                </c:pt>
                <c:pt idx="1361">
                  <c:v>1044.7360807856398</c:v>
                </c:pt>
                <c:pt idx="1362">
                  <c:v>1044.7369223964156</c:v>
                </c:pt>
                <c:pt idx="1363">
                  <c:v>1044.7377552990206</c:v>
                </c:pt>
                <c:pt idx="1364">
                  <c:v>1044.7385795718126</c:v>
                </c:pt>
                <c:pt idx="1365">
                  <c:v>1044.7393952924431</c:v>
                </c:pt>
                <c:pt idx="1366">
                  <c:v>1044.7402025379272</c:v>
                </c:pt>
                <c:pt idx="1367">
                  <c:v>1044.7410013846286</c:v>
                </c:pt>
                <c:pt idx="1368">
                  <c:v>1044.7417919082495</c:v>
                </c:pt>
                <c:pt idx="1369">
                  <c:v>1044.7425741838447</c:v>
                </c:pt>
                <c:pt idx="1370">
                  <c:v>1044.7433482858537</c:v>
                </c:pt>
                <c:pt idx="1371">
                  <c:v>1044.7441142880548</c:v>
                </c:pt>
                <c:pt idx="1372">
                  <c:v>1044.7448722636111</c:v>
                </c:pt>
                <c:pt idx="1373">
                  <c:v>1044.7456222850644</c:v>
                </c:pt>
                <c:pt idx="1374">
                  <c:v>1044.7463644243414</c:v>
                </c:pt>
                <c:pt idx="1375">
                  <c:v>1044.7470987527329</c:v>
                </c:pt>
                <c:pt idx="1376">
                  <c:v>1044.7478253409624</c:v>
                </c:pt>
                <c:pt idx="1377">
                  <c:v>1044.7485442591176</c:v>
                </c:pt>
                <c:pt idx="1378">
                  <c:v>1044.7492555767055</c:v>
                </c:pt>
                <c:pt idx="1379">
                  <c:v>1044.7499593626378</c:v>
                </c:pt>
                <c:pt idx="1380">
                  <c:v>1044.7506556852218</c:v>
                </c:pt>
                <c:pt idx="1381">
                  <c:v>1044.7513446122098</c:v>
                </c:pt>
                <c:pt idx="1382">
                  <c:v>1044.7520262107669</c:v>
                </c:pt>
                <c:pt idx="1383">
                  <c:v>1044.7527005474763</c:v>
                </c:pt>
                <c:pt idx="1384">
                  <c:v>1044.7533676883597</c:v>
                </c:pt>
                <c:pt idx="1385">
                  <c:v>1044.7540276988857</c:v>
                </c:pt>
                <c:pt idx="1386">
                  <c:v>1044.7546806439379</c:v>
                </c:pt>
                <c:pt idx="1387">
                  <c:v>1044.7553265878705</c:v>
                </c:pt>
                <c:pt idx="1388">
                  <c:v>1044.7559655944806</c:v>
                </c:pt>
                <c:pt idx="1389">
                  <c:v>1044.7565977270247</c:v>
                </c:pt>
                <c:pt idx="1390">
                  <c:v>1044.7572230481996</c:v>
                </c:pt>
                <c:pt idx="1391">
                  <c:v>1044.757841620195</c:v>
                </c:pt>
                <c:pt idx="1392">
                  <c:v>1044.7584535046499</c:v>
                </c:pt>
                <c:pt idx="1393">
                  <c:v>1044.7590587626862</c:v>
                </c:pt>
                <c:pt idx="1394">
                  <c:v>1044.7596574548988</c:v>
                </c:pt>
                <c:pt idx="1395">
                  <c:v>1044.7602496413626</c:v>
                </c:pt>
                <c:pt idx="1396">
                  <c:v>1044.7608353816431</c:v>
                </c:pt>
                <c:pt idx="1397">
                  <c:v>1044.7614147347911</c:v>
                </c:pt>
                <c:pt idx="1398">
                  <c:v>1044.7619877593734</c:v>
                </c:pt>
                <c:pt idx="1399">
                  <c:v>1044.7625545134215</c:v>
                </c:pt>
                <c:pt idx="1400">
                  <c:v>1044.7631150544851</c:v>
                </c:pt>
                <c:pt idx="1401">
                  <c:v>1044.7636694396397</c:v>
                </c:pt>
                <c:pt idx="1402">
                  <c:v>1044.7642177254484</c:v>
                </c:pt>
                <c:pt idx="1403">
                  <c:v>1044.7647599679922</c:v>
                </c:pt>
                <c:pt idx="1404">
                  <c:v>1044.7652962228894</c:v>
                </c:pt>
                <c:pt idx="1405">
                  <c:v>1044.7658265452549</c:v>
                </c:pt>
                <c:pt idx="1406">
                  <c:v>1044.7663509897641</c:v>
                </c:pt>
                <c:pt idx="1407">
                  <c:v>1044.7668696105954</c:v>
                </c:pt>
                <c:pt idx="1408">
                  <c:v>1044.7673824614742</c:v>
                </c:pt>
                <c:pt idx="1409">
                  <c:v>1044.7678895956731</c:v>
                </c:pt>
                <c:pt idx="1410">
                  <c:v>1044.768391065986</c:v>
                </c:pt>
                <c:pt idx="1411">
                  <c:v>1044.7688869247752</c:v>
                </c:pt>
                <c:pt idx="1412">
                  <c:v>1044.7693772239409</c:v>
                </c:pt>
                <c:pt idx="1413">
                  <c:v>1044.7698620149622</c:v>
                </c:pt>
                <c:pt idx="1414">
                  <c:v>1044.7703413488325</c:v>
                </c:pt>
                <c:pt idx="1415">
                  <c:v>1044.7708152761429</c:v>
                </c:pt>
                <c:pt idx="1416">
                  <c:v>1044.7712838470372</c:v>
                </c:pt>
                <c:pt idx="1417">
                  <c:v>1044.7717471112367</c:v>
                </c:pt>
                <c:pt idx="1418">
                  <c:v>1044.7722051180253</c:v>
                </c:pt>
                <c:pt idx="1419">
                  <c:v>1044.7726579162672</c:v>
                </c:pt>
                <c:pt idx="1420">
                  <c:v>1044.7731055544084</c:v>
                </c:pt>
                <c:pt idx="1421">
                  <c:v>1044.7735480804788</c:v>
                </c:pt>
                <c:pt idx="1422">
                  <c:v>1044.7739855420818</c:v>
                </c:pt>
                <c:pt idx="1423">
                  <c:v>1044.7744179864424</c:v>
                </c:pt>
                <c:pt idx="1424">
                  <c:v>1044.7748454603397</c:v>
                </c:pt>
                <c:pt idx="1425">
                  <c:v>1044.7752680101862</c:v>
                </c:pt>
                <c:pt idx="1426">
                  <c:v>1044.7756856819717</c:v>
                </c:pt>
                <c:pt idx="1427">
                  <c:v>1044.7760985212913</c:v>
                </c:pt>
                <c:pt idx="1428">
                  <c:v>1044.7765065733679</c:v>
                </c:pt>
                <c:pt idx="1429">
                  <c:v>1044.776909883012</c:v>
                </c:pt>
                <c:pt idx="1430">
                  <c:v>1044.77730849466</c:v>
                </c:pt>
                <c:pt idx="1431">
                  <c:v>1044.7777024523518</c:v>
                </c:pt>
                <c:pt idx="1432">
                  <c:v>1044.7780917997668</c:v>
                </c:pt>
                <c:pt idx="1433">
                  <c:v>1044.7784765802</c:v>
                </c:pt>
                <c:pt idx="1434">
                  <c:v>1044.7788568365663</c:v>
                </c:pt>
                <c:pt idx="1435">
                  <c:v>1044.7792326114156</c:v>
                </c:pt>
                <c:pt idx="1436">
                  <c:v>1044.779603946932</c:v>
                </c:pt>
                <c:pt idx="1437">
                  <c:v>1044.7799708849379</c:v>
                </c:pt>
                <c:pt idx="1438">
                  <c:v>1044.7803334668833</c:v>
                </c:pt>
                <c:pt idx="1439">
                  <c:v>1044.7806917338673</c:v>
                </c:pt>
                <c:pt idx="1440">
                  <c:v>1044.7810457266348</c:v>
                </c:pt>
                <c:pt idx="1441">
                  <c:v>1044.7813954855849</c:v>
                </c:pt>
                <c:pt idx="1442">
                  <c:v>1044.78174105075</c:v>
                </c:pt>
                <c:pt idx="1443">
                  <c:v>1044.7820824618345</c:v>
                </c:pt>
                <c:pt idx="1444">
                  <c:v>1044.7824197581886</c:v>
                </c:pt>
                <c:pt idx="1445">
                  <c:v>1044.7827529788208</c:v>
                </c:pt>
                <c:pt idx="1446">
                  <c:v>1044.7830821624125</c:v>
                </c:pt>
                <c:pt idx="1447">
                  <c:v>1044.7834073473014</c:v>
                </c:pt>
                <c:pt idx="1448">
                  <c:v>1044.783728571492</c:v>
                </c:pt>
                <c:pt idx="1449">
                  <c:v>1044.784045872665</c:v>
                </c:pt>
                <c:pt idx="1450">
                  <c:v>1044.7843592881782</c:v>
                </c:pt>
                <c:pt idx="1451">
                  <c:v>1044.7846688550562</c:v>
                </c:pt>
                <c:pt idx="1452">
                  <c:v>1044.7849746100112</c:v>
                </c:pt>
                <c:pt idx="1453">
                  <c:v>1044.7852765894236</c:v>
                </c:pt>
                <c:pt idx="1454">
                  <c:v>1044.7855748293664</c:v>
                </c:pt>
                <c:pt idx="1455">
                  <c:v>1044.7858693656081</c:v>
                </c:pt>
                <c:pt idx="1456">
                  <c:v>1044.7861602336004</c:v>
                </c:pt>
                <c:pt idx="1457">
                  <c:v>1044.7864474684795</c:v>
                </c:pt>
                <c:pt idx="1458">
                  <c:v>1044.7867311050782</c:v>
                </c:pt>
                <c:pt idx="1459">
                  <c:v>1044.7870111779469</c:v>
                </c:pt>
                <c:pt idx="1460">
                  <c:v>1044.7872877213058</c:v>
                </c:pt>
                <c:pt idx="1461">
                  <c:v>1044.7875607690971</c:v>
                </c:pt>
                <c:pt idx="1462">
                  <c:v>1044.7878303549603</c:v>
                </c:pt>
                <c:pt idx="1463">
                  <c:v>1044.7880965122463</c:v>
                </c:pt>
                <c:pt idx="1464">
                  <c:v>1044.7883592740109</c:v>
                </c:pt>
                <c:pt idx="1465">
                  <c:v>1044.7886186730291</c:v>
                </c:pt>
                <c:pt idx="1466">
                  <c:v>1044.7888747417849</c:v>
                </c:pt>
                <c:pt idx="1467">
                  <c:v>1044.7891275124789</c:v>
                </c:pt>
                <c:pt idx="1468">
                  <c:v>1044.7893770170349</c:v>
                </c:pt>
                <c:pt idx="1469">
                  <c:v>1044.7896232870905</c:v>
                </c:pt>
                <c:pt idx="1470">
                  <c:v>1044.7898663540279</c:v>
                </c:pt>
                <c:pt idx="1471">
                  <c:v>1044.7901062489268</c:v>
                </c:pt>
                <c:pt idx="1472">
                  <c:v>1044.7903430026167</c:v>
                </c:pt>
                <c:pt idx="1473">
                  <c:v>1044.7905766456502</c:v>
                </c:pt>
                <c:pt idx="1474">
                  <c:v>1044.7908072083194</c:v>
                </c:pt>
                <c:pt idx="1475">
                  <c:v>1044.7910347206443</c:v>
                </c:pt>
                <c:pt idx="1476">
                  <c:v>1044.7912592123782</c:v>
                </c:pt>
                <c:pt idx="1477">
                  <c:v>1044.7914807130212</c:v>
                </c:pt>
                <c:pt idx="1478">
                  <c:v>1044.791699251828</c:v>
                </c:pt>
                <c:pt idx="1479">
                  <c:v>1044.7919148577778</c:v>
                </c:pt>
                <c:pt idx="1480">
                  <c:v>1044.7921275596036</c:v>
                </c:pt>
                <c:pt idx="1481">
                  <c:v>1044.7923373857814</c:v>
                </c:pt>
                <c:pt idx="1482">
                  <c:v>1044.7925443645568</c:v>
                </c:pt>
                <c:pt idx="1483">
                  <c:v>1044.7927485239056</c:v>
                </c:pt>
                <c:pt idx="1484">
                  <c:v>1044.7929498915587</c:v>
                </c:pt>
                <c:pt idx="1485">
                  <c:v>1044.7931484950293</c:v>
                </c:pt>
                <c:pt idx="1486">
                  <c:v>1044.7933443615618</c:v>
                </c:pt>
                <c:pt idx="1487">
                  <c:v>1044.7935375181789</c:v>
                </c:pt>
                <c:pt idx="1488">
                  <c:v>1044.7937279916564</c:v>
                </c:pt>
                <c:pt idx="1489">
                  <c:v>1044.7939158085396</c:v>
                </c:pt>
                <c:pt idx="1490">
                  <c:v>1044.7941009951321</c:v>
                </c:pt>
                <c:pt idx="1491">
                  <c:v>1044.794283577527</c:v>
                </c:pt>
                <c:pt idx="1492">
                  <c:v>1044.7944635815604</c:v>
                </c:pt>
                <c:pt idx="1493">
                  <c:v>1044.7946410328707</c:v>
                </c:pt>
                <c:pt idx="1494">
                  <c:v>1044.7948159568457</c:v>
                </c:pt>
                <c:pt idx="1495">
                  <c:v>1044.7949883786564</c:v>
                </c:pt>
                <c:pt idx="1496">
                  <c:v>1044.7951583232689</c:v>
                </c:pt>
                <c:pt idx="1497">
                  <c:v>1044.7953258154037</c:v>
                </c:pt>
                <c:pt idx="1498">
                  <c:v>1044.7954908795796</c:v>
                </c:pt>
                <c:pt idx="1499">
                  <c:v>1044.7956535401054</c:v>
                </c:pt>
                <c:pt idx="1500">
                  <c:v>1044.7959049719996</c:v>
                </c:pt>
                <c:pt idx="1501">
                  <c:v>1044.7962401275793</c:v>
                </c:pt>
                <c:pt idx="1502">
                  <c:v>1044.796654207008</c:v>
                </c:pt>
                <c:pt idx="1503">
                  <c:v>1044.7971426461147</c:v>
                </c:pt>
                <c:pt idx="1504">
                  <c:v>1044.7977011049734</c:v>
                </c:pt>
                <c:pt idx="1505">
                  <c:v>1044.7983254570572</c:v>
                </c:pt>
                <c:pt idx="1506">
                  <c:v>1044.7990117789354</c:v>
                </c:pt>
                <c:pt idx="1507">
                  <c:v>1044.7997563405124</c:v>
                </c:pt>
                <c:pt idx="1508">
                  <c:v>1044.8005555957152</c:v>
                </c:pt>
                <c:pt idx="1509">
                  <c:v>1044.8014061736726</c:v>
                </c:pt>
                <c:pt idx="1510">
                  <c:v>1044.8023048702889</c:v>
                </c:pt>
                <c:pt idx="1511">
                  <c:v>1044.8032486402253</c:v>
                </c:pt>
                <c:pt idx="1512">
                  <c:v>1044.8042345893159</c:v>
                </c:pt>
                <c:pt idx="1513">
                  <c:v>1044.8052599672781</c:v>
                </c:pt>
                <c:pt idx="1514">
                  <c:v>1044.806322160824</c:v>
                </c:pt>
                <c:pt idx="1515">
                  <c:v>1044.8074186870824</c:v>
                </c:pt>
                <c:pt idx="1516">
                  <c:v>1044.8085471873294</c:v>
                </c:pt>
                <c:pt idx="1517">
                  <c:v>1044.8097054210448</c:v>
                </c:pt>
                <c:pt idx="1518">
                  <c:v>1044.8108912602199</c:v>
                </c:pt>
                <c:pt idx="1519">
                  <c:v>1044.8121026839631</c:v>
                </c:pt>
                <c:pt idx="1520">
                  <c:v>1044.813337773345</c:v>
                </c:pt>
                <c:pt idx="1521">
                  <c:v>1044.8145947065148</c:v>
                </c:pt>
                <c:pt idx="1522">
                  <c:v>1044.8354300159917</c:v>
                </c:pt>
                <c:pt idx="1523">
                  <c:v>1044.8755255600511</c:v>
                </c:pt>
                <c:pt idx="1524">
                  <c:v>1044.9345671466594</c:v>
                </c:pt>
                <c:pt idx="1525">
                  <c:v>1045.0122444852552</c:v>
                </c:pt>
                <c:pt idx="1526">
                  <c:v>1045.1082511393258</c:v>
                </c:pt>
                <c:pt idx="1527">
                  <c:v>1045.2222844799023</c:v>
                </c:pt>
                <c:pt idx="1528">
                  <c:v>1045.3540456397322</c:v>
                </c:pt>
                <c:pt idx="1529">
                  <c:v>1045.5032394682428</c:v>
                </c:pt>
                <c:pt idx="1530">
                  <c:v>1045.6695744872563</c:v>
                </c:pt>
                <c:pt idx="1531">
                  <c:v>1045.8527628473564</c:v>
                </c:pt>
                <c:pt idx="1532">
                  <c:v>1046.0525202849683</c:v>
                </c:pt>
                <c:pt idx="1533">
                  <c:v>1046.2685660801053</c:v>
                </c:pt>
                <c:pt idx="1534">
                  <c:v>1046.5006230146687</c:v>
                </c:pt>
                <c:pt idx="1535">
                  <c:v>1046.7484173315106</c:v>
                </c:pt>
                <c:pt idx="1536">
                  <c:v>1047.0116786939643</c:v>
                </c:pt>
                <c:pt idx="1537">
                  <c:v>1047.2901401460047</c:v>
                </c:pt>
                <c:pt idx="1538">
                  <c:v>1047.5835380730227</c:v>
                </c:pt>
                <c:pt idx="1539">
                  <c:v>1047.891612163068</c:v>
                </c:pt>
                <c:pt idx="1540">
                  <c:v>1048.2141053686805</c:v>
                </c:pt>
                <c:pt idx="1541">
                  <c:v>1048.5507638692359</c:v>
                </c:pt>
                <c:pt idx="1542">
                  <c:v>1048.9013370337893</c:v>
                </c:pt>
                <c:pt idx="1543">
                  <c:v>1049.2655773844529</c:v>
                </c:pt>
                <c:pt idx="1544">
                  <c:v>1049.6433195113409</c:v>
                </c:pt>
                <c:pt idx="1545">
                  <c:v>1050.0343991695993</c:v>
                </c:pt>
                <c:pt idx="1546">
                  <c:v>1050.4386532753372</c:v>
                </c:pt>
                <c:pt idx="1547">
                  <c:v>1050.8559199015865</c:v>
                </c:pt>
                <c:pt idx="1548">
                  <c:v>1051.2860382742949</c:v>
                </c:pt>
                <c:pt idx="1549">
                  <c:v>1051.7288487682931</c:v>
                </c:pt>
                <c:pt idx="1550">
                  <c:v>1052.1841929032805</c:v>
                </c:pt>
                <c:pt idx="1551">
                  <c:v>1052.6519133397987</c:v>
                </c:pt>
                <c:pt idx="1552">
                  <c:v>1053.1318538752364</c:v>
                </c:pt>
                <c:pt idx="1553">
                  <c:v>1053.6238594397989</c:v>
                </c:pt>
                <c:pt idx="1554">
                  <c:v>1054.1277760924841</c:v>
                </c:pt>
                <c:pt idx="1555">
                  <c:v>1054.6434510170507</c:v>
                </c:pt>
                <c:pt idx="1556">
                  <c:v>1055.1707325179591</c:v>
                </c:pt>
                <c:pt idx="1557">
                  <c:v>1055.7094700163798</c:v>
                </c:pt>
                <c:pt idx="1558">
                  <c:v>1056.2595140460519</c:v>
                </c:pt>
                <c:pt idx="1559">
                  <c:v>1056.8207162492804</c:v>
                </c:pt>
                <c:pt idx="1560">
                  <c:v>1057.3929293728024</c:v>
                </c:pt>
                <c:pt idx="1561">
                  <c:v>1057.9760072636989</c:v>
                </c:pt>
                <c:pt idx="1562">
                  <c:v>1058.5698048653185</c:v>
                </c:pt>
                <c:pt idx="1563">
                  <c:v>1059.1741782130628</c:v>
                </c:pt>
                <c:pt idx="1564">
                  <c:v>1059.7889844303259</c:v>
                </c:pt>
                <c:pt idx="1565">
                  <c:v>1060.4140817242724</c:v>
                </c:pt>
                <c:pt idx="1566">
                  <c:v>1061.0493297003557</c:v>
                </c:pt>
                <c:pt idx="1567">
                  <c:v>1061.6945893478317</c:v>
                </c:pt>
                <c:pt idx="1568">
                  <c:v>1062.3497230254056</c:v>
                </c:pt>
                <c:pt idx="1569">
                  <c:v>1063.0145944471199</c:v>
                </c:pt>
                <c:pt idx="1570">
                  <c:v>1063.6890686684148</c:v>
                </c:pt>
                <c:pt idx="1571">
                  <c:v>1064.3730120723226</c:v>
                </c:pt>
                <c:pt idx="1572">
                  <c:v>1065.0662923559369</c:v>
                </c:pt>
                <c:pt idx="1573">
                  <c:v>1065.7687785169471</c:v>
                </c:pt>
                <c:pt idx="1574">
                  <c:v>1066.4803408404023</c:v>
                </c:pt>
                <c:pt idx="1575">
                  <c:v>1067.2008508856554</c:v>
                </c:pt>
                <c:pt idx="1576">
                  <c:v>1067.9301814734433</c:v>
                </c:pt>
                <c:pt idx="1577">
                  <c:v>1068.6682066731082</c:v>
                </c:pt>
                <c:pt idx="1578">
                  <c:v>1069.4148017900316</c:v>
                </c:pt>
                <c:pt idx="1579">
                  <c:v>1070.1698433532099</c:v>
                </c:pt>
                <c:pt idx="1580">
                  <c:v>1070.9332091029216</c:v>
                </c:pt>
                <c:pt idx="1581">
                  <c:v>1071.7047779786499</c:v>
                </c:pt>
                <c:pt idx="1582">
                  <c:v>1072.4844301070582</c:v>
                </c:pt>
                <c:pt idx="1583">
                  <c:v>1073.2720467901929</c:v>
                </c:pt>
                <c:pt idx="1584">
                  <c:v>1074.0675104937352</c:v>
                </c:pt>
                <c:pt idx="1585">
                  <c:v>1074.8707048355084</c:v>
                </c:pt>
                <c:pt idx="1586">
                  <c:v>1075.6815145740027</c:v>
                </c:pt>
                <c:pt idx="1587">
                  <c:v>1076.499825597157</c:v>
                </c:pt>
                <c:pt idx="1588">
                  <c:v>1077.325524912457</c:v>
                </c:pt>
                <c:pt idx="1589">
                  <c:v>1078.1585006371615</c:v>
                </c:pt>
                <c:pt idx="1590">
                  <c:v>1078.9986419886559</c:v>
                </c:pt>
                <c:pt idx="1591">
                  <c:v>1079.8458392747618</c:v>
                </c:pt>
                <c:pt idx="1592">
                  <c:v>1080.6999838842535</c:v>
                </c:pt>
                <c:pt idx="1593">
                  <c:v>1081.5609682773513</c:v>
                </c:pt>
                <c:pt idx="1594">
                  <c:v>1082.4286859763963</c:v>
                </c:pt>
                <c:pt idx="1595">
                  <c:v>1083.3030315564574</c:v>
                </c:pt>
                <c:pt idx="1596">
                  <c:v>1084.1839006361818</c:v>
                </c:pt>
                <c:pt idx="1597">
                  <c:v>1085.0711898685679</c:v>
                </c:pt>
                <c:pt idx="1598">
                  <c:v>1085.9647969319158</c:v>
                </c:pt>
                <c:pt idx="1599">
                  <c:v>1086.8646205208058</c:v>
                </c:pt>
                <c:pt idx="1600">
                  <c:v>1087.7705603371617</c:v>
                </c:pt>
                <c:pt idx="1601">
                  <c:v>1088.6825170813643</c:v>
                </c:pt>
                <c:pt idx="1602">
                  <c:v>1089.6003924434854</c:v>
                </c:pt>
                <c:pt idx="1603">
                  <c:v>1090.5240890945445</c:v>
                </c:pt>
                <c:pt idx="1604">
                  <c:v>1091.4535106778419</c:v>
                </c:pt>
                <c:pt idx="1605">
                  <c:v>1092.3885618004049</c:v>
                </c:pt>
                <c:pt idx="1606">
                  <c:v>1093.329148024452</c:v>
                </c:pt>
                <c:pt idx="1607">
                  <c:v>1094.2751758589397</c:v>
                </c:pt>
                <c:pt idx="1608">
                  <c:v>1095.2265527511966</c:v>
                </c:pt>
                <c:pt idx="1609">
                  <c:v>1096.183187078623</c:v>
                </c:pt>
                <c:pt idx="1610">
                  <c:v>1097.1449881404262</c:v>
                </c:pt>
                <c:pt idx="1611">
                  <c:v>1098.1118661494743</c:v>
                </c:pt>
                <c:pt idx="1612">
                  <c:v>1099.0837322241766</c:v>
                </c:pt>
                <c:pt idx="1613">
                  <c:v>1100.0604983804926</c:v>
                </c:pt>
                <c:pt idx="1614">
                  <c:v>1101.0420775239495</c:v>
                </c:pt>
                <c:pt idx="1615">
                  <c:v>1102.0283834417637</c:v>
                </c:pt>
                <c:pt idx="1616">
                  <c:v>1103.0193307950228</c:v>
                </c:pt>
                <c:pt idx="1617">
                  <c:v>1104.014835110934</c:v>
                </c:pt>
                <c:pt idx="1618">
                  <c:v>1105.014812775137</c:v>
                </c:pt>
                <c:pt idx="1619">
                  <c:v>1106.0191810240774</c:v>
                </c:pt>
                <c:pt idx="1620">
                  <c:v>1107.0278579374694</c:v>
                </c:pt>
                <c:pt idx="1621">
                  <c:v>1108.0407624307898</c:v>
                </c:pt>
                <c:pt idx="1622">
                  <c:v>1109.0578142478928</c:v>
                </c:pt>
                <c:pt idx="1623">
                  <c:v>1110.0789339535788</c:v>
                </c:pt>
                <c:pt idx="1624">
                  <c:v>1111.1040429263728</c:v>
                </c:pt>
                <c:pt idx="1625">
                  <c:v>1112.1330633512343</c:v>
                </c:pt>
                <c:pt idx="1626">
                  <c:v>1113.165918212409</c:v>
                </c:pt>
                <c:pt idx="1627">
                  <c:v>1114.2025312863136</c:v>
                </c:pt>
                <c:pt idx="1628">
                  <c:v>1115.2428271344891</c:v>
                </c:pt>
                <c:pt idx="1629">
                  <c:v>1116.2867310965926</c:v>
                </c:pt>
                <c:pt idx="1630">
                  <c:v>1117.3341692834681</c:v>
                </c:pt>
                <c:pt idx="1631">
                  <c:v>1118.3850685703155</c:v>
                </c:pt>
                <c:pt idx="1632">
                  <c:v>1119.4393565898017</c:v>
                </c:pt>
                <c:pt idx="1633">
                  <c:v>1120.4969617253723</c:v>
                </c:pt>
                <c:pt idx="1634">
                  <c:v>1121.5578131045177</c:v>
                </c:pt>
                <c:pt idx="1635">
                  <c:v>1122.6218405921413</c:v>
                </c:pt>
                <c:pt idx="1636">
                  <c:v>1123.6889747839593</c:v>
                </c:pt>
                <c:pt idx="1637">
                  <c:v>1124.759147000005</c:v>
                </c:pt>
                <c:pt idx="1638">
                  <c:v>1125.8322892781075</c:v>
                </c:pt>
                <c:pt idx="1639">
                  <c:v>1126.9083343675352</c:v>
                </c:pt>
                <c:pt idx="1640">
                  <c:v>1127.9872157225634</c:v>
                </c:pt>
                <c:pt idx="1641">
                  <c:v>1129.0688674962155</c:v>
                </c:pt>
                <c:pt idx="1642">
                  <c:v>1130.1532245339747</c:v>
                </c:pt>
                <c:pt idx="1643">
                  <c:v>1131.240222367602</c:v>
                </c:pt>
                <c:pt idx="1644">
                  <c:v>1132.3297972089852</c:v>
                </c:pt>
                <c:pt idx="1645">
                  <c:v>1133.4218859440066</c:v>
                </c:pt>
                <c:pt idx="1646">
                  <c:v>1134.51642612655</c:v>
                </c:pt>
                <c:pt idx="1647">
                  <c:v>1135.6133559724638</c:v>
                </c:pt>
                <c:pt idx="1648">
                  <c:v>1136.7126143536295</c:v>
                </c:pt>
                <c:pt idx="1649">
                  <c:v>1137.814140792068</c:v>
                </c:pt>
                <c:pt idx="1650">
                  <c:v>1138.9178754541185</c:v>
                </c:pt>
                <c:pt idx="1651">
                  <c:v>1140.0237591445937</c:v>
                </c:pt>
                <c:pt idx="1652">
                  <c:v>1141.1317333010682</c:v>
                </c:pt>
                <c:pt idx="1653">
                  <c:v>1142.2417399882038</c:v>
                </c:pt>
                <c:pt idx="1654">
                  <c:v>1143.3537218920419</c:v>
                </c:pt>
                <c:pt idx="1655">
                  <c:v>1144.4676223144766</c:v>
                </c:pt>
                <c:pt idx="1656">
                  <c:v>1145.5833851676259</c:v>
                </c:pt>
                <c:pt idx="1657">
                  <c:v>1146.7009549683921</c:v>
                </c:pt>
                <c:pt idx="1658">
                  <c:v>1147.8202768329638</c:v>
                </c:pt>
                <c:pt idx="1659">
                  <c:v>1148.9412964714268</c:v>
                </c:pt>
                <c:pt idx="1660">
                  <c:v>1150.0639601823766</c:v>
                </c:pt>
                <c:pt idx="1661">
                  <c:v>1151.1882148476273</c:v>
                </c:pt>
                <c:pt idx="1662">
                  <c:v>1152.3140079269192</c:v>
                </c:pt>
                <c:pt idx="1663">
                  <c:v>1153.4412874526699</c:v>
                </c:pt>
                <c:pt idx="1664">
                  <c:v>1154.5700020248257</c:v>
                </c:pt>
                <c:pt idx="1665">
                  <c:v>1155.7001008057</c:v>
                </c:pt>
                <c:pt idx="1666">
                  <c:v>1156.8315335148743</c:v>
                </c:pt>
                <c:pt idx="1667">
                  <c:v>1157.964250424164</c:v>
                </c:pt>
                <c:pt idx="1668">
                  <c:v>1159.0982023525742</c:v>
                </c:pt>
                <c:pt idx="1669">
                  <c:v>1160.2333406613454</c:v>
                </c:pt>
                <c:pt idx="1670">
                  <c:v>1161.3696172490679</c:v>
                </c:pt>
                <c:pt idx="1671">
                  <c:v>1162.5069845467012</c:v>
                </c:pt>
                <c:pt idx="1672">
                  <c:v>1163.6453955128352</c:v>
                </c:pt>
                <c:pt idx="1673">
                  <c:v>1164.7848036288385</c:v>
                </c:pt>
                <c:pt idx="1674">
                  <c:v>1165.9251628940706</c:v>
                </c:pt>
                <c:pt idx="1675">
                  <c:v>1167.0664278212305</c:v>
                </c:pt>
                <c:pt idx="1676">
                  <c:v>1168.2085534316284</c:v>
                </c:pt>
                <c:pt idx="1677">
                  <c:v>1169.351495250542</c:v>
                </c:pt>
                <c:pt idx="1678">
                  <c:v>1170.4952093026441</c:v>
                </c:pt>
                <c:pt idx="1679">
                  <c:v>1171.6396521074373</c:v>
                </c:pt>
                <c:pt idx="1680">
                  <c:v>1172.7847806747047</c:v>
                </c:pt>
                <c:pt idx="1681">
                  <c:v>1173.9305525000404</c:v>
                </c:pt>
                <c:pt idx="1682">
                  <c:v>1175.0769255604428</c:v>
                </c:pt>
                <c:pt idx="1683">
                  <c:v>1176.2238583098294</c:v>
                </c:pt>
                <c:pt idx="1684">
                  <c:v>1177.3713096747288</c:v>
                </c:pt>
                <c:pt idx="1685">
                  <c:v>1178.5192390499296</c:v>
                </c:pt>
                <c:pt idx="1686">
                  <c:v>1179.6676062941854</c:v>
                </c:pt>
                <c:pt idx="1687">
                  <c:v>1180.8163717259347</c:v>
                </c:pt>
                <c:pt idx="1688">
                  <c:v>1181.9654961191168</c:v>
                </c:pt>
                <c:pt idx="1689">
                  <c:v>1183.1149406989553</c:v>
                </c:pt>
                <c:pt idx="1690">
                  <c:v>1184.2646671378277</c:v>
                </c:pt>
                <c:pt idx="1691">
                  <c:v>1185.414637551123</c:v>
                </c:pt>
                <c:pt idx="1692">
                  <c:v>1186.5648144931795</c:v>
                </c:pt>
                <c:pt idx="1693">
                  <c:v>1187.7151609532684</c:v>
                </c:pt>
                <c:pt idx="1694">
                  <c:v>1188.865640351511</c:v>
                </c:pt>
                <c:pt idx="1695">
                  <c:v>1190.0162165349634</c:v>
                </c:pt>
                <c:pt idx="1696">
                  <c:v>1191.1668537736587</c:v>
                </c:pt>
                <c:pt idx="1697">
                  <c:v>1192.3175167566799</c:v>
                </c:pt>
                <c:pt idx="1698">
                  <c:v>1193.4681705883211</c:v>
                </c:pt>
                <c:pt idx="1699">
                  <c:v>1194.6187807842052</c:v>
                </c:pt>
                <c:pt idx="1700">
                  <c:v>1195.769313267492</c:v>
                </c:pt>
                <c:pt idx="1701">
                  <c:v>1196.9197343651185</c:v>
                </c:pt>
                <c:pt idx="1702">
                  <c:v>1198.0700108040135</c:v>
                </c:pt>
                <c:pt idx="1703">
                  <c:v>1199.2201097074344</c:v>
                </c:pt>
                <c:pt idx="1704">
                  <c:v>1200.3699985912606</c:v>
                </c:pt>
                <c:pt idx="1705">
                  <c:v>1201.5196453603246</c:v>
                </c:pt>
                <c:pt idx="1706">
                  <c:v>1202.6690183048543</c:v>
                </c:pt>
                <c:pt idx="1707">
                  <c:v>1203.8180860968182</c:v>
                </c:pt>
                <c:pt idx="1708">
                  <c:v>1204.9668177864203</c:v>
                </c:pt>
                <c:pt idx="1709">
                  <c:v>1206.1151827985502</c:v>
                </c:pt>
                <c:pt idx="1710">
                  <c:v>1207.2631509292869</c:v>
                </c:pt>
                <c:pt idx="1711">
                  <c:v>1208.4106923424574</c:v>
                </c:pt>
                <c:pt idx="1712">
                  <c:v>1209.5577775661814</c:v>
                </c:pt>
                <c:pt idx="1713">
                  <c:v>1210.7043774894564</c:v>
                </c:pt>
                <c:pt idx="1714">
                  <c:v>1211.8504633588102</c:v>
                </c:pt>
                <c:pt idx="1715">
                  <c:v>1212.9960067749339</c:v>
                </c:pt>
                <c:pt idx="1716">
                  <c:v>1214.1409796893772</c:v>
                </c:pt>
                <c:pt idx="1717">
                  <c:v>1215.2853544012287</c:v>
                </c:pt>
                <c:pt idx="1718">
                  <c:v>1216.4291035539013</c:v>
                </c:pt>
                <c:pt idx="1719">
                  <c:v>1217.5722001318677</c:v>
                </c:pt>
                <c:pt idx="1720">
                  <c:v>1218.714617457433</c:v>
                </c:pt>
                <c:pt idx="1721">
                  <c:v>1219.8563291876196</c:v>
                </c:pt>
                <c:pt idx="1722">
                  <c:v>1220.9973093109586</c:v>
                </c:pt>
                <c:pt idx="1723">
                  <c:v>1222.1375321444016</c:v>
                </c:pt>
                <c:pt idx="1724">
                  <c:v>1223.2769723301935</c:v>
                </c:pt>
                <c:pt idx="1725">
                  <c:v>1224.4156048328484</c:v>
                </c:pt>
                <c:pt idx="1726">
                  <c:v>1225.5534049360613</c:v>
                </c:pt>
                <c:pt idx="1727">
                  <c:v>1226.690348239697</c:v>
                </c:pt>
                <c:pt idx="1728">
                  <c:v>1227.8264106568192</c:v>
                </c:pt>
                <c:pt idx="1729">
                  <c:v>1228.961568410733</c:v>
                </c:pt>
                <c:pt idx="1730">
                  <c:v>1230.0957980319934</c:v>
                </c:pt>
                <c:pt idx="1731">
                  <c:v>1231.2290763555668</c:v>
                </c:pt>
                <c:pt idx="1732">
                  <c:v>1232.3613805178625</c:v>
                </c:pt>
                <c:pt idx="1733">
                  <c:v>1233.4926879539262</c:v>
                </c:pt>
                <c:pt idx="1734">
                  <c:v>1234.6229763945767</c:v>
                </c:pt>
                <c:pt idx="1735">
                  <c:v>1235.7522238636061</c:v>
                </c:pt>
                <c:pt idx="1736">
                  <c:v>1236.8804086749676</c:v>
                </c:pt>
                <c:pt idx="1737">
                  <c:v>1238.0075094300209</c:v>
                </c:pt>
                <c:pt idx="1738">
                  <c:v>1239.1335050147914</c:v>
                </c:pt>
                <c:pt idx="1739">
                  <c:v>1240.2583745972613</c:v>
                </c:pt>
                <c:pt idx="1740">
                  <c:v>1241.3820976246379</c:v>
                </c:pt>
                <c:pt idx="1741">
                  <c:v>1242.5046538207248</c:v>
                </c:pt>
                <c:pt idx="1742">
                  <c:v>1243.6260231832632</c:v>
                </c:pt>
                <c:pt idx="1743">
                  <c:v>1244.7461859812774</c:v>
                </c:pt>
                <c:pt idx="1744">
                  <c:v>1245.8651227525033</c:v>
                </c:pt>
                <c:pt idx="1745">
                  <c:v>1246.9828143008046</c:v>
                </c:pt>
                <c:pt idx="1746">
                  <c:v>1248.0992416936053</c:v>
                </c:pt>
                <c:pt idx="1747">
                  <c:v>1249.2143862593578</c:v>
                </c:pt>
                <c:pt idx="1748">
                  <c:v>1250.3282295850231</c:v>
                </c:pt>
                <c:pt idx="1749">
                  <c:v>1251.440753513587</c:v>
                </c:pt>
                <c:pt idx="1750">
                  <c:v>1252.5519401415897</c:v>
                </c:pt>
                <c:pt idx="1751">
                  <c:v>1253.6617718166765</c:v>
                </c:pt>
                <c:pt idx="1752">
                  <c:v>1254.7702311351707</c:v>
                </c:pt>
                <c:pt idx="1753">
                  <c:v>1255.8773009396618</c:v>
                </c:pt>
                <c:pt idx="1754">
                  <c:v>1256.9829643166292</c:v>
                </c:pt>
                <c:pt idx="1755">
                  <c:v>1258.0872045940769</c:v>
                </c:pt>
                <c:pt idx="1756">
                  <c:v>1259.1900053391691</c:v>
                </c:pt>
                <c:pt idx="1757">
                  <c:v>1260.2913503559369</c:v>
                </c:pt>
                <c:pt idx="1758">
                  <c:v>1261.3912236829703</c:v>
                </c:pt>
                <c:pt idx="1759">
                  <c:v>1262.489609591099</c:v>
                </c:pt>
                <c:pt idx="1760">
                  <c:v>1263.5864925811818</c:v>
                </c:pt>
                <c:pt idx="1761">
                  <c:v>1264.6818573818405</c:v>
                </c:pt>
                <c:pt idx="1762">
                  <c:v>1265.7756889472048</c:v>
                </c:pt>
                <c:pt idx="1763">
                  <c:v>1266.8679724547635</c:v>
                </c:pt>
                <c:pt idx="1764">
                  <c:v>1267.9586933031312</c:v>
                </c:pt>
                <c:pt idx="1765">
                  <c:v>1269.0478371099357</c:v>
                </c:pt>
                <c:pt idx="1766">
                  <c:v>1270.1353897096024</c:v>
                </c:pt>
                <c:pt idx="1767">
                  <c:v>1271.2213371512769</c:v>
                </c:pt>
                <c:pt idx="1768">
                  <c:v>1272.3056656966994</c:v>
                </c:pt>
                <c:pt idx="1769">
                  <c:v>1273.3883618181308</c:v>
                </c:pt>
                <c:pt idx="1770">
                  <c:v>1274.4694121962391</c:v>
                </c:pt>
                <c:pt idx="1771">
                  <c:v>1275.5488037180633</c:v>
                </c:pt>
                <c:pt idx="1772">
                  <c:v>1276.6265234750138</c:v>
                </c:pt>
                <c:pt idx="1773">
                  <c:v>1277.7025587607852</c:v>
                </c:pt>
                <c:pt idx="1774">
                  <c:v>1278.7768970694196</c:v>
                </c:pt>
                <c:pt idx="1775">
                  <c:v>1279.8495260932834</c:v>
                </c:pt>
                <c:pt idx="1776">
                  <c:v>1280.9204337211083</c:v>
                </c:pt>
                <c:pt idx="1777">
                  <c:v>1281.9896080360436</c:v>
                </c:pt>
                <c:pt idx="1778">
                  <c:v>1283.0570373137273</c:v>
                </c:pt>
                <c:pt idx="1779">
                  <c:v>1284.1227100203946</c:v>
                </c:pt>
                <c:pt idx="1780">
                  <c:v>1285.1866148109102</c:v>
                </c:pt>
                <c:pt idx="1781">
                  <c:v>1286.2487405269703</c:v>
                </c:pt>
                <c:pt idx="1782">
                  <c:v>1287.3090761951726</c:v>
                </c:pt>
                <c:pt idx="1783">
                  <c:v>1288.3676110252218</c:v>
                </c:pt>
                <c:pt idx="1784">
                  <c:v>1289.4243344080421</c:v>
                </c:pt>
                <c:pt idx="1785">
                  <c:v>1290.4792359140022</c:v>
                </c:pt>
                <c:pt idx="1786">
                  <c:v>1291.5323052911094</c:v>
                </c:pt>
                <c:pt idx="1787">
                  <c:v>1292.583532463193</c:v>
                </c:pt>
                <c:pt idx="1788">
                  <c:v>1293.6329075281953</c:v>
                </c:pt>
                <c:pt idx="1789">
                  <c:v>1294.68042075635</c:v>
                </c:pt>
                <c:pt idx="1790">
                  <c:v>1295.7260625884985</c:v>
                </c:pt>
                <c:pt idx="1791">
                  <c:v>1296.7698236343401</c:v>
                </c:pt>
                <c:pt idx="1792">
                  <c:v>1297.8116946707373</c:v>
                </c:pt>
                <c:pt idx="1793">
                  <c:v>1298.851666640021</c:v>
                </c:pt>
                <c:pt idx="1794">
                  <c:v>1299.8897306483009</c:v>
                </c:pt>
                <c:pt idx="1795">
                  <c:v>1300.9258779638278</c:v>
                </c:pt>
                <c:pt idx="1796">
                  <c:v>1301.960100015328</c:v>
                </c:pt>
                <c:pt idx="1797">
                  <c:v>1302.9923883903782</c:v>
                </c:pt>
                <c:pt idx="1798">
                  <c:v>1304.0227348337767</c:v>
                </c:pt>
                <c:pt idx="1799">
                  <c:v>1305.0511312459387</c:v>
                </c:pt>
                <c:pt idx="1800">
                  <c:v>1306.0775696813605</c:v>
                </c:pt>
                <c:pt idx="1801">
                  <c:v>1307.1020423469381</c:v>
                </c:pt>
                <c:pt idx="1802">
                  <c:v>1308.1245416005115</c:v>
                </c:pt>
                <c:pt idx="1803">
                  <c:v>1309.1450599492453</c:v>
                </c:pt>
                <c:pt idx="1804">
                  <c:v>1310.1635900481328</c:v>
                </c:pt>
                <c:pt idx="1805">
                  <c:v>1311.1801246984699</c:v>
                </c:pt>
                <c:pt idx="1806">
                  <c:v>1312.194656846317</c:v>
                </c:pt>
                <c:pt idx="1807">
                  <c:v>1313.207179581058</c:v>
                </c:pt>
                <c:pt idx="1808">
                  <c:v>1314.217686133866</c:v>
                </c:pt>
                <c:pt idx="1809">
                  <c:v>1315.2261698762989</c:v>
                </c:pt>
                <c:pt idx="1810">
                  <c:v>1316.2326243187683</c:v>
                </c:pt>
                <c:pt idx="1811">
                  <c:v>1317.2370431091701</c:v>
                </c:pt>
                <c:pt idx="1812">
                  <c:v>1318.239420031395</c:v>
                </c:pt>
                <c:pt idx="1813">
                  <c:v>1319.2397490039846</c:v>
                </c:pt>
                <c:pt idx="1814">
                  <c:v>1320.2380240786406</c:v>
                </c:pt>
                <c:pt idx="1815">
                  <c:v>1321.2342394389088</c:v>
                </c:pt>
                <c:pt idx="1816">
                  <c:v>1322.2283893987824</c:v>
                </c:pt>
                <c:pt idx="1817">
                  <c:v>1323.2204684012975</c:v>
                </c:pt>
                <c:pt idx="1818">
                  <c:v>1324.2104710172366</c:v>
                </c:pt>
                <c:pt idx="1819">
                  <c:v>1325.1983919437537</c:v>
                </c:pt>
                <c:pt idx="1820">
                  <c:v>1326.1842260030348</c:v>
                </c:pt>
                <c:pt idx="1821">
                  <c:v>1327.1679681410069</c:v>
                </c:pt>
                <c:pt idx="1822">
                  <c:v>1328.1496134260512</c:v>
                </c:pt>
                <c:pt idx="1823">
                  <c:v>1329.1291570476283</c:v>
                </c:pt>
                <c:pt idx="1824">
                  <c:v>1330.1065943150882</c:v>
                </c:pt>
                <c:pt idx="1825">
                  <c:v>1331.0819206563629</c:v>
                </c:pt>
                <c:pt idx="1826">
                  <c:v>1332.0551316166629</c:v>
                </c:pt>
                <c:pt idx="1827">
                  <c:v>1333.0262228573035</c:v>
                </c:pt>
                <c:pt idx="1828">
                  <c:v>1333.9951901544302</c:v>
                </c:pt>
                <c:pt idx="1829">
                  <c:v>1334.9620293977919</c:v>
                </c:pt>
                <c:pt idx="1830">
                  <c:v>1335.9267365895403</c:v>
                </c:pt>
                <c:pt idx="1831">
                  <c:v>1336.8893078430131</c:v>
                </c:pt>
                <c:pt idx="1832">
                  <c:v>1337.8497393815246</c:v>
                </c:pt>
                <c:pt idx="1833">
                  <c:v>1338.8080275372474</c:v>
                </c:pt>
                <c:pt idx="1834">
                  <c:v>1339.7641687499486</c:v>
                </c:pt>
                <c:pt idx="1835">
                  <c:v>1340.7181595659279</c:v>
                </c:pt>
                <c:pt idx="1836">
                  <c:v>1341.6699966367721</c:v>
                </c:pt>
                <c:pt idx="1837">
                  <c:v>1342.6196767182814</c:v>
                </c:pt>
                <c:pt idx="1838">
                  <c:v>1343.5671966693194</c:v>
                </c:pt>
                <c:pt idx="1839">
                  <c:v>1344.5125534506899</c:v>
                </c:pt>
                <c:pt idx="1840">
                  <c:v>1345.4557441240345</c:v>
                </c:pt>
                <c:pt idx="1841">
                  <c:v>1346.3967658507111</c:v>
                </c:pt>
                <c:pt idx="1842">
                  <c:v>1347.3356158907416</c:v>
                </c:pt>
                <c:pt idx="1843">
                  <c:v>1348.272291601688</c:v>
                </c:pt>
                <c:pt idx="1844">
                  <c:v>1349.2067904376424</c:v>
                </c:pt>
                <c:pt idx="1845">
                  <c:v>1350.1391099481052</c:v>
                </c:pt>
                <c:pt idx="1846">
                  <c:v>1351.0692477769594</c:v>
                </c:pt>
                <c:pt idx="1847">
                  <c:v>1351.997201661429</c:v>
                </c:pt>
                <c:pt idx="1848">
                  <c:v>1352.9229694310857</c:v>
                </c:pt>
                <c:pt idx="1849">
                  <c:v>1353.8465490067413</c:v>
                </c:pt>
                <c:pt idx="1850">
                  <c:v>1354.7679383995076</c:v>
                </c:pt>
                <c:pt idx="1851">
                  <c:v>1355.6871357097755</c:v>
                </c:pt>
                <c:pt idx="1852">
                  <c:v>1356.6041391261995</c:v>
                </c:pt>
                <c:pt idx="1853">
                  <c:v>1357.5189469247364</c:v>
                </c:pt>
                <c:pt idx="1854">
                  <c:v>1358.4315574676502</c:v>
                </c:pt>
                <c:pt idx="1855">
                  <c:v>1359.3419692025641</c:v>
                </c:pt>
                <c:pt idx="1856">
                  <c:v>1360.250180661478</c:v>
                </c:pt>
                <c:pt idx="1857">
                  <c:v>1361.1561904598457</c:v>
                </c:pt>
                <c:pt idx="1858">
                  <c:v>1362.0599972956236</c:v>
                </c:pt>
                <c:pt idx="1859">
                  <c:v>1362.9615999482912</c:v>
                </c:pt>
                <c:pt idx="1860">
                  <c:v>1363.8609972780355</c:v>
                </c:pt>
                <c:pt idx="1861">
                  <c:v>1364.7581882247223</c:v>
                </c:pt>
                <c:pt idx="1862">
                  <c:v>1365.6531718070562</c:v>
                </c:pt>
                <c:pt idx="1863">
                  <c:v>1366.5459471216482</c:v>
                </c:pt>
                <c:pt idx="1864">
                  <c:v>1367.4365133421604</c:v>
                </c:pt>
                <c:pt idx="1865">
                  <c:v>1368.324869718364</c:v>
                </c:pt>
                <c:pt idx="1866">
                  <c:v>1369.2110155753555</c:v>
                </c:pt>
                <c:pt idx="1867">
                  <c:v>1370.094950312593</c:v>
                </c:pt>
                <c:pt idx="1868">
                  <c:v>1370.9766734030859</c:v>
                </c:pt>
                <c:pt idx="1869">
                  <c:v>1371.856184392569</c:v>
                </c:pt>
                <c:pt idx="1870">
                  <c:v>1372.7334828986013</c:v>
                </c:pt>
                <c:pt idx="1871">
                  <c:v>1373.6085686097847</c:v>
                </c:pt>
                <c:pt idx="1872">
                  <c:v>1374.4814412849016</c:v>
                </c:pt>
                <c:pt idx="1873">
                  <c:v>1375.3521007520874</c:v>
                </c:pt>
                <c:pt idx="1874">
                  <c:v>1376.22054690807</c:v>
                </c:pt>
                <c:pt idx="1875">
                  <c:v>1377.086779717328</c:v>
                </c:pt>
                <c:pt idx="1876">
                  <c:v>1377.9507992112754</c:v>
                </c:pt>
                <c:pt idx="1877">
                  <c:v>1378.8126054875213</c:v>
                </c:pt>
                <c:pt idx="1878">
                  <c:v>1379.6721987090541</c:v>
                </c:pt>
                <c:pt idx="1879">
                  <c:v>1380.5295791034528</c:v>
                </c:pt>
                <c:pt idx="1880">
                  <c:v>1381.3847469621705</c:v>
                </c:pt>
                <c:pt idx="1881">
                  <c:v>1382.2377026397382</c:v>
                </c:pt>
                <c:pt idx="1882">
                  <c:v>1383.0884465529914</c:v>
                </c:pt>
                <c:pt idx="1883">
                  <c:v>1383.9369791803674</c:v>
                </c:pt>
                <c:pt idx="1884">
                  <c:v>1384.7833010611503</c:v>
                </c:pt>
                <c:pt idx="1885">
                  <c:v>1385.6274127947295</c:v>
                </c:pt>
                <c:pt idx="1886">
                  <c:v>1386.4693150398493</c:v>
                </c:pt>
                <c:pt idx="1887">
                  <c:v>1387.30900851397</c:v>
                </c:pt>
                <c:pt idx="1888">
                  <c:v>1388.1464939924626</c:v>
                </c:pt>
                <c:pt idx="1889">
                  <c:v>1388.9817723079673</c:v>
                </c:pt>
                <c:pt idx="1890">
                  <c:v>1389.8148443496425</c:v>
                </c:pt>
                <c:pt idx="1891">
                  <c:v>1390.6457110625395</c:v>
                </c:pt>
                <c:pt idx="1892">
                  <c:v>1391.474373446837</c:v>
                </c:pt>
                <c:pt idx="1893">
                  <c:v>1392.3008325572275</c:v>
                </c:pt>
                <c:pt idx="1894">
                  <c:v>1393.125089502199</c:v>
                </c:pt>
                <c:pt idx="1895">
                  <c:v>1393.9471454434072</c:v>
                </c:pt>
                <c:pt idx="1896">
                  <c:v>1394.7670015949659</c:v>
                </c:pt>
                <c:pt idx="1897">
                  <c:v>1395.5846592228388</c:v>
                </c:pt>
                <c:pt idx="1898">
                  <c:v>1396.4001196441675</c:v>
                </c:pt>
                <c:pt idx="1899">
                  <c:v>1397.2133842266401</c:v>
                </c:pt>
                <c:pt idx="1900">
                  <c:v>1398.0244543878277</c:v>
                </c:pt>
                <c:pt idx="1901">
                  <c:v>1398.833331594577</c:v>
                </c:pt>
                <c:pt idx="1902">
                  <c:v>1399.6400173624061</c:v>
                </c:pt>
                <c:pt idx="1903">
                  <c:v>1400.4445132548535</c:v>
                </c:pt>
                <c:pt idx="1904">
                  <c:v>1401.2468208828452</c:v>
                </c:pt>
                <c:pt idx="1905">
                  <c:v>1402.0469419041397</c:v>
                </c:pt>
                <c:pt idx="1906">
                  <c:v>1402.8448780227227</c:v>
                </c:pt>
                <c:pt idx="1907">
                  <c:v>1403.6406309881713</c:v>
                </c:pt>
                <c:pt idx="1908">
                  <c:v>1404.4342025950612</c:v>
                </c:pt>
                <c:pt idx="1909">
                  <c:v>1405.2255946824616</c:v>
                </c:pt>
                <c:pt idx="1910">
                  <c:v>1406.0148091332519</c:v>
                </c:pt>
                <c:pt idx="1911">
                  <c:v>1406.8018478736228</c:v>
                </c:pt>
                <c:pt idx="1912">
                  <c:v>1407.5867128724942</c:v>
                </c:pt>
                <c:pt idx="1913">
                  <c:v>1408.3694061408933</c:v>
                </c:pt>
                <c:pt idx="1914">
                  <c:v>1409.1499297315233</c:v>
                </c:pt>
                <c:pt idx="1915">
                  <c:v>1409.9282857380529</c:v>
                </c:pt>
                <c:pt idx="1916">
                  <c:v>1410.7044762947141</c:v>
                </c:pt>
                <c:pt idx="1917">
                  <c:v>1411.4785035756718</c:v>
                </c:pt>
                <c:pt idx="1918">
                  <c:v>1412.2503697945046</c:v>
                </c:pt>
                <c:pt idx="1919">
                  <c:v>1413.0200772037058</c:v>
                </c:pt>
                <c:pt idx="1920">
                  <c:v>1413.7876280941334</c:v>
                </c:pt>
                <c:pt idx="1921">
                  <c:v>1414.5530247944635</c:v>
                </c:pt>
                <c:pt idx="1922">
                  <c:v>1415.3162696707454</c:v>
                </c:pt>
                <c:pt idx="1923">
                  <c:v>1416.0773651258094</c:v>
                </c:pt>
                <c:pt idx="1924">
                  <c:v>1416.8363135988263</c:v>
                </c:pt>
                <c:pt idx="1925">
                  <c:v>1417.5931175647788</c:v>
                </c:pt>
                <c:pt idx="1926">
                  <c:v>1418.3477795339204</c:v>
                </c:pt>
                <c:pt idx="1927">
                  <c:v>1419.1003020513954</c:v>
                </c:pt>
                <c:pt idx="1928">
                  <c:v>1419.8506876966367</c:v>
                </c:pt>
                <c:pt idx="1929">
                  <c:v>1420.5989390829443</c:v>
                </c:pt>
                <c:pt idx="1930">
                  <c:v>1421.345058857024</c:v>
                </c:pt>
                <c:pt idx="1931">
                  <c:v>1422.0890496984489</c:v>
                </c:pt>
                <c:pt idx="1932">
                  <c:v>1422.8309143192662</c:v>
                </c:pt>
                <c:pt idx="1933">
                  <c:v>1423.5706554634448</c:v>
                </c:pt>
                <c:pt idx="1934">
                  <c:v>1424.3082759065319</c:v>
                </c:pt>
                <c:pt idx="1935">
                  <c:v>1425.0437784550725</c:v>
                </c:pt>
                <c:pt idx="1936">
                  <c:v>1425.7771659462837</c:v>
                </c:pt>
                <c:pt idx="1937">
                  <c:v>1426.5084412474819</c:v>
                </c:pt>
                <c:pt idx="1938">
                  <c:v>1427.2376072557583</c:v>
                </c:pt>
                <c:pt idx="1939">
                  <c:v>1427.9646668974713</c:v>
                </c:pt>
                <c:pt idx="1940">
                  <c:v>1428.6896231278133</c:v>
                </c:pt>
                <c:pt idx="1941">
                  <c:v>1429.4124789304285</c:v>
                </c:pt>
                <c:pt idx="1942">
                  <c:v>1430.1332373169525</c:v>
                </c:pt>
                <c:pt idx="1943">
                  <c:v>1430.8519013265745</c:v>
                </c:pt>
                <c:pt idx="1944">
                  <c:v>1431.5684740256738</c:v>
                </c:pt>
                <c:pt idx="1945">
                  <c:v>1432.2829585073875</c:v>
                </c:pt>
                <c:pt idx="1946">
                  <c:v>1432.9953578911559</c:v>
                </c:pt>
                <c:pt idx="1947">
                  <c:v>1433.7056753223997</c:v>
                </c:pt>
                <c:pt idx="1948">
                  <c:v>1434.4139139720426</c:v>
                </c:pt>
                <c:pt idx="1949">
                  <c:v>1435.1200770361741</c:v>
                </c:pt>
                <c:pt idx="1950">
                  <c:v>1435.8241677356232</c:v>
                </c:pt>
                <c:pt idx="1951">
                  <c:v>1436.5261893155748</c:v>
                </c:pt>
                <c:pt idx="1952">
                  <c:v>1437.2261450452172</c:v>
                </c:pt>
                <c:pt idx="1953">
                  <c:v>1437.9240382172852</c:v>
                </c:pt>
                <c:pt idx="1954">
                  <c:v>1438.6198721477811</c:v>
                </c:pt>
                <c:pt idx="1955">
                  <c:v>1439.3136501755264</c:v>
                </c:pt>
                <c:pt idx="1956">
                  <c:v>1440.0053756618217</c:v>
                </c:pt>
                <c:pt idx="1957">
                  <c:v>1440.6950519900918</c:v>
                </c:pt>
                <c:pt idx="1958">
                  <c:v>1441.3826825654969</c:v>
                </c:pt>
                <c:pt idx="1959">
                  <c:v>1442.068270814588</c:v>
                </c:pt>
                <c:pt idx="1960">
                  <c:v>1442.7518201849452</c:v>
                </c:pt>
                <c:pt idx="1961">
                  <c:v>1443.433334144846</c:v>
                </c:pt>
                <c:pt idx="1962">
                  <c:v>1444.1128161828967</c:v>
                </c:pt>
                <c:pt idx="1963">
                  <c:v>1444.7902698076896</c:v>
                </c:pt>
                <c:pt idx="1964">
                  <c:v>1445.4656985474835</c:v>
                </c:pt>
                <c:pt idx="1965">
                  <c:v>1446.1391059498169</c:v>
                </c:pt>
                <c:pt idx="1966">
                  <c:v>1446.8104955812462</c:v>
                </c:pt>
                <c:pt idx="1967">
                  <c:v>1447.4798710269395</c:v>
                </c:pt>
                <c:pt idx="1968">
                  <c:v>1448.1472358904182</c:v>
                </c:pt>
                <c:pt idx="1969">
                  <c:v>1448.8125937931766</c:v>
                </c:pt>
                <c:pt idx="1970">
                  <c:v>1449.4759483743808</c:v>
                </c:pt>
                <c:pt idx="1971">
                  <c:v>1450.1373032905642</c:v>
                </c:pt>
                <c:pt idx="1972">
                  <c:v>1450.7966622153203</c:v>
                </c:pt>
                <c:pt idx="1973">
                  <c:v>1451.4540288389439</c:v>
                </c:pt>
                <c:pt idx="1974">
                  <c:v>1452.1094068681534</c:v>
                </c:pt>
                <c:pt idx="1975">
                  <c:v>1452.7628000258246</c:v>
                </c:pt>
                <c:pt idx="1976">
                  <c:v>1453.4142120506199</c:v>
                </c:pt>
                <c:pt idx="1977">
                  <c:v>1454.0636466967023</c:v>
                </c:pt>
                <c:pt idx="1978">
                  <c:v>1454.711107733508</c:v>
                </c:pt>
                <c:pt idx="1979">
                  <c:v>1455.3565989453512</c:v>
                </c:pt>
                <c:pt idx="1980">
                  <c:v>1456.0001241312257</c:v>
                </c:pt>
                <c:pt idx="1981">
                  <c:v>1456.6416871044657</c:v>
                </c:pt>
                <c:pt idx="1982">
                  <c:v>1457.2812916924654</c:v>
                </c:pt>
                <c:pt idx="1983">
                  <c:v>1457.9189417364262</c:v>
                </c:pt>
                <c:pt idx="1984">
                  <c:v>1458.5546410910356</c:v>
                </c:pt>
                <c:pt idx="1985">
                  <c:v>1459.1883936242323</c:v>
                </c:pt>
                <c:pt idx="1986">
                  <c:v>1459.8202032169468</c:v>
                </c:pt>
                <c:pt idx="1987">
                  <c:v>1460.450073762745</c:v>
                </c:pt>
                <c:pt idx="1988">
                  <c:v>1461.078009167657</c:v>
                </c:pt>
                <c:pt idx="1989">
                  <c:v>1461.7040133498967</c:v>
                </c:pt>
                <c:pt idx="1990">
                  <c:v>1462.3280902395295</c:v>
                </c:pt>
                <c:pt idx="1991">
                  <c:v>1462.9502437783135</c:v>
                </c:pt>
                <c:pt idx="1992">
                  <c:v>1463.5704779193588</c:v>
                </c:pt>
                <c:pt idx="1993">
                  <c:v>1464.1887966269485</c:v>
                </c:pt>
                <c:pt idx="1994">
                  <c:v>1464.8052038762073</c:v>
                </c:pt>
                <c:pt idx="1995">
                  <c:v>1465.4197036529381</c:v>
                </c:pt>
                <c:pt idx="1996">
                  <c:v>1466.0322999533269</c:v>
                </c:pt>
                <c:pt idx="1997">
                  <c:v>1466.6429967836737</c:v>
                </c:pt>
                <c:pt idx="1998">
                  <c:v>1467.2517981602555</c:v>
                </c:pt>
                <c:pt idx="1999">
                  <c:v>1467.8587081089522</c:v>
                </c:pt>
                <c:pt idx="2000">
                  <c:v>1468.4637306651343</c:v>
                </c:pt>
                <c:pt idx="2001">
                  <c:v>1469.066869873355</c:v>
                </c:pt>
                <c:pt idx="2002">
                  <c:v>1469.6681297871366</c:v>
                </c:pt>
                <c:pt idx="2003">
                  <c:v>1470.2675144687744</c:v>
                </c:pt>
                <c:pt idx="2004">
                  <c:v>1470.8650279890583</c:v>
                </c:pt>
                <c:pt idx="2005">
                  <c:v>1471.460674427098</c:v>
                </c:pt>
                <c:pt idx="2006">
                  <c:v>1472.0544578700583</c:v>
                </c:pt>
                <c:pt idx="2007">
                  <c:v>1472.6463824129869</c:v>
                </c:pt>
                <c:pt idx="2008">
                  <c:v>1473.2364521585955</c:v>
                </c:pt>
                <c:pt idx="2009">
                  <c:v>1473.8246712169694</c:v>
                </c:pt>
                <c:pt idx="2010">
                  <c:v>1474.4110437054649</c:v>
                </c:pt>
                <c:pt idx="2011">
                  <c:v>1474.9955737484368</c:v>
                </c:pt>
                <c:pt idx="2012">
                  <c:v>1475.5782654770419</c:v>
                </c:pt>
                <c:pt idx="2013">
                  <c:v>1476.1591230290387</c:v>
                </c:pt>
                <c:pt idx="2014">
                  <c:v>1476.7381505485839</c:v>
                </c:pt>
                <c:pt idx="2015">
                  <c:v>1477.3153521860463</c:v>
                </c:pt>
                <c:pt idx="2016">
                  <c:v>1477.8907320977853</c:v>
                </c:pt>
                <c:pt idx="2017">
                  <c:v>1478.4642944459438</c:v>
                </c:pt>
                <c:pt idx="2018">
                  <c:v>1479.0360433983292</c:v>
                </c:pt>
                <c:pt idx="2019">
                  <c:v>1479.6059831281095</c:v>
                </c:pt>
                <c:pt idx="2020">
                  <c:v>1480.1741178137429</c:v>
                </c:pt>
                <c:pt idx="2021">
                  <c:v>1480.7404516386944</c:v>
                </c:pt>
                <c:pt idx="2022">
                  <c:v>1481.3049887912907</c:v>
                </c:pt>
                <c:pt idx="2023">
                  <c:v>1481.8677334645465</c:v>
                </c:pt>
                <c:pt idx="2024">
                  <c:v>1482.4286898559546</c:v>
                </c:pt>
                <c:pt idx="2025">
                  <c:v>1482.9878621673554</c:v>
                </c:pt>
                <c:pt idx="2026">
                  <c:v>1483.5452546046899</c:v>
                </c:pt>
                <c:pt idx="2027">
                  <c:v>1484.1008713778815</c:v>
                </c:pt>
                <c:pt idx="2028">
                  <c:v>1484.654716700652</c:v>
                </c:pt>
                <c:pt idx="2029">
                  <c:v>1485.2067947903176</c:v>
                </c:pt>
                <c:pt idx="2030">
                  <c:v>1485.7571098676722</c:v>
                </c:pt>
                <c:pt idx="2031">
                  <c:v>1486.3056661567521</c:v>
                </c:pt>
                <c:pt idx="2032">
                  <c:v>1486.8524678847682</c:v>
                </c:pt>
                <c:pt idx="2033">
                  <c:v>1487.3975192818214</c:v>
                </c:pt>
                <c:pt idx="2034">
                  <c:v>1487.9408245808402</c:v>
                </c:pt>
                <c:pt idx="2035">
                  <c:v>1488.4823880173808</c:v>
                </c:pt>
                <c:pt idx="2036">
                  <c:v>1489.0222138294555</c:v>
                </c:pt>
                <c:pt idx="2037">
                  <c:v>1489.5603062574039</c:v>
                </c:pt>
                <c:pt idx="2038">
                  <c:v>1490.0966695437291</c:v>
                </c:pt>
                <c:pt idx="2039">
                  <c:v>1490.6313079329425</c:v>
                </c:pt>
                <c:pt idx="2040">
                  <c:v>1491.164225671389</c:v>
                </c:pt>
                <c:pt idx="2041">
                  <c:v>1491.6954270071378</c:v>
                </c:pt>
                <c:pt idx="2042">
                  <c:v>1492.2249161898349</c:v>
                </c:pt>
                <c:pt idx="2043">
                  <c:v>1492.752697470512</c:v>
                </c:pt>
                <c:pt idx="2044">
                  <c:v>1493.2787751014771</c:v>
                </c:pt>
                <c:pt idx="2045">
                  <c:v>1493.8031533361559</c:v>
                </c:pt>
                <c:pt idx="2046">
                  <c:v>1494.3258364289932</c:v>
                </c:pt>
                <c:pt idx="2047">
                  <c:v>1494.8468286352252</c:v>
                </c:pt>
                <c:pt idx="2048">
                  <c:v>1495.3661342108389</c:v>
                </c:pt>
                <c:pt idx="2049">
                  <c:v>1495.8837574123772</c:v>
                </c:pt>
                <c:pt idx="2050">
                  <c:v>1496.399702496816</c:v>
                </c:pt>
                <c:pt idx="2051">
                  <c:v>1496.9139737214255</c:v>
                </c:pt>
                <c:pt idx="2052">
                  <c:v>1497.4265753436887</c:v>
                </c:pt>
                <c:pt idx="2053">
                  <c:v>1497.9375116210792</c:v>
                </c:pt>
                <c:pt idx="2054">
                  <c:v>1498.4467868110062</c:v>
                </c:pt>
                <c:pt idx="2055">
                  <c:v>1498.9544051706775</c:v>
                </c:pt>
                <c:pt idx="2056">
                  <c:v>1499.4603709569199</c:v>
                </c:pt>
                <c:pt idx="2057">
                  <c:v>1499.9646884261551</c:v>
                </c:pt>
                <c:pt idx="2058">
                  <c:v>1500.4673618341778</c:v>
                </c:pt>
                <c:pt idx="2059">
                  <c:v>1500.9683954360796</c:v>
                </c:pt>
                <c:pt idx="2060">
                  <c:v>1501.4677934861436</c:v>
                </c:pt>
                <c:pt idx="2061">
                  <c:v>1501.9655602377011</c:v>
                </c:pt>
                <c:pt idx="2062">
                  <c:v>1502.4616999429927</c:v>
                </c:pt>
                <c:pt idx="2063">
                  <c:v>1502.9562168531313</c:v>
                </c:pt>
                <c:pt idx="2064">
                  <c:v>1503.4491152179201</c:v>
                </c:pt>
                <c:pt idx="2065">
                  <c:v>1503.9403992857367</c:v>
                </c:pt>
                <c:pt idx="2066">
                  <c:v>1504.4300733034688</c:v>
                </c:pt>
                <c:pt idx="2067">
                  <c:v>1504.9181415163762</c:v>
                </c:pt>
                <c:pt idx="2068">
                  <c:v>1505.4046081679855</c:v>
                </c:pt>
                <c:pt idx="2069">
                  <c:v>1505.8894774999649</c:v>
                </c:pt>
                <c:pt idx="2070">
                  <c:v>1506.3727537520806</c:v>
                </c:pt>
                <c:pt idx="2071">
                  <c:v>1506.8544411620048</c:v>
                </c:pt>
                <c:pt idx="2072">
                  <c:v>1507.334543965258</c:v>
                </c:pt>
                <c:pt idx="2073">
                  <c:v>1507.8130663951495</c:v>
                </c:pt>
                <c:pt idx="2074">
                  <c:v>1508.2900126825791</c:v>
                </c:pt>
                <c:pt idx="2075">
                  <c:v>1508.7653870560196</c:v>
                </c:pt>
                <c:pt idx="2076">
                  <c:v>1509.2391937413943</c:v>
                </c:pt>
                <c:pt idx="2077">
                  <c:v>1509.7114369619587</c:v>
                </c:pt>
                <c:pt idx="2078">
                  <c:v>1510.1821209382272</c:v>
                </c:pt>
                <c:pt idx="2079">
                  <c:v>1510.6512498878767</c:v>
                </c:pt>
                <c:pt idx="2080">
                  <c:v>1511.118828025644</c:v>
                </c:pt>
                <c:pt idx="2081">
                  <c:v>1511.5848595632549</c:v>
                </c:pt>
                <c:pt idx="2082">
                  <c:v>1512.0493487092942</c:v>
                </c:pt>
                <c:pt idx="2083">
                  <c:v>1512.5122996691623</c:v>
                </c:pt>
                <c:pt idx="2084">
                  <c:v>1512.9737166449352</c:v>
                </c:pt>
                <c:pt idx="2085">
                  <c:v>1513.433603835346</c:v>
                </c:pt>
                <c:pt idx="2086">
                  <c:v>1513.8919654356152</c:v>
                </c:pt>
                <c:pt idx="2087">
                  <c:v>1514.3488056374426</c:v>
                </c:pt>
                <c:pt idx="2088">
                  <c:v>1514.8041286288601</c:v>
                </c:pt>
                <c:pt idx="2089">
                  <c:v>1515.2579385941915</c:v>
                </c:pt>
                <c:pt idx="2090">
                  <c:v>1515.7102397139763</c:v>
                </c:pt>
                <c:pt idx="2091">
                  <c:v>1516.1610361648195</c:v>
                </c:pt>
                <c:pt idx="2092">
                  <c:v>1516.6103321194237</c:v>
                </c:pt>
                <c:pt idx="2093">
                  <c:v>1517.0581317463905</c:v>
                </c:pt>
                <c:pt idx="2094">
                  <c:v>1517.5044392102227</c:v>
                </c:pt>
                <c:pt idx="2095">
                  <c:v>1517.949258671252</c:v>
                </c:pt>
                <c:pt idx="2096">
                  <c:v>1518.3925942854903</c:v>
                </c:pt>
                <c:pt idx="2097">
                  <c:v>1518.8344502046259</c:v>
                </c:pt>
                <c:pt idx="2098">
                  <c:v>1519.2748305759173</c:v>
                </c:pt>
                <c:pt idx="2099">
                  <c:v>1519.7137395421557</c:v>
                </c:pt>
                <c:pt idx="2100">
                  <c:v>1520.1511812415197</c:v>
                </c:pt>
                <c:pt idx="2101">
                  <c:v>1520.5870814272639</c:v>
                </c:pt>
                <c:pt idx="2102">
                  <c:v>1521.0214484996936</c:v>
                </c:pt>
                <c:pt idx="2103">
                  <c:v>1521.4542906489801</c:v>
                </c:pt>
                <c:pt idx="2104">
                  <c:v>1521.8856158649826</c:v>
                </c:pt>
                <c:pt idx="2105">
                  <c:v>1522.3154319464763</c:v>
                </c:pt>
                <c:pt idx="2106">
                  <c:v>1522.7437465099263</c:v>
                </c:pt>
                <c:pt idx="2107">
                  <c:v>1523.1705669978255</c:v>
                </c:pt>
                <c:pt idx="2108">
                  <c:v>1523.5959006865414</c:v>
                </c:pt>
                <c:pt idx="2109">
                  <c:v>1524.0197546939291</c:v>
                </c:pt>
                <c:pt idx="2110">
                  <c:v>1524.4421359863845</c:v>
                </c:pt>
                <c:pt idx="2111">
                  <c:v>1524.8630513857911</c:v>
                </c:pt>
                <c:pt idx="2112">
                  <c:v>1525.2825075758817</c:v>
                </c:pt>
                <c:pt idx="2113">
                  <c:v>1525.7005111085555</c:v>
                </c:pt>
                <c:pt idx="2114">
                  <c:v>1526.1170684096812</c:v>
                </c:pt>
                <c:pt idx="2115">
                  <c:v>1526.5321857847605</c:v>
                </c:pt>
                <c:pt idx="2116">
                  <c:v>1526.9458694242769</c:v>
                </c:pt>
                <c:pt idx="2117">
                  <c:v>1527.3581254087926</c:v>
                </c:pt>
                <c:pt idx="2118">
                  <c:v>1527.7689597138258</c:v>
                </c:pt>
                <c:pt idx="2119">
                  <c:v>1528.178378214433</c:v>
                </c:pt>
                <c:pt idx="2120">
                  <c:v>1528.5863866896805</c:v>
                </c:pt>
                <c:pt idx="2121">
                  <c:v>1528.9929908268427</c:v>
                </c:pt>
                <c:pt idx="2122">
                  <c:v>1529.3981962253538</c:v>
                </c:pt>
                <c:pt idx="2123">
                  <c:v>1529.7825263735003</c:v>
                </c:pt>
                <c:pt idx="2124">
                  <c:v>1530.1463001112322</c:v>
                </c:pt>
                <c:pt idx="2125">
                  <c:v>1530.4898324909066</c:v>
                </c:pt>
                <c:pt idx="2126">
                  <c:v>1530.8134348151059</c:v>
                </c:pt>
                <c:pt idx="2127">
                  <c:v>1531.1174146743756</c:v>
                </c:pt>
                <c:pt idx="2128">
                  <c:v>1531.4020759847515</c:v>
                </c:pt>
                <c:pt idx="2129">
                  <c:v>1531.6677190249934</c:v>
                </c:pt>
                <c:pt idx="2130">
                  <c:v>1531.9146404737667</c:v>
                </c:pt>
                <c:pt idx="2131">
                  <c:v>1532.1431334465017</c:v>
                </c:pt>
                <c:pt idx="2132">
                  <c:v>1532.353487532014</c:v>
                </c:pt>
                <c:pt idx="2133">
                  <c:v>1532.5459888289877</c:v>
                </c:pt>
                <c:pt idx="2134">
                  <c:v>1532.7209199820757</c:v>
                </c:pt>
                <c:pt idx="2135">
                  <c:v>1532.8785602178766</c:v>
                </c:pt>
                <c:pt idx="2136">
                  <c:v>1533.0191853805886</c:v>
                </c:pt>
                <c:pt idx="2137">
                  <c:v>1533.1430679674293</c:v>
                </c:pt>
                <c:pt idx="2138">
                  <c:v>1533.2504771637498</c:v>
                </c:pt>
                <c:pt idx="2139">
                  <c:v>1533.3416788779507</c:v>
                </c:pt>
                <c:pt idx="2140">
                  <c:v>1533.4169357760723</c:v>
                </c:pt>
                <c:pt idx="2141">
                  <c:v>1533.4765073160913</c:v>
                </c:pt>
                <c:pt idx="2142">
                  <c:v>1533.5206497820211</c:v>
                </c:pt>
                <c:pt idx="2143">
                  <c:v>1533.5496163176354</c:v>
                </c:pt>
                <c:pt idx="2144">
                  <c:v>1533.5636569599701</c:v>
                </c:pt>
                <c:pt idx="2145">
                  <c:v>1533.5629399915679</c:v>
                </c:pt>
                <c:pt idx="2146">
                  <c:v>1533.5476325548004</c:v>
                </c:pt>
                <c:pt idx="2147">
                  <c:v>1533.5179006541994</c:v>
                </c:pt>
                <c:pt idx="2148">
                  <c:v>1533.4739091589863</c:v>
                </c:pt>
                <c:pt idx="2149">
                  <c:v>1533.4158218056318</c:v>
                </c:pt>
                <c:pt idx="2150">
                  <c:v>1533.3438012004576</c:v>
                </c:pt>
                <c:pt idx="2151">
                  <c:v>1533.2580088224195</c:v>
                </c:pt>
                <c:pt idx="2152">
                  <c:v>1533.1586050258325</c:v>
                </c:pt>
                <c:pt idx="2153">
                  <c:v>1533.0457490432968</c:v>
                </c:pt>
                <c:pt idx="2154">
                  <c:v>1532.9195989886268</c:v>
                </c:pt>
                <c:pt idx="2155">
                  <c:v>1532.7803118598451</c:v>
                </c:pt>
                <c:pt idx="2156">
                  <c:v>1532.6280435422734</c:v>
                </c:pt>
                <c:pt idx="2157">
                  <c:v>1532.4629488116825</c:v>
                </c:pt>
                <c:pt idx="2158">
                  <c:v>1532.2851813374948</c:v>
                </c:pt>
                <c:pt idx="2159">
                  <c:v>1532.0948936860204</c:v>
                </c:pt>
                <c:pt idx="2160">
                  <c:v>1531.8922373238197</c:v>
                </c:pt>
                <c:pt idx="2161">
                  <c:v>1531.6773626210918</c:v>
                </c:pt>
                <c:pt idx="2162">
                  <c:v>1531.4504188550754</c:v>
                </c:pt>
                <c:pt idx="2163">
                  <c:v>1531.2115542135521</c:v>
                </c:pt>
                <c:pt idx="2164">
                  <c:v>1530.9609157984053</c:v>
                </c:pt>
                <c:pt idx="2165">
                  <c:v>1530.698649629215</c:v>
                </c:pt>
                <c:pt idx="2166">
                  <c:v>1530.4249006468708</c:v>
                </c:pt>
                <c:pt idx="2167">
                  <c:v>1530.1398123995141</c:v>
                </c:pt>
                <c:pt idx="2168">
                  <c:v>1529.8435270564942</c:v>
                </c:pt>
                <c:pt idx="2169">
                  <c:v>1529.5361854221958</c:v>
                </c:pt>
                <c:pt idx="2170">
                  <c:v>1529.2179269496801</c:v>
                </c:pt>
                <c:pt idx="2171">
                  <c:v>1528.8888897542138</c:v>
                </c:pt>
                <c:pt idx="2172">
                  <c:v>1528.5492106265981</c:v>
                </c:pt>
                <c:pt idx="2173">
                  <c:v>1528.1990250463336</c:v>
                </c:pt>
                <c:pt idx="2174">
                  <c:v>1527.8384671947156</c:v>
                </c:pt>
                <c:pt idx="2175">
                  <c:v>1527.467669967697</c:v>
                </c:pt>
                <c:pt idx="2176">
                  <c:v>1527.0867649886193</c:v>
                </c:pt>
                <c:pt idx="2177">
                  <c:v>1526.6958826208318</c:v>
                </c:pt>
                <c:pt idx="2178">
                  <c:v>1526.2951519801261</c:v>
                </c:pt>
                <c:pt idx="2179">
                  <c:v>1525.8847009470649</c:v>
                </c:pt>
                <c:pt idx="2180">
                  <c:v>1525.4646561791267</c:v>
                </c:pt>
                <c:pt idx="2181">
                  <c:v>1525.0351431227632</c:v>
                </c:pt>
                <c:pt idx="2182">
                  <c:v>1524.5962860252653</c:v>
                </c:pt>
                <c:pt idx="2183">
                  <c:v>1524.1482079465311</c:v>
                </c:pt>
                <c:pt idx="2184">
                  <c:v>1523.691030770686</c:v>
                </c:pt>
                <c:pt idx="2185">
                  <c:v>1523.2248752175742</c:v>
                </c:pt>
                <c:pt idx="2186">
                  <c:v>1522.7498608540986</c:v>
                </c:pt>
                <c:pt idx="2187">
                  <c:v>1522.2661061054712</c:v>
                </c:pt>
                <c:pt idx="2188">
                  <c:v>1521.7737282663022</c:v>
                </c:pt>
                <c:pt idx="2189">
                  <c:v>1521.2728435102888</c:v>
                </c:pt>
                <c:pt idx="2190">
                  <c:v>1520.7635668998591</c:v>
                </c:pt>
                <c:pt idx="2191">
                  <c:v>1520.2460123956705</c:v>
                </c:pt>
                <c:pt idx="2192">
                  <c:v>1519.7202928661136</c:v>
                </c:pt>
                <c:pt idx="2193">
                  <c:v>1519.186520096715</c:v>
                </c:pt>
                <c:pt idx="2194">
                  <c:v>1518.644804799465</c:v>
                </c:pt>
                <c:pt idx="2195">
                  <c:v>1518.0952566220601</c:v>
                </c:pt>
                <c:pt idx="2196">
                  <c:v>1517.5379841571059</c:v>
                </c:pt>
                <c:pt idx="2197">
                  <c:v>1516.9730949512339</c:v>
                </c:pt>
                <c:pt idx="2198">
                  <c:v>1516.4006955141531</c:v>
                </c:pt>
                <c:pt idx="2199">
                  <c:v>1515.8208913276221</c:v>
                </c:pt>
                <c:pt idx="2200">
                  <c:v>1515.2337868543377</c:v>
                </c:pt>
                <c:pt idx="2201">
                  <c:v>1514.6394855468234</c:v>
                </c:pt>
                <c:pt idx="2202">
                  <c:v>1514.0380898561614</c:v>
                </c:pt>
                <c:pt idx="2203">
                  <c:v>1513.4297012406932</c:v>
                </c:pt>
                <c:pt idx="2204">
                  <c:v>1512.8144201746809</c:v>
                </c:pt>
                <c:pt idx="2205">
                  <c:v>1512.1923461568758</c:v>
                </c:pt>
                <c:pt idx="2206">
                  <c:v>1511.5635777189841</c:v>
                </c:pt>
                <c:pt idx="2207">
                  <c:v>1510.9282124341128</c:v>
                </c:pt>
                <c:pt idx="2208">
                  <c:v>1510.2863469251856</c:v>
                </c:pt>
                <c:pt idx="2209">
                  <c:v>1509.6380768731708</c:v>
                </c:pt>
                <c:pt idx="2210">
                  <c:v>1508.9834970253835</c:v>
                </c:pt>
                <c:pt idx="2211">
                  <c:v>1508.3227012035991</c:v>
                </c:pt>
                <c:pt idx="2212">
                  <c:v>1507.6557823121809</c:v>
                </c:pt>
                <c:pt idx="2213">
                  <c:v>1506.9828323461045</c:v>
                </c:pt>
                <c:pt idx="2214">
                  <c:v>1506.3039423989067</c:v>
                </c:pt>
                <c:pt idx="2215">
                  <c:v>1505.6192026705939</c:v>
                </c:pt>
                <c:pt idx="2216">
                  <c:v>1504.9287024754512</c:v>
                </c:pt>
                <c:pt idx="2217">
                  <c:v>1504.2325302498</c:v>
                </c:pt>
                <c:pt idx="2218">
                  <c:v>1503.5307735597078</c:v>
                </c:pt>
                <c:pt idx="2219">
                  <c:v>1502.8235191085826</c:v>
                </c:pt>
                <c:pt idx="2220">
                  <c:v>1502.11085274478</c:v>
                </c:pt>
                <c:pt idx="2221">
                  <c:v>1501.3928594690608</c:v>
                </c:pt>
                <c:pt idx="2222">
                  <c:v>1500.669623442041</c:v>
                </c:pt>
                <c:pt idx="2223">
                  <c:v>1499.9412279915832</c:v>
                </c:pt>
                <c:pt idx="2224">
                  <c:v>1499.2077556200422</c:v>
                </c:pt>
                <c:pt idx="2225">
                  <c:v>1498.469288011612</c:v>
                </c:pt>
                <c:pt idx="2226">
                  <c:v>1497.7259060394103</c:v>
                </c:pt>
                <c:pt idx="2227">
                  <c:v>1496.9776897726717</c:v>
                </c:pt>
                <c:pt idx="2228">
                  <c:v>1496.22471848378</c:v>
                </c:pt>
                <c:pt idx="2229">
                  <c:v>1495.4670706552756</c:v>
                </c:pt>
                <c:pt idx="2230">
                  <c:v>1494.7048239868329</c:v>
                </c:pt>
                <c:pt idx="2231">
                  <c:v>1493.9380554020788</c:v>
                </c:pt>
                <c:pt idx="2232">
                  <c:v>1493.1668410555208</c:v>
                </c:pt>
                <c:pt idx="2233">
                  <c:v>1492.3912563392182</c:v>
                </c:pt>
                <c:pt idx="2234">
                  <c:v>1491.6113758895722</c:v>
                </c:pt>
                <c:pt idx="2235">
                  <c:v>1490.8272735939242</c:v>
                </c:pt>
                <c:pt idx="2236">
                  <c:v>1490.0390225972073</c:v>
                </c:pt>
                <c:pt idx="2237">
                  <c:v>1489.2466953084697</c:v>
                </c:pt>
                <c:pt idx="2238">
                  <c:v>1488.4503634073501</c:v>
                </c:pt>
                <c:pt idx="2239">
                  <c:v>1487.6500978505467</c:v>
                </c:pt>
                <c:pt idx="2240">
                  <c:v>1486.8459688781695</c:v>
                </c:pt>
                <c:pt idx="2241">
                  <c:v>1486.0380460200874</c:v>
                </c:pt>
                <c:pt idx="2242">
                  <c:v>1485.2263981021974</c:v>
                </c:pt>
                <c:pt idx="2243">
                  <c:v>1484.4110932526346</c:v>
                </c:pt>
                <c:pt idx="2244">
                  <c:v>1483.5921989079493</c:v>
                </c:pt>
                <c:pt idx="2245">
                  <c:v>1482.7697818192353</c:v>
                </c:pt>
                <c:pt idx="2246">
                  <c:v>1481.9439080581733</c:v>
                </c:pt>
                <c:pt idx="2247">
                  <c:v>1481.1146430230508</c:v>
                </c:pt>
                <c:pt idx="2248">
                  <c:v>1480.2820514447337</c:v>
                </c:pt>
                <c:pt idx="2249">
                  <c:v>1479.446197392582</c:v>
                </c:pt>
                <c:pt idx="2250">
                  <c:v>1478.6071442802966</c:v>
                </c:pt>
                <c:pt idx="2251">
                  <c:v>1477.7649548717345</c:v>
                </c:pt>
                <c:pt idx="2252">
                  <c:v>1476.9196912867078</c:v>
                </c:pt>
                <c:pt idx="2253">
                  <c:v>1476.0714150066303</c:v>
                </c:pt>
                <c:pt idx="2254">
                  <c:v>1475.2201868802567</c:v>
                </c:pt>
                <c:pt idx="2255">
                  <c:v>1474.3660671292537</c:v>
                </c:pt>
                <c:pt idx="2256">
                  <c:v>1473.5091153538058</c:v>
                </c:pt>
                <c:pt idx="2257">
                  <c:v>1472.6493905381049</c:v>
                </c:pt>
                <c:pt idx="2258">
                  <c:v>1471.7869510558555</c:v>
                </c:pt>
                <c:pt idx="2259">
                  <c:v>1470.9218546756997</c:v>
                </c:pt>
                <c:pt idx="2260">
                  <c:v>1470.0541585666031</c:v>
                </c:pt>
                <c:pt idx="2261">
                  <c:v>1469.183919303186</c:v>
                </c:pt>
                <c:pt idx="2262">
                  <c:v>1468.3111928710405</c:v>
                </c:pt>
                <c:pt idx="2263">
                  <c:v>1467.4360346719632</c:v>
                </c:pt>
                <c:pt idx="2264">
                  <c:v>1466.5584995291563</c:v>
                </c:pt>
                <c:pt idx="2265">
                  <c:v>1465.6786416924081</c:v>
                </c:pt>
                <c:pt idx="2266">
                  <c:v>1464.7965148432152</c:v>
                </c:pt>
                <c:pt idx="2267">
                  <c:v>1463.9121720998207</c:v>
                </c:pt>
                <c:pt idx="2268">
                  <c:v>1463.0256660223031</c:v>
                </c:pt>
                <c:pt idx="2269">
                  <c:v>1462.1370486175142</c:v>
                </c:pt>
                <c:pt idx="2270">
                  <c:v>1461.24637134406</c:v>
                </c:pt>
                <c:pt idx="2271">
                  <c:v>1460.3536851171941</c:v>
                </c:pt>
                <c:pt idx="2272">
                  <c:v>1459.4590403136706</c:v>
                </c:pt>
                <c:pt idx="2273">
                  <c:v>1458.5624867766189</c:v>
                </c:pt>
                <c:pt idx="2274">
                  <c:v>1457.6640738202354</c:v>
                </c:pt>
                <c:pt idx="2275">
                  <c:v>1456.7638502346188</c:v>
                </c:pt>
                <c:pt idx="2276">
                  <c:v>1455.8618642904246</c:v>
                </c:pt>
                <c:pt idx="2277">
                  <c:v>1454.9581637435213</c:v>
                </c:pt>
                <c:pt idx="2278">
                  <c:v>1454.0527958396399</c:v>
                </c:pt>
                <c:pt idx="2279">
                  <c:v>1453.1458073189385</c:v>
                </c:pt>
                <c:pt idx="2280">
                  <c:v>1452.237244420568</c:v>
                </c:pt>
                <c:pt idx="2281">
                  <c:v>1451.3271528871335</c:v>
                </c:pt>
                <c:pt idx="2282">
                  <c:v>1450.4155779692217</c:v>
                </c:pt>
                <c:pt idx="2283">
                  <c:v>1449.5025644297862</c:v>
                </c:pt>
                <c:pt idx="2284">
                  <c:v>1448.5881565485593</c:v>
                </c:pt>
                <c:pt idx="2285">
                  <c:v>1447.6723981264238</c:v>
                </c:pt>
                <c:pt idx="2286">
                  <c:v>1446.7553324896835</c:v>
                </c:pt>
                <c:pt idx="2287">
                  <c:v>1445.8370024943847</c:v>
                </c:pt>
                <c:pt idx="2288">
                  <c:v>1444.9174505305657</c:v>
                </c:pt>
                <c:pt idx="2289">
                  <c:v>1443.9967185264393</c:v>
                </c:pt>
                <c:pt idx="2290">
                  <c:v>1443.0748479525819</c:v>
                </c:pt>
                <c:pt idx="2291">
                  <c:v>1442.1518798260804</c:v>
                </c:pt>
                <c:pt idx="2292">
                  <c:v>1441.2278547146116</c:v>
                </c:pt>
                <c:pt idx="2293">
                  <c:v>1440.3028127405432</c:v>
                </c:pt>
                <c:pt idx="2294">
                  <c:v>1439.3767935849432</c:v>
                </c:pt>
                <c:pt idx="2295">
                  <c:v>1438.4498364915653</c:v>
                </c:pt>
                <c:pt idx="2296">
                  <c:v>1437.5219802708882</c:v>
                </c:pt>
                <c:pt idx="2297">
                  <c:v>1436.5932633039531</c:v>
                </c:pt>
                <c:pt idx="2298">
                  <c:v>1435.6637235463174</c:v>
                </c:pt>
                <c:pt idx="2299">
                  <c:v>1434.7333985319181</c:v>
                </c:pt>
                <c:pt idx="2300">
                  <c:v>1433.8023253768972</c:v>
                </c:pt>
                <c:pt idx="2301">
                  <c:v>1432.8705407833895</c:v>
                </c:pt>
                <c:pt idx="2302">
                  <c:v>1431.9380810433172</c:v>
                </c:pt>
                <c:pt idx="2303">
                  <c:v>1431.0049820420995</c:v>
                </c:pt>
                <c:pt idx="2304">
                  <c:v>1430.0712792623781</c:v>
                </c:pt>
                <c:pt idx="2305">
                  <c:v>1429.1370077876813</c:v>
                </c:pt>
                <c:pt idx="2306">
                  <c:v>1428.202202306059</c:v>
                </c:pt>
                <c:pt idx="2307">
                  <c:v>1427.2668971137145</c:v>
                </c:pt>
                <c:pt idx="2308">
                  <c:v>1426.3311261185474</c:v>
                </c:pt>
                <c:pt idx="2309">
                  <c:v>1425.3949228437391</c:v>
                </c:pt>
                <c:pt idx="2310">
                  <c:v>1424.4583204312655</c:v>
                </c:pt>
                <c:pt idx="2311">
                  <c:v>1423.521351645368</c:v>
                </c:pt>
                <c:pt idx="2312">
                  <c:v>1422.5840488760334</c:v>
                </c:pt>
                <c:pt idx="2313">
                  <c:v>1421.6464441424</c:v>
                </c:pt>
                <c:pt idx="2314">
                  <c:v>1420.7085690961949</c:v>
                </c:pt>
                <c:pt idx="2315">
                  <c:v>1419.7704550250673</c:v>
                </c:pt>
                <c:pt idx="2316">
                  <c:v>1418.8321328559496</c:v>
                </c:pt>
                <c:pt idx="2317">
                  <c:v>1417.8936331583934</c:v>
                </c:pt>
                <c:pt idx="2318">
                  <c:v>1416.9549861478004</c:v>
                </c:pt>
                <c:pt idx="2319">
                  <c:v>1416.0162216887354</c:v>
                </c:pt>
                <c:pt idx="2320">
                  <c:v>1415.0773692981334</c:v>
                </c:pt>
                <c:pt idx="2321">
                  <c:v>1414.1384581484949</c:v>
                </c:pt>
                <c:pt idx="2322">
                  <c:v>1413.1995170710943</c:v>
                </c:pt>
                <c:pt idx="2323">
                  <c:v>1412.2605745590688</c:v>
                </c:pt>
                <c:pt idx="2324">
                  <c:v>1411.321658770597</c:v>
                </c:pt>
                <c:pt idx="2325">
                  <c:v>1410.3827975319898</c:v>
                </c:pt>
                <c:pt idx="2326">
                  <c:v>1409.4440183407112</c:v>
                </c:pt>
                <c:pt idx="2327">
                  <c:v>1408.5053483684574</c:v>
                </c:pt>
                <c:pt idx="2328">
                  <c:v>1407.5668144641961</c:v>
                </c:pt>
                <c:pt idx="2329">
                  <c:v>1406.6284431570864</c:v>
                </c:pt>
                <c:pt idx="2330">
                  <c:v>1405.6902606595149</c:v>
                </c:pt>
                <c:pt idx="2331">
                  <c:v>1404.7522928699823</c:v>
                </c:pt>
                <c:pt idx="2332">
                  <c:v>1403.81456537607</c:v>
                </c:pt>
                <c:pt idx="2333">
                  <c:v>1402.8771034572746</c:v>
                </c:pt>
                <c:pt idx="2334">
                  <c:v>1401.9399320879033</c:v>
                </c:pt>
                <c:pt idx="2335">
                  <c:v>1401.0030759399217</c:v>
                </c:pt>
                <c:pt idx="2336">
                  <c:v>1400.0665593857318</c:v>
                </c:pt>
                <c:pt idx="2337">
                  <c:v>1399.130406501009</c:v>
                </c:pt>
                <c:pt idx="2338">
                  <c:v>1398.1946410674566</c:v>
                </c:pt>
                <c:pt idx="2339">
                  <c:v>1397.2592865755037</c:v>
                </c:pt>
                <c:pt idx="2340">
                  <c:v>1396.3243662271063</c:v>
                </c:pt>
                <c:pt idx="2341">
                  <c:v>1395.3899029383792</c:v>
                </c:pt>
                <c:pt idx="2342">
                  <c:v>1394.4559193422983</c:v>
                </c:pt>
                <c:pt idx="2343">
                  <c:v>1393.5224377913335</c:v>
                </c:pt>
                <c:pt idx="2344">
                  <c:v>1392.5894803601188</c:v>
                </c:pt>
                <c:pt idx="2345">
                  <c:v>1391.6570688479953</c:v>
                </c:pt>
                <c:pt idx="2346">
                  <c:v>1390.7252247816402</c:v>
                </c:pt>
                <c:pt idx="2347">
                  <c:v>1389.793969417635</c:v>
                </c:pt>
                <c:pt idx="2348">
                  <c:v>1388.8633237449446</c:v>
                </c:pt>
                <c:pt idx="2349">
                  <c:v>1387.9333084875045</c:v>
                </c:pt>
                <c:pt idx="2350">
                  <c:v>1387.0039441066781</c:v>
                </c:pt>
                <c:pt idx="2351">
                  <c:v>1386.0752508037349</c:v>
                </c:pt>
                <c:pt idx="2352">
                  <c:v>1385.1472485223139</c:v>
                </c:pt>
                <c:pt idx="2353">
                  <c:v>1384.2199569508323</c:v>
                </c:pt>
                <c:pt idx="2354">
                  <c:v>1383.2933955249343</c:v>
                </c:pt>
                <c:pt idx="2355">
                  <c:v>1382.3675834298358</c:v>
                </c:pt>
                <c:pt idx="2356">
                  <c:v>1381.4425396027389</c:v>
                </c:pt>
                <c:pt idx="2357">
                  <c:v>1380.5182827351448</c:v>
                </c:pt>
                <c:pt idx="2358">
                  <c:v>1379.5948312751977</c:v>
                </c:pt>
                <c:pt idx="2359">
                  <c:v>1378.6722034299944</c:v>
                </c:pt>
                <c:pt idx="2360">
                  <c:v>1377.7504171678652</c:v>
                </c:pt>
                <c:pt idx="2361">
                  <c:v>1376.8294902206517</c:v>
                </c:pt>
                <c:pt idx="2362">
                  <c:v>1375.9094400859469</c:v>
                </c:pt>
                <c:pt idx="2363">
                  <c:v>1374.9902840293341</c:v>
                </c:pt>
                <c:pt idx="2364">
                  <c:v>1374.0720390866047</c:v>
                </c:pt>
                <c:pt idx="2365">
                  <c:v>1373.1547220659172</c:v>
                </c:pt>
                <c:pt idx="2366">
                  <c:v>1372.2383495500044</c:v>
                </c:pt>
                <c:pt idx="2367">
                  <c:v>1371.3229378983044</c:v>
                </c:pt>
                <c:pt idx="2368">
                  <c:v>1370.4085032491118</c:v>
                </c:pt>
                <c:pt idx="2369">
                  <c:v>1369.4950615216876</c:v>
                </c:pt>
                <c:pt idx="2370">
                  <c:v>1368.5826284183572</c:v>
                </c:pt>
                <c:pt idx="2371">
                  <c:v>1367.671219426584</c:v>
                </c:pt>
                <c:pt idx="2372">
                  <c:v>1366.7608498210438</c:v>
                </c:pt>
                <c:pt idx="2373">
                  <c:v>1365.8515346656645</c:v>
                </c:pt>
                <c:pt idx="2374">
                  <c:v>1364.9432888156462</c:v>
                </c:pt>
                <c:pt idx="2375">
                  <c:v>1364.0361269194716</c:v>
                </c:pt>
                <c:pt idx="2376">
                  <c:v>1363.1300634209153</c:v>
                </c:pt>
                <c:pt idx="2377">
                  <c:v>1362.2251125609996</c:v>
                </c:pt>
                <c:pt idx="2378">
                  <c:v>1361.3212883799379</c:v>
                </c:pt>
                <c:pt idx="2379">
                  <c:v>1360.418604719116</c:v>
                </c:pt>
                <c:pt idx="2380">
                  <c:v>1359.5170752229794</c:v>
                </c:pt>
                <c:pt idx="2381">
                  <c:v>1358.6167133409554</c:v>
                </c:pt>
                <c:pt idx="2382">
                  <c:v>1357.7175323293493</c:v>
                </c:pt>
                <c:pt idx="2383">
                  <c:v>1356.8195452531909</c:v>
                </c:pt>
                <c:pt idx="2384">
                  <c:v>1355.9227649881175</c:v>
                </c:pt>
                <c:pt idx="2385">
                  <c:v>1355.0272042222175</c:v>
                </c:pt>
                <c:pt idx="2386">
                  <c:v>1354.1328754578196</c:v>
                </c:pt>
                <c:pt idx="2387">
                  <c:v>1353.2397910133536</c:v>
                </c:pt>
                <c:pt idx="2388">
                  <c:v>1352.3479630251104</c:v>
                </c:pt>
                <c:pt idx="2389">
                  <c:v>1351.4574034490163</c:v>
                </c:pt>
                <c:pt idx="2390">
                  <c:v>1350.5681240624167</c:v>
                </c:pt>
                <c:pt idx="2391">
                  <c:v>1349.6801364658049</c:v>
                </c:pt>
                <c:pt idx="2392">
                  <c:v>1348.7934520845747</c:v>
                </c:pt>
                <c:pt idx="2393">
                  <c:v>1347.9080821706998</c:v>
                </c:pt>
                <c:pt idx="2394">
                  <c:v>1347.0240378044684</c:v>
                </c:pt>
                <c:pt idx="2395">
                  <c:v>1346.1413298961847</c:v>
                </c:pt>
                <c:pt idx="2396">
                  <c:v>1345.259969187771</c:v>
                </c:pt>
                <c:pt idx="2397">
                  <c:v>1344.3799662545116</c:v>
                </c:pt>
                <c:pt idx="2398">
                  <c:v>1343.5013315066346</c:v>
                </c:pt>
                <c:pt idx="2399">
                  <c:v>1342.6240751909463</c:v>
                </c:pt>
                <c:pt idx="2400">
                  <c:v>1341.7482073924966</c:v>
                </c:pt>
                <c:pt idx="2401">
                  <c:v>1340.873738036119</c:v>
                </c:pt>
                <c:pt idx="2402">
                  <c:v>1340.0006768880266</c:v>
                </c:pt>
                <c:pt idx="2403">
                  <c:v>1339.1290335574295</c:v>
                </c:pt>
                <c:pt idx="2404">
                  <c:v>1338.2588174980276</c:v>
                </c:pt>
                <c:pt idx="2405">
                  <c:v>1337.3900380096231</c:v>
                </c:pt>
                <c:pt idx="2406">
                  <c:v>1336.5227042395825</c:v>
                </c:pt>
                <c:pt idx="2407">
                  <c:v>1335.6568251844124</c:v>
                </c:pt>
                <c:pt idx="2408">
                  <c:v>1334.7924096912298</c:v>
                </c:pt>
                <c:pt idx="2409">
                  <c:v>1333.9294664592694</c:v>
                </c:pt>
                <c:pt idx="2410">
                  <c:v>1333.0680040413572</c:v>
                </c:pt>
                <c:pt idx="2411">
                  <c:v>1332.2080308453801</c:v>
                </c:pt>
                <c:pt idx="2412">
                  <c:v>1331.3495551357125</c:v>
                </c:pt>
                <c:pt idx="2413">
                  <c:v>1330.492585034691</c:v>
                </c:pt>
                <c:pt idx="2414">
                  <c:v>1329.6371285240232</c:v>
                </c:pt>
                <c:pt idx="2415">
                  <c:v>1328.7831934462199</c:v>
                </c:pt>
                <c:pt idx="2416">
                  <c:v>1327.9307875059546</c:v>
                </c:pt>
                <c:pt idx="2417">
                  <c:v>1327.0799182715014</c:v>
                </c:pt>
                <c:pt idx="2418">
                  <c:v>1326.2305931760836</c:v>
                </c:pt>
                <c:pt idx="2419">
                  <c:v>1325.3828195192482</c:v>
                </c:pt>
                <c:pt idx="2420">
                  <c:v>1324.5366044682157</c:v>
                </c:pt>
                <c:pt idx="2421">
                  <c:v>1323.6919550592188</c:v>
                </c:pt>
                <c:pt idx="2422">
                  <c:v>1322.8488781988485</c:v>
                </c:pt>
                <c:pt idx="2423">
                  <c:v>1322.0073806653406</c:v>
                </c:pt>
                <c:pt idx="2424">
                  <c:v>1321.167469109912</c:v>
                </c:pt>
                <c:pt idx="2425">
                  <c:v>1320.3291500580376</c:v>
                </c:pt>
                <c:pt idx="2426">
                  <c:v>1319.4924299107427</c:v>
                </c:pt>
                <c:pt idx="2427">
                  <c:v>1318.6573149458604</c:v>
                </c:pt>
                <c:pt idx="2428">
                  <c:v>1317.8238113193117</c:v>
                </c:pt>
                <c:pt idx="2429">
                  <c:v>1316.991925066344</c:v>
                </c:pt>
                <c:pt idx="2430">
                  <c:v>1316.1616621027449</c:v>
                </c:pt>
                <c:pt idx="2431">
                  <c:v>1315.3330282261318</c:v>
                </c:pt>
                <c:pt idx="2432">
                  <c:v>1314.5060291170955</c:v>
                </c:pt>
                <c:pt idx="2433">
                  <c:v>1313.6806703404607</c:v>
                </c:pt>
                <c:pt idx="2434">
                  <c:v>1312.8569573464554</c:v>
                </c:pt>
                <c:pt idx="2435">
                  <c:v>1312.0348954718979</c:v>
                </c:pt>
                <c:pt idx="2436">
                  <c:v>1311.2144899413554</c:v>
                </c:pt>
                <c:pt idx="2437">
                  <c:v>1310.3957458683522</c:v>
                </c:pt>
                <c:pt idx="2438">
                  <c:v>1309.5786682564731</c:v>
                </c:pt>
                <c:pt idx="2439">
                  <c:v>1308.7632620005334</c:v>
                </c:pt>
                <c:pt idx="2440">
                  <c:v>1307.9495318877009</c:v>
                </c:pt>
                <c:pt idx="2441">
                  <c:v>1307.1374825986131</c:v>
                </c:pt>
                <c:pt idx="2442">
                  <c:v>1306.3271187085195</c:v>
                </c:pt>
                <c:pt idx="2443">
                  <c:v>1305.5184446883413</c:v>
                </c:pt>
                <c:pt idx="2444">
                  <c:v>1304.7114649057987</c:v>
                </c:pt>
                <c:pt idx="2445">
                  <c:v>1303.9061836264632</c:v>
                </c:pt>
                <c:pt idx="2446">
                  <c:v>1303.1026050148546</c:v>
                </c:pt>
                <c:pt idx="2447">
                  <c:v>1302.3007331354997</c:v>
                </c:pt>
                <c:pt idx="2448">
                  <c:v>1301.5005719539747</c:v>
                </c:pt>
                <c:pt idx="2449">
                  <c:v>1300.7021253379771</c:v>
                </c:pt>
                <c:pt idx="2450">
                  <c:v>1299.9053970583086</c:v>
                </c:pt>
                <c:pt idx="2451">
                  <c:v>1299.1103907899751</c:v>
                </c:pt>
                <c:pt idx="2452">
                  <c:v>1298.3171101131204</c:v>
                </c:pt>
                <c:pt idx="2453">
                  <c:v>1297.5255585141015</c:v>
                </c:pt>
                <c:pt idx="2454">
                  <c:v>1296.7357393864525</c:v>
                </c:pt>
                <c:pt idx="2455">
                  <c:v>1295.9476560318953</c:v>
                </c:pt>
                <c:pt idx="2456">
                  <c:v>1295.1613116612923</c:v>
                </c:pt>
                <c:pt idx="2457">
                  <c:v>1294.376709395639</c:v>
                </c:pt>
                <c:pt idx="2458">
                  <c:v>1293.5938522670265</c:v>
                </c:pt>
                <c:pt idx="2459">
                  <c:v>1292.8127432195893</c:v>
                </c:pt>
                <c:pt idx="2460">
                  <c:v>1292.0333851104494</c:v>
                </c:pt>
                <c:pt idx="2461">
                  <c:v>1291.25578071066</c:v>
                </c:pt>
                <c:pt idx="2462">
                  <c:v>1290.4799327061426</c:v>
                </c:pt>
                <c:pt idx="2463">
                  <c:v>1289.7058436985731</c:v>
                </c:pt>
                <c:pt idx="2464">
                  <c:v>1288.9335162063492</c:v>
                </c:pt>
                <c:pt idx="2465">
                  <c:v>1288.1629526654403</c:v>
                </c:pt>
                <c:pt idx="2466">
                  <c:v>1287.3941554303178</c:v>
                </c:pt>
                <c:pt idx="2467">
                  <c:v>1286.6271267748248</c:v>
                </c:pt>
                <c:pt idx="2468">
                  <c:v>1285.8618688930635</c:v>
                </c:pt>
                <c:pt idx="2469">
                  <c:v>1285.0983839002831</c:v>
                </c:pt>
                <c:pt idx="2470">
                  <c:v>1284.3366738336988</c:v>
                </c:pt>
                <c:pt idx="2471">
                  <c:v>1283.5767406534032</c:v>
                </c:pt>
                <c:pt idx="2472">
                  <c:v>1282.818586243161</c:v>
                </c:pt>
                <c:pt idx="2473">
                  <c:v>1282.0622124113067</c:v>
                </c:pt>
                <c:pt idx="2474">
                  <c:v>1281.3076208915206</c:v>
                </c:pt>
                <c:pt idx="2475">
                  <c:v>1280.5548133436907</c:v>
                </c:pt>
                <c:pt idx="2476">
                  <c:v>1279.80379135473</c:v>
                </c:pt>
                <c:pt idx="2477">
                  <c:v>1279.0545564393663</c:v>
                </c:pt>
                <c:pt idx="2478">
                  <c:v>1278.3071100409559</c:v>
                </c:pt>
                <c:pt idx="2479">
                  <c:v>1277.5614535322873</c:v>
                </c:pt>
                <c:pt idx="2480">
                  <c:v>1276.8175882163687</c:v>
                </c:pt>
                <c:pt idx="2481">
                  <c:v>1276.0755153271905</c:v>
                </c:pt>
                <c:pt idx="2482">
                  <c:v>1275.3352360305214</c:v>
                </c:pt>
                <c:pt idx="2483">
                  <c:v>1274.5967514246702</c:v>
                </c:pt>
                <c:pt idx="2484">
                  <c:v>1273.8600625412309</c:v>
                </c:pt>
                <c:pt idx="2485">
                  <c:v>1273.1251703458702</c:v>
                </c:pt>
                <c:pt idx="2486">
                  <c:v>1272.3920757390288</c:v>
                </c:pt>
                <c:pt idx="2487">
                  <c:v>1271.6607795566899</c:v>
                </c:pt>
                <c:pt idx="2488">
                  <c:v>1270.9312825711211</c:v>
                </c:pt>
                <c:pt idx="2489">
                  <c:v>1270.2035854915803</c:v>
                </c:pt>
                <c:pt idx="2490">
                  <c:v>1269.47768896503</c:v>
                </c:pt>
                <c:pt idx="2491">
                  <c:v>1268.7535935768767</c:v>
                </c:pt>
                <c:pt idx="2492">
                  <c:v>1268.031299851652</c:v>
                </c:pt>
                <c:pt idx="2493">
                  <c:v>1267.3108082537244</c:v>
                </c:pt>
                <c:pt idx="2494">
                  <c:v>1266.5921191879925</c:v>
                </c:pt>
                <c:pt idx="2495">
                  <c:v>1265.8752330005786</c:v>
                </c:pt>
                <c:pt idx="2496">
                  <c:v>1265.1601499794756</c:v>
                </c:pt>
                <c:pt idx="2497">
                  <c:v>1264.4468703552852</c:v>
                </c:pt>
                <c:pt idx="2498">
                  <c:v>1263.735394301817</c:v>
                </c:pt>
                <c:pt idx="2499">
                  <c:v>1263.0257219367888</c:v>
                </c:pt>
                <c:pt idx="2500">
                  <c:v>1262.3178533224993</c:v>
                </c:pt>
                <c:pt idx="2501">
                  <c:v>1261.6117884664159</c:v>
                </c:pt>
                <c:pt idx="2502">
                  <c:v>1260.9075273218957</c:v>
                </c:pt>
                <c:pt idx="2503">
                  <c:v>1260.2050697887551</c:v>
                </c:pt>
                <c:pt idx="2504">
                  <c:v>1259.504415713956</c:v>
                </c:pt>
                <c:pt idx="2505">
                  <c:v>1258.8055648921916</c:v>
                </c:pt>
                <c:pt idx="2506">
                  <c:v>1258.1085170665258</c:v>
                </c:pt>
                <c:pt idx="2507">
                  <c:v>1257.4132719290237</c:v>
                </c:pt>
                <c:pt idx="2508">
                  <c:v>1256.7198291213169</c:v>
                </c:pt>
                <c:pt idx="2509">
                  <c:v>1256.0281882352499</c:v>
                </c:pt>
                <c:pt idx="2510">
                  <c:v>1255.3383488134652</c:v>
                </c:pt>
                <c:pt idx="2511">
                  <c:v>1254.650310349969</c:v>
                </c:pt>
                <c:pt idx="2512">
                  <c:v>1253.9640722907616</c:v>
                </c:pt>
                <c:pt idx="2513">
                  <c:v>1253.2796340343962</c:v>
                </c:pt>
                <c:pt idx="2514">
                  <c:v>1252.596994932539</c:v>
                </c:pt>
                <c:pt idx="2515">
                  <c:v>1251.9161542905772</c:v>
                </c:pt>
                <c:pt idx="2516">
                  <c:v>1251.2371113681527</c:v>
                </c:pt>
                <c:pt idx="2517">
                  <c:v>1250.559865379736</c:v>
                </c:pt>
                <c:pt idx="2518">
                  <c:v>1249.8844154951689</c:v>
                </c:pt>
                <c:pt idx="2519">
                  <c:v>1249.2107608402403</c:v>
                </c:pt>
                <c:pt idx="2520">
                  <c:v>1248.5389004971976</c:v>
                </c:pt>
                <c:pt idx="2521">
                  <c:v>1247.8688335053164</c:v>
                </c:pt>
                <c:pt idx="2522">
                  <c:v>1247.2005588614088</c:v>
                </c:pt>
                <c:pt idx="2523">
                  <c:v>1246.5340755203611</c:v>
                </c:pt>
                <c:pt idx="2524">
                  <c:v>1245.8693823956764</c:v>
                </c:pt>
                <c:pt idx="2525">
                  <c:v>1245.2064783599585</c:v>
                </c:pt>
                <c:pt idx="2526">
                  <c:v>1244.5453622454722</c:v>
                </c:pt>
                <c:pt idx="2527">
                  <c:v>1243.8860328445971</c:v>
                </c:pt>
                <c:pt idx="2528">
                  <c:v>1243.2284889103773</c:v>
                </c:pt>
                <c:pt idx="2529">
                  <c:v>1242.5727291570161</c:v>
                </c:pt>
                <c:pt idx="2530">
                  <c:v>1241.9187522603465</c:v>
                </c:pt>
                <c:pt idx="2531">
                  <c:v>1241.2665568583291</c:v>
                </c:pt>
                <c:pt idx="2532">
                  <c:v>1240.6161415515803</c:v>
                </c:pt>
                <c:pt idx="2533">
                  <c:v>1239.9675049037828</c:v>
                </c:pt>
                <c:pt idx="2534">
                  <c:v>1239.3206454422127</c:v>
                </c:pt>
                <c:pt idx="2535">
                  <c:v>1238.6755616582095</c:v>
                </c:pt>
                <c:pt idx="2536">
                  <c:v>1238.032252007619</c:v>
                </c:pt>
                <c:pt idx="2537">
                  <c:v>1237.3907149112645</c:v>
                </c:pt>
                <c:pt idx="2538">
                  <c:v>1236.7509487554323</c:v>
                </c:pt>
                <c:pt idx="2539">
                  <c:v>1236.1129518922965</c:v>
                </c:pt>
                <c:pt idx="2540">
                  <c:v>1235.4767226403674</c:v>
                </c:pt>
                <c:pt idx="2541">
                  <c:v>1234.8422592849663</c:v>
                </c:pt>
                <c:pt idx="2542">
                  <c:v>1234.2095600786365</c:v>
                </c:pt>
                <c:pt idx="2543">
                  <c:v>1233.5786232416078</c:v>
                </c:pt>
                <c:pt idx="2544">
                  <c:v>1232.9494469622086</c:v>
                </c:pt>
                <c:pt idx="2545">
                  <c:v>1232.3220293973009</c:v>
                </c:pt>
                <c:pt idx="2546">
                  <c:v>1231.6963686727072</c:v>
                </c:pt>
                <c:pt idx="2547">
                  <c:v>1231.0724628836433</c:v>
                </c:pt>
                <c:pt idx="2548">
                  <c:v>1230.4503100951117</c:v>
                </c:pt>
                <c:pt idx="2549">
                  <c:v>1229.8299083423344</c:v>
                </c:pt>
                <c:pt idx="2550">
                  <c:v>1229.2112556311481</c:v>
                </c:pt>
                <c:pt idx="2551">
                  <c:v>1228.5943499384316</c:v>
                </c:pt>
                <c:pt idx="2552">
                  <c:v>1227.9791892124633</c:v>
                </c:pt>
                <c:pt idx="2553">
                  <c:v>1227.3657713733783</c:v>
                </c:pt>
                <c:pt idx="2554">
                  <c:v>1226.7540943135136</c:v>
                </c:pt>
                <c:pt idx="2555">
                  <c:v>1226.1441558978174</c:v>
                </c:pt>
                <c:pt idx="2556">
                  <c:v>1225.5359539642282</c:v>
                </c:pt>
                <c:pt idx="2557">
                  <c:v>1224.9294863240734</c:v>
                </c:pt>
                <c:pt idx="2558">
                  <c:v>1224.3247507624264</c:v>
                </c:pt>
                <c:pt idx="2559">
                  <c:v>1223.7217450384985</c:v>
                </c:pt>
                <c:pt idx="2560">
                  <c:v>1223.1204668859975</c:v>
                </c:pt>
                <c:pt idx="2561">
                  <c:v>1222.5209140135025</c:v>
                </c:pt>
                <c:pt idx="2562">
                  <c:v>1221.9230841048225</c:v>
                </c:pt>
                <c:pt idx="2563">
                  <c:v>1221.3269748193729</c:v>
                </c:pt>
                <c:pt idx="2564">
                  <c:v>1220.7325837925071</c:v>
                </c:pt>
                <c:pt idx="2565">
                  <c:v>1220.1399086358974</c:v>
                </c:pt>
                <c:pt idx="2566">
                  <c:v>1219.5489469378565</c:v>
                </c:pt>
                <c:pt idx="2567">
                  <c:v>1218.9596962637097</c:v>
                </c:pt>
                <c:pt idx="2568">
                  <c:v>1218.3721541561267</c:v>
                </c:pt>
                <c:pt idx="2569">
                  <c:v>1217.786318135463</c:v>
                </c:pt>
                <c:pt idx="2570">
                  <c:v>1217.2021857000866</c:v>
                </c:pt>
                <c:pt idx="2571">
                  <c:v>1216.6197543267406</c:v>
                </c:pt>
                <c:pt idx="2572">
                  <c:v>1216.0390214708393</c:v>
                </c:pt>
                <c:pt idx="2573">
                  <c:v>1215.4599845668063</c:v>
                </c:pt>
                <c:pt idx="2574">
                  <c:v>1214.8826410284132</c:v>
                </c:pt>
                <c:pt idx="2575">
                  <c:v>1214.3069882490865</c:v>
                </c:pt>
                <c:pt idx="2576">
                  <c:v>1213.7330236022176</c:v>
                </c:pt>
                <c:pt idx="2577">
                  <c:v>1213.1607444414951</c:v>
                </c:pt>
                <c:pt idx="2578">
                  <c:v>1212.5901481012129</c:v>
                </c:pt>
                <c:pt idx="2579">
                  <c:v>1212.0212318965487</c:v>
                </c:pt>
                <c:pt idx="2580">
                  <c:v>1211.453993123919</c:v>
                </c:pt>
                <c:pt idx="2581">
                  <c:v>1210.8884290612414</c:v>
                </c:pt>
                <c:pt idx="2582">
                  <c:v>1210.3245369682493</c:v>
                </c:pt>
                <c:pt idx="2583">
                  <c:v>1209.7623140867777</c:v>
                </c:pt>
                <c:pt idx="2584">
                  <c:v>1209.2017576410799</c:v>
                </c:pt>
                <c:pt idx="2585">
                  <c:v>1208.6428648380845</c:v>
                </c:pt>
                <c:pt idx="2586">
                  <c:v>1208.0856328677128</c:v>
                </c:pt>
                <c:pt idx="2587">
                  <c:v>1207.5300589031417</c:v>
                </c:pt>
                <c:pt idx="2588">
                  <c:v>1206.9761401010985</c:v>
                </c:pt>
                <c:pt idx="2589">
                  <c:v>1206.4238736021359</c:v>
                </c:pt>
                <c:pt idx="2590">
                  <c:v>1205.8732565308933</c:v>
                </c:pt>
                <c:pt idx="2591">
                  <c:v>1205.3242859964032</c:v>
                </c:pt>
                <c:pt idx="2592">
                  <c:v>1204.7769590923222</c:v>
                </c:pt>
                <c:pt idx="2593">
                  <c:v>1204.2312728972331</c:v>
                </c:pt>
                <c:pt idx="2594">
                  <c:v>1203.687224474892</c:v>
                </c:pt>
                <c:pt idx="2595">
                  <c:v>1203.1448108744828</c:v>
                </c:pt>
                <c:pt idx="2596">
                  <c:v>1202.6040291309018</c:v>
                </c:pt>
                <c:pt idx="2597">
                  <c:v>1202.0648762649855</c:v>
                </c:pt>
                <c:pt idx="2598">
                  <c:v>1201.5273492837964</c:v>
                </c:pt>
                <c:pt idx="2599">
                  <c:v>1200.9914451808443</c:v>
                </c:pt>
                <c:pt idx="2600">
                  <c:v>1200.4571609363602</c:v>
                </c:pt>
                <c:pt idx="2601">
                  <c:v>1199.9244935175257</c:v>
                </c:pt>
                <c:pt idx="2602">
                  <c:v>1199.3934398787201</c:v>
                </c:pt>
                <c:pt idx="2603">
                  <c:v>1198.8639969617764</c:v>
                </c:pt>
                <c:pt idx="2604">
                  <c:v>1198.3361616962086</c:v>
                </c:pt>
                <c:pt idx="2605">
                  <c:v>1197.8099309994443</c:v>
                </c:pt>
                <c:pt idx="2606">
                  <c:v>1197.2853017770722</c:v>
                </c:pt>
                <c:pt idx="2607">
                  <c:v>1196.762270923055</c:v>
                </c:pt>
                <c:pt idx="2608">
                  <c:v>1196.2408353199889</c:v>
                </c:pt>
                <c:pt idx="2609">
                  <c:v>1195.7209918392941</c:v>
                </c:pt>
                <c:pt idx="2610">
                  <c:v>1195.2027373414744</c:v>
                </c:pt>
                <c:pt idx="2611">
                  <c:v>1194.6860686763118</c:v>
                </c:pt>
                <c:pt idx="2612">
                  <c:v>1194.1709826831168</c:v>
                </c:pt>
                <c:pt idx="2613">
                  <c:v>1193.6574761908994</c:v>
                </c:pt>
                <c:pt idx="2614">
                  <c:v>1193.1455460186492</c:v>
                </c:pt>
                <c:pt idx="2615">
                  <c:v>1192.6351889754833</c:v>
                </c:pt>
                <c:pt idx="2616">
                  <c:v>1192.1264018609099</c:v>
                </c:pt>
                <c:pt idx="2617">
                  <c:v>1191.6191814650062</c:v>
                </c:pt>
                <c:pt idx="2618">
                  <c:v>1191.1135245686335</c:v>
                </c:pt>
                <c:pt idx="2619">
                  <c:v>1190.6094279436538</c:v>
                </c:pt>
                <c:pt idx="2620">
                  <c:v>1190.1068883531116</c:v>
                </c:pt>
                <c:pt idx="2621">
                  <c:v>1189.6059025514446</c:v>
                </c:pt>
                <c:pt idx="2622">
                  <c:v>1189.106467284701</c:v>
                </c:pt>
                <c:pt idx="2623">
                  <c:v>1188.6085792906906</c:v>
                </c:pt>
                <c:pt idx="2624">
                  <c:v>1188.1122352992281</c:v>
                </c:pt>
                <c:pt idx="2625">
                  <c:v>1187.617432032288</c:v>
                </c:pt>
                <c:pt idx="2626">
                  <c:v>1187.1241662042278</c:v>
                </c:pt>
                <c:pt idx="2627">
                  <c:v>1186.6324345219373</c:v>
                </c:pt>
                <c:pt idx="2628">
                  <c:v>1186.1422336850674</c:v>
                </c:pt>
                <c:pt idx="2629">
                  <c:v>1185.653560386173</c:v>
                </c:pt>
                <c:pt idx="2630">
                  <c:v>1185.1664113109341</c:v>
                </c:pt>
                <c:pt idx="2631">
                  <c:v>1184.6807831383105</c:v>
                </c:pt>
                <c:pt idx="2632">
                  <c:v>1184.1966725407185</c:v>
                </c:pt>
                <c:pt idx="2633">
                  <c:v>1183.7140761842293</c:v>
                </c:pt>
                <c:pt idx="2634">
                  <c:v>1183.2329907287269</c:v>
                </c:pt>
                <c:pt idx="2635">
                  <c:v>1182.7534128280797</c:v>
                </c:pt>
                <c:pt idx="2636">
                  <c:v>1182.275339130324</c:v>
                </c:pt>
                <c:pt idx="2637">
                  <c:v>1181.7987662778266</c:v>
                </c:pt>
                <c:pt idx="2638">
                  <c:v>1181.3236909074369</c:v>
                </c:pt>
                <c:pt idx="2639">
                  <c:v>1180.850109650678</c:v>
                </c:pt>
                <c:pt idx="2640">
                  <c:v>1180.3780191339044</c:v>
                </c:pt>
                <c:pt idx="2641">
                  <c:v>1179.9074159784486</c:v>
                </c:pt>
                <c:pt idx="2642">
                  <c:v>1179.4382968007928</c:v>
                </c:pt>
                <c:pt idx="2643">
                  <c:v>1178.9706582127349</c:v>
                </c:pt>
                <c:pt idx="2644">
                  <c:v>1178.5044968215193</c:v>
                </c:pt>
                <c:pt idx="2645">
                  <c:v>1178.0398092300229</c:v>
                </c:pt>
                <c:pt idx="2646">
                  <c:v>1177.5765920368908</c:v>
                </c:pt>
                <c:pt idx="2647">
                  <c:v>1177.1148418366895</c:v>
                </c:pt>
                <c:pt idx="2648">
                  <c:v>1176.6545552200612</c:v>
                </c:pt>
                <c:pt idx="2649">
                  <c:v>1176.1957287738703</c:v>
                </c:pt>
                <c:pt idx="2650">
                  <c:v>1175.7383590813449</c:v>
                </c:pt>
                <c:pt idx="2651">
                  <c:v>1175.2824427222342</c:v>
                </c:pt>
                <c:pt idx="2652">
                  <c:v>1174.8279762729387</c:v>
                </c:pt>
                <c:pt idx="2653">
                  <c:v>1174.3749563066553</c:v>
                </c:pt>
                <c:pt idx="2654">
                  <c:v>1173.92337939353</c:v>
                </c:pt>
                <c:pt idx="2655">
                  <c:v>1173.4732421007807</c:v>
                </c:pt>
                <c:pt idx="2656">
                  <c:v>1173.0245409928373</c:v>
                </c:pt>
                <c:pt idx="2657">
                  <c:v>1172.5772726314904</c:v>
                </c:pt>
                <c:pt idx="2658">
                  <c:v>1172.1314335760062</c:v>
                </c:pt>
                <c:pt idx="2659">
                  <c:v>1171.6870203832775</c:v>
                </c:pt>
                <c:pt idx="2660">
                  <c:v>1171.2440296079371</c:v>
                </c:pt>
                <c:pt idx="2661">
                  <c:v>1170.8024578025033</c:v>
                </c:pt>
                <c:pt idx="2662">
                  <c:v>1170.3623015175006</c:v>
                </c:pt>
                <c:pt idx="2663">
                  <c:v>1169.9235573015824</c:v>
                </c:pt>
                <c:pt idx="2664">
                  <c:v>1169.4862217016714</c:v>
                </c:pt>
                <c:pt idx="2665">
                  <c:v>1169.0502912630639</c:v>
                </c:pt>
                <c:pt idx="2666">
                  <c:v>1168.6157625295641</c:v>
                </c:pt>
                <c:pt idx="2667">
                  <c:v>1168.1826320436112</c:v>
                </c:pt>
                <c:pt idx="2668">
                  <c:v>1167.7508963463788</c:v>
                </c:pt>
                <c:pt idx="2669">
                  <c:v>1167.320551977914</c:v>
                </c:pt>
                <c:pt idx="2670">
                  <c:v>1166.8915954772458</c:v>
                </c:pt>
                <c:pt idx="2671">
                  <c:v>1166.4640233824971</c:v>
                </c:pt>
                <c:pt idx="2672">
                  <c:v>1166.0378322310066</c:v>
                </c:pt>
                <c:pt idx="2673">
                  <c:v>1165.6130185594357</c:v>
                </c:pt>
                <c:pt idx="2674">
                  <c:v>1165.189578903884</c:v>
                </c:pt>
                <c:pt idx="2675">
                  <c:v>1164.7675097999982</c:v>
                </c:pt>
                <c:pt idx="2676">
                  <c:v>1164.3468077830819</c:v>
                </c:pt>
                <c:pt idx="2677">
                  <c:v>1163.9274693882044</c:v>
                </c:pt>
                <c:pt idx="2678">
                  <c:v>1163.5094911503049</c:v>
                </c:pt>
                <c:pt idx="2679">
                  <c:v>1163.092869604299</c:v>
                </c:pt>
                <c:pt idx="2680">
                  <c:v>1162.677601285184</c:v>
                </c:pt>
                <c:pt idx="2681">
                  <c:v>1162.263682728136</c:v>
                </c:pt>
                <c:pt idx="2682">
                  <c:v>1161.851110468627</c:v>
                </c:pt>
                <c:pt idx="2683">
                  <c:v>1161.4398810425055</c:v>
                </c:pt>
                <c:pt idx="2684">
                  <c:v>1161.0299909861012</c:v>
                </c:pt>
                <c:pt idx="2685">
                  <c:v>1160.6214368363376</c:v>
                </c:pt>
                <c:pt idx="2686">
                  <c:v>1160.2142151308162</c:v>
                </c:pt>
                <c:pt idx="2687">
                  <c:v>1159.8083224079085</c:v>
                </c:pt>
                <c:pt idx="2688">
                  <c:v>1159.4037552068614</c:v>
                </c:pt>
                <c:pt idx="2689">
                  <c:v>1159.0005100678777</c:v>
                </c:pt>
                <c:pt idx="2690">
                  <c:v>1158.5985835322347</c:v>
                </c:pt>
                <c:pt idx="2691">
                  <c:v>1158.1979721423343</c:v>
                </c:pt>
                <c:pt idx="2692">
                  <c:v>1157.7986724418297</c:v>
                </c:pt>
                <c:pt idx="2693">
                  <c:v>1157.4006809756988</c:v>
                </c:pt>
                <c:pt idx="2694">
                  <c:v>1157.0039942903345</c:v>
                </c:pt>
                <c:pt idx="2695">
                  <c:v>1156.6086089336293</c:v>
                </c:pt>
                <c:pt idx="2696">
                  <c:v>1156.2145214550651</c:v>
                </c:pt>
                <c:pt idx="2697">
                  <c:v>1155.8217284057896</c:v>
                </c:pt>
                <c:pt idx="2698">
                  <c:v>1155.4302263387144</c:v>
                </c:pt>
                <c:pt idx="2699">
                  <c:v>1155.0400118085884</c:v>
                </c:pt>
                <c:pt idx="2700">
                  <c:v>1154.6510813720768</c:v>
                </c:pt>
                <c:pt idx="2701">
                  <c:v>1154.263431587842</c:v>
                </c:pt>
                <c:pt idx="2702">
                  <c:v>1153.87705901664</c:v>
                </c:pt>
                <c:pt idx="2703">
                  <c:v>1153.4919602213706</c:v>
                </c:pt>
                <c:pt idx="2704">
                  <c:v>1153.1081317671856</c:v>
                </c:pt>
                <c:pt idx="2705">
                  <c:v>1152.7255702215339</c:v>
                </c:pt>
                <c:pt idx="2706">
                  <c:v>1152.3442721542642</c:v>
                </c:pt>
                <c:pt idx="2707">
                  <c:v>1151.964234137683</c:v>
                </c:pt>
                <c:pt idx="2708">
                  <c:v>1151.5854527466408</c:v>
                </c:pt>
                <c:pt idx="2709">
                  <c:v>1151.207924558588</c:v>
                </c:pt>
                <c:pt idx="2710">
                  <c:v>1150.8316461536704</c:v>
                </c:pt>
                <c:pt idx="2711">
                  <c:v>1150.4566141147759</c:v>
                </c:pt>
                <c:pt idx="2712">
                  <c:v>1150.0828250276211</c:v>
                </c:pt>
                <c:pt idx="2713">
                  <c:v>1149.7102754808077</c:v>
                </c:pt>
                <c:pt idx="2714">
                  <c:v>1149.3389620659109</c:v>
                </c:pt>
                <c:pt idx="2715">
                  <c:v>1148.9688813775206</c:v>
                </c:pt>
                <c:pt idx="2716">
                  <c:v>1148.6000300133287</c:v>
                </c:pt>
                <c:pt idx="2717">
                  <c:v>1148.2324045741823</c:v>
                </c:pt>
                <c:pt idx="2718">
                  <c:v>1147.8660016641602</c:v>
                </c:pt>
                <c:pt idx="2719">
                  <c:v>1147.500817890618</c:v>
                </c:pt>
                <c:pt idx="2720">
                  <c:v>1147.1368498642726</c:v>
                </c:pt>
                <c:pt idx="2721">
                  <c:v>1146.7740941992522</c:v>
                </c:pt>
                <c:pt idx="2722">
                  <c:v>1146.4125475131577</c:v>
                </c:pt>
                <c:pt idx="2723">
                  <c:v>1146.0522064271295</c:v>
                </c:pt>
                <c:pt idx="2724">
                  <c:v>1145.6930675658982</c:v>
                </c:pt>
                <c:pt idx="2725">
                  <c:v>1145.3351275578491</c:v>
                </c:pt>
                <c:pt idx="2726">
                  <c:v>1144.9783830350864</c:v>
                </c:pt>
                <c:pt idx="2727">
                  <c:v>1144.6228306334738</c:v>
                </c:pt>
                <c:pt idx="2728">
                  <c:v>1144.2684669927121</c:v>
                </c:pt>
                <c:pt idx="2729">
                  <c:v>1143.9152887563705</c:v>
                </c:pt>
                <c:pt idx="2730">
                  <c:v>1143.5632925719642</c:v>
                </c:pt>
                <c:pt idx="2731">
                  <c:v>1143.2124750910004</c:v>
                </c:pt>
                <c:pt idx="2732">
                  <c:v>1142.8628329690209</c:v>
                </c:pt>
                <c:pt idx="2733">
                  <c:v>1142.5143628656785</c:v>
                </c:pt>
                <c:pt idx="2734">
                  <c:v>1142.167061444758</c:v>
                </c:pt>
                <c:pt idx="2735">
                  <c:v>1141.8209253742607</c:v>
                </c:pt>
                <c:pt idx="2736">
                  <c:v>1141.4759513264291</c:v>
                </c:pt>
                <c:pt idx="2737">
                  <c:v>1141.1321359778037</c:v>
                </c:pt>
                <c:pt idx="2738">
                  <c:v>1140.7894760092845</c:v>
                </c:pt>
                <c:pt idx="2739">
                  <c:v>1140.4479681061578</c:v>
                </c:pt>
                <c:pt idx="2740">
                  <c:v>1140.1076089581666</c:v>
                </c:pt>
                <c:pt idx="2741">
                  <c:v>1139.7683952595364</c:v>
                </c:pt>
                <c:pt idx="2742">
                  <c:v>1139.4303237090385</c:v>
                </c:pt>
                <c:pt idx="2743">
                  <c:v>1139.0933910100193</c:v>
                </c:pt>
                <c:pt idx="2744">
                  <c:v>1138.7575938704656</c:v>
                </c:pt>
                <c:pt idx="2745">
                  <c:v>1138.4229290030296</c:v>
                </c:pt>
                <c:pt idx="2746">
                  <c:v>1138.089393125081</c:v>
                </c:pt>
                <c:pt idx="2747">
                  <c:v>1137.7569829587526</c:v>
                </c:pt>
                <c:pt idx="2748">
                  <c:v>1137.425695230977</c:v>
                </c:pt>
                <c:pt idx="2749">
                  <c:v>1137.0955266735314</c:v>
                </c:pt>
                <c:pt idx="2750">
                  <c:v>1136.7664740230753</c:v>
                </c:pt>
                <c:pt idx="2751">
                  <c:v>1136.4385340211943</c:v>
                </c:pt>
                <c:pt idx="2752">
                  <c:v>1136.1117034144424</c:v>
                </c:pt>
                <c:pt idx="2753">
                  <c:v>1135.7859789543766</c:v>
                </c:pt>
                <c:pt idx="2754">
                  <c:v>1135.461357397593</c:v>
                </c:pt>
                <c:pt idx="2755">
                  <c:v>1135.1378355057648</c:v>
                </c:pt>
                <c:pt idx="2756">
                  <c:v>1134.8154100456934</c:v>
                </c:pt>
                <c:pt idx="2757">
                  <c:v>1134.4940777893237</c:v>
                </c:pt>
                <c:pt idx="2758">
                  <c:v>1134.1738355138016</c:v>
                </c:pt>
                <c:pt idx="2759">
                  <c:v>1133.8546800014892</c:v>
                </c:pt>
                <c:pt idx="2760">
                  <c:v>1133.536608040019</c:v>
                </c:pt>
                <c:pt idx="2761">
                  <c:v>1133.2196164223105</c:v>
                </c:pt>
                <c:pt idx="2762">
                  <c:v>1132.9037019466175</c:v>
                </c:pt>
                <c:pt idx="2763">
                  <c:v>1132.5888614165544</c:v>
                </c:pt>
                <c:pt idx="2764">
                  <c:v>1132.2750916411333</c:v>
                </c:pt>
                <c:pt idx="2765">
                  <c:v>1131.9623894347928</c:v>
                </c:pt>
                <c:pt idx="2766">
                  <c:v>1131.6507516174302</c:v>
                </c:pt>
                <c:pt idx="2767">
                  <c:v>1131.3401750144349</c:v>
                </c:pt>
                <c:pt idx="2768">
                  <c:v>1131.0306564567136</c:v>
                </c:pt>
                <c:pt idx="2769">
                  <c:v>1130.7221927807288</c:v>
                </c:pt>
                <c:pt idx="2770">
                  <c:v>1130.4147808285168</c:v>
                </c:pt>
                <c:pt idx="2771">
                  <c:v>1130.1084174477364</c:v>
                </c:pt>
                <c:pt idx="2772">
                  <c:v>1129.8030994916669</c:v>
                </c:pt>
                <c:pt idx="2773">
                  <c:v>1129.498823819268</c:v>
                </c:pt>
                <c:pt idx="2774">
                  <c:v>1129.1955872951892</c:v>
                </c:pt>
                <c:pt idx="2775">
                  <c:v>1128.8933867897942</c:v>
                </c:pt>
                <c:pt idx="2776">
                  <c:v>1128.5922191792049</c:v>
                </c:pt>
                <c:pt idx="2777">
                  <c:v>1128.2920813453075</c:v>
                </c:pt>
                <c:pt idx="2778">
                  <c:v>1127.9929701757915</c:v>
                </c:pt>
                <c:pt idx="2779">
                  <c:v>1127.6948825641721</c:v>
                </c:pt>
                <c:pt idx="2780">
                  <c:v>1127.3978154098047</c:v>
                </c:pt>
                <c:pt idx="2781">
                  <c:v>1127.101765617929</c:v>
                </c:pt>
                <c:pt idx="2782">
                  <c:v>1126.8067300996722</c:v>
                </c:pt>
                <c:pt idx="2783">
                  <c:v>1126.5127057720845</c:v>
                </c:pt>
                <c:pt idx="2784">
                  <c:v>1126.2196895581551</c:v>
                </c:pt>
                <c:pt idx="2785">
                  <c:v>1125.9276783868511</c:v>
                </c:pt>
                <c:pt idx="2786">
                  <c:v>1125.6366691931037</c:v>
                </c:pt>
                <c:pt idx="2787">
                  <c:v>1125.3466589178768</c:v>
                </c:pt>
                <c:pt idx="2788">
                  <c:v>1125.0576445081438</c:v>
                </c:pt>
                <c:pt idx="2789">
                  <c:v>1124.7696229169399</c:v>
                </c:pt>
                <c:pt idx="2790">
                  <c:v>1124.4825911033638</c:v>
                </c:pt>
                <c:pt idx="2791">
                  <c:v>1124.1965460326116</c:v>
                </c:pt>
                <c:pt idx="2792">
                  <c:v>1123.9114846759796</c:v>
                </c:pt>
                <c:pt idx="2793">
                  <c:v>1123.6274040108979</c:v>
                </c:pt>
                <c:pt idx="2794">
                  <c:v>1123.3443010209392</c:v>
                </c:pt>
                <c:pt idx="2795">
                  <c:v>1123.0621726958482</c:v>
                </c:pt>
                <c:pt idx="2796">
                  <c:v>1122.7810160315453</c:v>
                </c:pt>
                <c:pt idx="2797">
                  <c:v>1122.5008280301529</c:v>
                </c:pt>
                <c:pt idx="2798">
                  <c:v>1122.2216057000091</c:v>
                </c:pt>
                <c:pt idx="2799">
                  <c:v>1121.9433460556877</c:v>
                </c:pt>
                <c:pt idx="2800">
                  <c:v>1121.6660461180095</c:v>
                </c:pt>
                <c:pt idx="2801">
                  <c:v>1121.3897029140651</c:v>
                </c:pt>
                <c:pt idx="2802">
                  <c:v>1121.1143134772199</c:v>
                </c:pt>
                <c:pt idx="2803">
                  <c:v>1120.8398748471368</c:v>
                </c:pt>
                <c:pt idx="2804">
                  <c:v>1120.5663840697982</c:v>
                </c:pt>
                <c:pt idx="2805">
                  <c:v>1120.2938381974957</c:v>
                </c:pt>
                <c:pt idx="2806">
                  <c:v>1120.0222342888721</c:v>
                </c:pt>
                <c:pt idx="2807">
                  <c:v>1119.7515694089154</c:v>
                </c:pt>
                <c:pt idx="2808">
                  <c:v>1119.4818406289867</c:v>
                </c:pt>
                <c:pt idx="2809">
                  <c:v>1119.2130450268173</c:v>
                </c:pt>
                <c:pt idx="2810">
                  <c:v>1118.9451796865405</c:v>
                </c:pt>
                <c:pt idx="2811">
                  <c:v>1118.6782416986773</c:v>
                </c:pt>
                <c:pt idx="2812">
                  <c:v>1118.4122281601806</c:v>
                </c:pt>
                <c:pt idx="2813">
                  <c:v>1118.1471361744211</c:v>
                </c:pt>
                <c:pt idx="2814">
                  <c:v>1117.8829628512096</c:v>
                </c:pt>
                <c:pt idx="2815">
                  <c:v>1117.6197053068072</c:v>
                </c:pt>
                <c:pt idx="2816">
                  <c:v>1117.3573606639359</c:v>
                </c:pt>
                <c:pt idx="2817">
                  <c:v>1117.095926051782</c:v>
                </c:pt>
                <c:pt idx="2818">
                  <c:v>1116.835398606017</c:v>
                </c:pt>
                <c:pt idx="2819">
                  <c:v>1116.5757754688022</c:v>
                </c:pt>
                <c:pt idx="2820">
                  <c:v>1116.317053788795</c:v>
                </c:pt>
                <c:pt idx="2821">
                  <c:v>1116.0592307211634</c:v>
                </c:pt>
                <c:pt idx="2822">
                  <c:v>1115.8023034275902</c:v>
                </c:pt>
                <c:pt idx="2823">
                  <c:v>1115.5462690762872</c:v>
                </c:pt>
                <c:pt idx="2824">
                  <c:v>1115.2911248419921</c:v>
                </c:pt>
                <c:pt idx="2825">
                  <c:v>1115.0368679059925</c:v>
                </c:pt>
                <c:pt idx="2826">
                  <c:v>1114.7834954561195</c:v>
                </c:pt>
                <c:pt idx="2827">
                  <c:v>1114.5310046867614</c:v>
                </c:pt>
                <c:pt idx="2828">
                  <c:v>1114.2793927988712</c:v>
                </c:pt>
                <c:pt idx="2829">
                  <c:v>1114.0286569999705</c:v>
                </c:pt>
                <c:pt idx="2830">
                  <c:v>1113.7787945041553</c:v>
                </c:pt>
                <c:pt idx="2831">
                  <c:v>1113.5298025321088</c:v>
                </c:pt>
                <c:pt idx="2832">
                  <c:v>1113.2816783110977</c:v>
                </c:pt>
                <c:pt idx="2833">
                  <c:v>1113.0344190749834</c:v>
                </c:pt>
                <c:pt idx="2834">
                  <c:v>1112.7880220642335</c:v>
                </c:pt>
                <c:pt idx="2835">
                  <c:v>1112.5424845259076</c:v>
                </c:pt>
                <c:pt idx="2836">
                  <c:v>1112.2978037136872</c:v>
                </c:pt>
                <c:pt idx="2837">
                  <c:v>1112.0539768878602</c:v>
                </c:pt>
                <c:pt idx="2838">
                  <c:v>1111.8110013153337</c:v>
                </c:pt>
                <c:pt idx="2839">
                  <c:v>1111.56887426964</c:v>
                </c:pt>
                <c:pt idx="2840">
                  <c:v>1111.3275930309333</c:v>
                </c:pt>
                <c:pt idx="2841">
                  <c:v>1111.0871548860002</c:v>
                </c:pt>
                <c:pt idx="2842">
                  <c:v>1110.847557128265</c:v>
                </c:pt>
                <c:pt idx="2843">
                  <c:v>1110.6087970577764</c:v>
                </c:pt>
                <c:pt idx="2844">
                  <c:v>1110.3708719812378</c:v>
                </c:pt>
                <c:pt idx="2845">
                  <c:v>1110.1337792119805</c:v>
                </c:pt>
                <c:pt idx="2846">
                  <c:v>1109.8975160699888</c:v>
                </c:pt>
                <c:pt idx="2847">
                  <c:v>1109.6620798818881</c:v>
                </c:pt>
                <c:pt idx="2848">
                  <c:v>1109.427467980958</c:v>
                </c:pt>
                <c:pt idx="2849">
                  <c:v>1109.1936777071219</c:v>
                </c:pt>
                <c:pt idx="2850">
                  <c:v>1108.9607064069608</c:v>
                </c:pt>
                <c:pt idx="2851">
                  <c:v>1108.7285514337038</c:v>
                </c:pt>
                <c:pt idx="2852">
                  <c:v>1108.4972101472381</c:v>
                </c:pt>
                <c:pt idx="2853">
                  <c:v>1108.2666799141032</c:v>
                </c:pt>
                <c:pt idx="2854">
                  <c:v>1108.0369581074981</c:v>
                </c:pt>
                <c:pt idx="2855">
                  <c:v>1107.808042107273</c:v>
                </c:pt>
                <c:pt idx="2856">
                  <c:v>1107.5799292999368</c:v>
                </c:pt>
                <c:pt idx="2857">
                  <c:v>1107.3526170786545</c:v>
                </c:pt>
                <c:pt idx="2858">
                  <c:v>1107.1261028432484</c:v>
                </c:pt>
                <c:pt idx="2859">
                  <c:v>1106.9003840002022</c:v>
                </c:pt>
                <c:pt idx="2860">
                  <c:v>1106.6754579626404</c:v>
                </c:pt>
                <c:pt idx="2861">
                  <c:v>1106.4513221503573</c:v>
                </c:pt>
                <c:pt idx="2862">
                  <c:v>1106.227973989792</c:v>
                </c:pt>
                <c:pt idx="2863">
                  <c:v>1106.0054109140438</c:v>
                </c:pt>
                <c:pt idx="2864">
                  <c:v>1105.7836303628544</c:v>
                </c:pt>
                <c:pt idx="2865">
                  <c:v>1105.5626297826236</c:v>
                </c:pt>
                <c:pt idx="2866">
                  <c:v>1105.3424066263942</c:v>
                </c:pt>
                <c:pt idx="2867">
                  <c:v>1105.1229583538609</c:v>
                </c:pt>
                <c:pt idx="2868">
                  <c:v>1104.9042824313563</c:v>
                </c:pt>
                <c:pt idx="2869">
                  <c:v>1104.6863763318604</c:v>
                </c:pt>
                <c:pt idx="2870">
                  <c:v>1104.469237534991</c:v>
                </c:pt>
                <c:pt idx="2871">
                  <c:v>1104.2528635270055</c:v>
                </c:pt>
                <c:pt idx="2872">
                  <c:v>1104.0372518007898</c:v>
                </c:pt>
                <c:pt idx="2873">
                  <c:v>1103.8223998558713</c:v>
                </c:pt>
                <c:pt idx="2874">
                  <c:v>1103.6083051983971</c:v>
                </c:pt>
                <c:pt idx="2875">
                  <c:v>1103.3949653411469</c:v>
                </c:pt>
                <c:pt idx="2876">
                  <c:v>1103.1823778035177</c:v>
                </c:pt>
                <c:pt idx="2877">
                  <c:v>1102.9705401115311</c:v>
                </c:pt>
                <c:pt idx="2878">
                  <c:v>1102.7594497978132</c:v>
                </c:pt>
                <c:pt idx="2879">
                  <c:v>1102.5491044016142</c:v>
                </c:pt>
                <c:pt idx="2880">
                  <c:v>1102.3395014687824</c:v>
                </c:pt>
                <c:pt idx="2881">
                  <c:v>1102.1306385517739</c:v>
                </c:pt>
                <c:pt idx="2882">
                  <c:v>1101.9225132096396</c:v>
                </c:pt>
                <c:pt idx="2883">
                  <c:v>1101.7151230080283</c:v>
                </c:pt>
                <c:pt idx="2884">
                  <c:v>1101.5084655191813</c:v>
                </c:pt>
                <c:pt idx="2885">
                  <c:v>1101.3025383219149</c:v>
                </c:pt>
                <c:pt idx="2886">
                  <c:v>1101.0973390016375</c:v>
                </c:pt>
                <c:pt idx="2887">
                  <c:v>1100.8928651503229</c:v>
                </c:pt>
                <c:pt idx="2888">
                  <c:v>1100.6891143665193</c:v>
                </c:pt>
                <c:pt idx="2889">
                  <c:v>1100.4860842553448</c:v>
                </c:pt>
                <c:pt idx="2890">
                  <c:v>1100.2837724284673</c:v>
                </c:pt>
                <c:pt idx="2891">
                  <c:v>1100.0821765041178</c:v>
                </c:pt>
                <c:pt idx="2892">
                  <c:v>1099.8812941070657</c:v>
                </c:pt>
                <c:pt idx="2893">
                  <c:v>1099.6811228686308</c:v>
                </c:pt>
                <c:pt idx="2894">
                  <c:v>1099.4816604266664</c:v>
                </c:pt>
                <c:pt idx="2895">
                  <c:v>1099.2829044255557</c:v>
                </c:pt>
                <c:pt idx="2896">
                  <c:v>1099.084852516208</c:v>
                </c:pt>
                <c:pt idx="2897">
                  <c:v>1098.8875023560463</c:v>
                </c:pt>
                <c:pt idx="2898">
                  <c:v>1098.6908516090111</c:v>
                </c:pt>
                <c:pt idx="2899">
                  <c:v>1098.4948979455448</c:v>
                </c:pt>
                <c:pt idx="2900">
                  <c:v>1098.2996390425867</c:v>
                </c:pt>
                <c:pt idx="2901">
                  <c:v>1098.1050725835696</c:v>
                </c:pt>
                <c:pt idx="2902">
                  <c:v>1097.9111962584116</c:v>
                </c:pt>
                <c:pt idx="2903">
                  <c:v>1097.7180077635037</c:v>
                </c:pt>
                <c:pt idx="2904">
                  <c:v>1097.5255048017141</c:v>
                </c:pt>
                <c:pt idx="2905">
                  <c:v>1097.33368508237</c:v>
                </c:pt>
                <c:pt idx="2906">
                  <c:v>1097.1425463212527</c:v>
                </c:pt>
                <c:pt idx="2907">
                  <c:v>1096.9520862406009</c:v>
                </c:pt>
                <c:pt idx="2908">
                  <c:v>1096.7623025690805</c:v>
                </c:pt>
                <c:pt idx="2909">
                  <c:v>1096.5731930418028</c:v>
                </c:pt>
                <c:pt idx="2910">
                  <c:v>1096.3847554002984</c:v>
                </c:pt>
                <c:pt idx="2911">
                  <c:v>1096.196987392517</c:v>
                </c:pt>
                <c:pt idx="2912">
                  <c:v>1096.0098867728193</c:v>
                </c:pt>
                <c:pt idx="2913">
                  <c:v>1095.8234513019625</c:v>
                </c:pt>
                <c:pt idx="2914">
                  <c:v>1095.6376787471052</c:v>
                </c:pt>
                <c:pt idx="2915">
                  <c:v>1095.4525668817821</c:v>
                </c:pt>
                <c:pt idx="2916">
                  <c:v>1095.2681134859149</c:v>
                </c:pt>
                <c:pt idx="2917">
                  <c:v>1095.0843163457851</c:v>
                </c:pt>
                <c:pt idx="2918">
                  <c:v>1094.9011732540384</c:v>
                </c:pt>
                <c:pt idx="2919">
                  <c:v>1094.7186820096711</c:v>
                </c:pt>
                <c:pt idx="2920">
                  <c:v>1094.5368404180167</c:v>
                </c:pt>
                <c:pt idx="2921">
                  <c:v>1094.3556462907557</c:v>
                </c:pt>
                <c:pt idx="2922">
                  <c:v>1094.1750974458789</c:v>
                </c:pt>
                <c:pt idx="2923">
                  <c:v>1093.9951917077008</c:v>
                </c:pt>
                <c:pt idx="2924">
                  <c:v>1093.8159269068401</c:v>
                </c:pt>
                <c:pt idx="2925">
                  <c:v>1093.6373008802152</c:v>
                </c:pt>
                <c:pt idx="2926">
                  <c:v>1093.4593114710328</c:v>
                </c:pt>
                <c:pt idx="2927">
                  <c:v>1093.2819565287746</c:v>
                </c:pt>
                <c:pt idx="2928">
                  <c:v>1093.1052339091991</c:v>
                </c:pt>
                <c:pt idx="2929">
                  <c:v>1092.9291414743213</c:v>
                </c:pt>
                <c:pt idx="2930">
                  <c:v>1092.7536770924039</c:v>
                </c:pt>
                <c:pt idx="2931">
                  <c:v>1092.5788386379552</c:v>
                </c:pt>
                <c:pt idx="2932">
                  <c:v>1092.4046239917143</c:v>
                </c:pt>
                <c:pt idx="2933">
                  <c:v>1092.2310310406435</c:v>
                </c:pt>
                <c:pt idx="2934">
                  <c:v>1092.0580576779109</c:v>
                </c:pt>
                <c:pt idx="2935">
                  <c:v>1091.8857018028934</c:v>
                </c:pt>
                <c:pt idx="2936">
                  <c:v>1091.713961321158</c:v>
                </c:pt>
                <c:pt idx="2937">
                  <c:v>1091.5428341444529</c:v>
                </c:pt>
                <c:pt idx="2938">
                  <c:v>1091.3723181906969</c:v>
                </c:pt>
                <c:pt idx="2939">
                  <c:v>1091.2024113839755</c:v>
                </c:pt>
                <c:pt idx="2940">
                  <c:v>1091.0331116545178</c:v>
                </c:pt>
                <c:pt idx="2941">
                  <c:v>1090.864416938703</c:v>
                </c:pt>
                <c:pt idx="2942">
                  <c:v>1090.6963251790339</c:v>
                </c:pt>
                <c:pt idx="2943">
                  <c:v>1090.5288343241416</c:v>
                </c:pt>
                <c:pt idx="2944">
                  <c:v>1090.3619423287578</c:v>
                </c:pt>
                <c:pt idx="2945">
                  <c:v>1090.1956471537178</c:v>
                </c:pt>
                <c:pt idx="2946">
                  <c:v>1090.0299467659518</c:v>
                </c:pt>
                <c:pt idx="2947">
                  <c:v>1089.8648391384577</c:v>
                </c:pt>
                <c:pt idx="2948">
                  <c:v>1089.7003222503072</c:v>
                </c:pt>
                <c:pt idx="2949">
                  <c:v>1089.5363940866287</c:v>
                </c:pt>
                <c:pt idx="2950">
                  <c:v>1089.3730526385921</c:v>
                </c:pt>
                <c:pt idx="2951">
                  <c:v>1089.21029590341</c:v>
                </c:pt>
                <c:pt idx="2952">
                  <c:v>1089.0481218843086</c:v>
                </c:pt>
                <c:pt idx="2953">
                  <c:v>1088.8865285905388</c:v>
                </c:pt>
                <c:pt idx="2954">
                  <c:v>1088.7255140373422</c:v>
                </c:pt>
                <c:pt idx="2955">
                  <c:v>1088.5650762459613</c:v>
                </c:pt>
                <c:pt idx="2956">
                  <c:v>1088.4052132436118</c:v>
                </c:pt>
                <c:pt idx="2957">
                  <c:v>1088.2459230634815</c:v>
                </c:pt>
                <c:pt idx="2958">
                  <c:v>1088.087203744712</c:v>
                </c:pt>
                <c:pt idx="2959">
                  <c:v>1087.9290533323951</c:v>
                </c:pt>
                <c:pt idx="2960">
                  <c:v>1087.7714698775558</c:v>
                </c:pt>
                <c:pt idx="2961">
                  <c:v>1087.6144514371406</c:v>
                </c:pt>
                <c:pt idx="2962">
                  <c:v>1087.4579960740116</c:v>
                </c:pt>
                <c:pt idx="2963">
                  <c:v>1087.3021018569289</c:v>
                </c:pt>
                <c:pt idx="2964">
                  <c:v>1087.1467668605444</c:v>
                </c:pt>
                <c:pt idx="2965">
                  <c:v>1086.9919891653824</c:v>
                </c:pt>
                <c:pt idx="2966">
                  <c:v>1086.8377668578373</c:v>
                </c:pt>
                <c:pt idx="2967">
                  <c:v>1086.6840980301561</c:v>
                </c:pt>
                <c:pt idx="2968">
                  <c:v>1086.5309807804331</c:v>
                </c:pt>
                <c:pt idx="2969">
                  <c:v>1086.3784132125854</c:v>
                </c:pt>
                <c:pt idx="2970">
                  <c:v>1086.2263934363555</c:v>
                </c:pt>
                <c:pt idx="2971">
                  <c:v>1086.0749195672918</c:v>
                </c:pt>
                <c:pt idx="2972">
                  <c:v>1085.923989726736</c:v>
                </c:pt>
                <c:pt idx="2973">
                  <c:v>1085.773602041819</c:v>
                </c:pt>
                <c:pt idx="2974">
                  <c:v>1085.6237546454386</c:v>
                </c:pt>
                <c:pt idx="2975">
                  <c:v>1085.4744456762528</c:v>
                </c:pt>
                <c:pt idx="2976">
                  <c:v>1085.3256732786731</c:v>
                </c:pt>
                <c:pt idx="2977">
                  <c:v>1085.1774356028407</c:v>
                </c:pt>
                <c:pt idx="2978">
                  <c:v>1085.0297308046231</c:v>
                </c:pt>
                <c:pt idx="2979">
                  <c:v>1084.8825570456054</c:v>
                </c:pt>
                <c:pt idx="2980">
                  <c:v>1084.7359124930615</c:v>
                </c:pt>
                <c:pt idx="2981">
                  <c:v>1084.5897953199621</c:v>
                </c:pt>
                <c:pt idx="2982">
                  <c:v>1084.4442037049528</c:v>
                </c:pt>
                <c:pt idx="2983">
                  <c:v>1084.2991358323384</c:v>
                </c:pt>
                <c:pt idx="2984">
                  <c:v>1084.1545898920799</c:v>
                </c:pt>
                <c:pt idx="2985">
                  <c:v>1084.010564079776</c:v>
                </c:pt>
                <c:pt idx="2986">
                  <c:v>1083.8670565966524</c:v>
                </c:pt>
                <c:pt idx="2987">
                  <c:v>1083.7240656495467</c:v>
                </c:pt>
                <c:pt idx="2988">
                  <c:v>1083.5815894509058</c:v>
                </c:pt>
                <c:pt idx="2989">
                  <c:v>1083.4396262187588</c:v>
                </c:pt>
                <c:pt idx="2990">
                  <c:v>1083.2981741767196</c:v>
                </c:pt>
                <c:pt idx="2991">
                  <c:v>1083.1572315539652</c:v>
                </c:pt>
                <c:pt idx="2992">
                  <c:v>1083.0167965852261</c:v>
                </c:pt>
                <c:pt idx="2993">
                  <c:v>1082.8768675107694</c:v>
                </c:pt>
                <c:pt idx="2994">
                  <c:v>1082.7374425763981</c:v>
                </c:pt>
                <c:pt idx="2995">
                  <c:v>1082.5985200334246</c:v>
                </c:pt>
                <c:pt idx="2996">
                  <c:v>1082.4600981386698</c:v>
                </c:pt>
                <c:pt idx="2997">
                  <c:v>1082.3221751544415</c:v>
                </c:pt>
                <c:pt idx="2998">
                  <c:v>1082.1847493485309</c:v>
                </c:pt>
                <c:pt idx="2999">
                  <c:v>1082.0478189941903</c:v>
                </c:pt>
                <c:pt idx="3000">
                  <c:v>1081.9113823701284</c:v>
                </c:pt>
                <c:pt idx="3001">
                  <c:v>1081.7754377604963</c:v>
                </c:pt>
                <c:pt idx="3002">
                  <c:v>1081.6399834548672</c:v>
                </c:pt>
                <c:pt idx="3003">
                  <c:v>1081.5050177482392</c:v>
                </c:pt>
                <c:pt idx="3004">
                  <c:v>1081.3705389410068</c:v>
                </c:pt>
                <c:pt idx="3005">
                  <c:v>1081.2365453389573</c:v>
                </c:pt>
                <c:pt idx="3006">
                  <c:v>1081.1030352532605</c:v>
                </c:pt>
                <c:pt idx="3007">
                  <c:v>1080.9700070004424</c:v>
                </c:pt>
                <c:pt idx="3008">
                  <c:v>1080.8374589023917</c:v>
                </c:pt>
                <c:pt idx="3009">
                  <c:v>1080.705389286331</c:v>
                </c:pt>
                <c:pt idx="3010">
                  <c:v>1080.5737964848124</c:v>
                </c:pt>
                <c:pt idx="3011">
                  <c:v>1080.4426788357036</c:v>
                </c:pt>
                <c:pt idx="3012">
                  <c:v>1080.3120346821727</c:v>
                </c:pt>
                <c:pt idx="3013">
                  <c:v>1080.1818623726831</c:v>
                </c:pt>
                <c:pt idx="3014">
                  <c:v>1080.0521602609651</c:v>
                </c:pt>
                <c:pt idx="3015">
                  <c:v>1079.9229267060211</c:v>
                </c:pt>
                <c:pt idx="3016">
                  <c:v>1079.7941600721024</c:v>
                </c:pt>
                <c:pt idx="3017">
                  <c:v>1079.6658587287009</c:v>
                </c:pt>
                <c:pt idx="3018">
                  <c:v>1079.5380210505305</c:v>
                </c:pt>
                <c:pt idx="3019">
                  <c:v>1079.4106454175221</c:v>
                </c:pt>
                <c:pt idx="3020">
                  <c:v>1079.2837302148048</c:v>
                </c:pt>
                <c:pt idx="3021">
                  <c:v>1079.1572738326975</c:v>
                </c:pt>
                <c:pt idx="3022">
                  <c:v>1079.0312746666928</c:v>
                </c:pt>
                <c:pt idx="3023">
                  <c:v>1078.905731117447</c:v>
                </c:pt>
                <c:pt idx="3024">
                  <c:v>1078.7806415907617</c:v>
                </c:pt>
                <c:pt idx="3025">
                  <c:v>1078.6560044975804</c:v>
                </c:pt>
                <c:pt idx="3026">
                  <c:v>1078.5318182539679</c:v>
                </c:pt>
                <c:pt idx="3027">
                  <c:v>1078.4080812811035</c:v>
                </c:pt>
                <c:pt idx="3028">
                  <c:v>1078.284792005257</c:v>
                </c:pt>
                <c:pt idx="3029">
                  <c:v>1078.1619488577926</c:v>
                </c:pt>
                <c:pt idx="3030">
                  <c:v>1078.0395502751444</c:v>
                </c:pt>
                <c:pt idx="3031">
                  <c:v>1077.9175946988044</c:v>
                </c:pt>
                <c:pt idx="3032">
                  <c:v>1077.796080575313</c:v>
                </c:pt>
                <c:pt idx="3033">
                  <c:v>1077.6750063562483</c:v>
                </c:pt>
                <c:pt idx="3034">
                  <c:v>1077.5543704982042</c:v>
                </c:pt>
                <c:pt idx="3035">
                  <c:v>1077.4341714627878</c:v>
                </c:pt>
                <c:pt idx="3036">
                  <c:v>1077.314407716603</c:v>
                </c:pt>
                <c:pt idx="3037">
                  <c:v>1077.195077731232</c:v>
                </c:pt>
                <c:pt idx="3038">
                  <c:v>1077.076179983233</c:v>
                </c:pt>
                <c:pt idx="3039">
                  <c:v>1076.9577129541212</c:v>
                </c:pt>
                <c:pt idx="3040">
                  <c:v>1076.8396751303524</c:v>
                </c:pt>
                <c:pt idx="3041">
                  <c:v>1076.7220650033184</c:v>
                </c:pt>
                <c:pt idx="3042">
                  <c:v>1076.6048810693312</c:v>
                </c:pt>
                <c:pt idx="3043">
                  <c:v>1076.488121829608</c:v>
                </c:pt>
                <c:pt idx="3044">
                  <c:v>1076.3717857902586</c:v>
                </c:pt>
                <c:pt idx="3045">
                  <c:v>1076.2558714622746</c:v>
                </c:pt>
                <c:pt idx="3046">
                  <c:v>1076.1403773615186</c:v>
                </c:pt>
                <c:pt idx="3047">
                  <c:v>1076.0253020087055</c:v>
                </c:pt>
                <c:pt idx="3048">
                  <c:v>1075.9106439293939</c:v>
                </c:pt>
                <c:pt idx="3049">
                  <c:v>1075.7964016539745</c:v>
                </c:pt>
                <c:pt idx="3050">
                  <c:v>1075.6825737176523</c:v>
                </c:pt>
                <c:pt idx="3051">
                  <c:v>1075.5691586604387</c:v>
                </c:pt>
                <c:pt idx="3052">
                  <c:v>1075.4561550271367</c:v>
                </c:pt>
                <c:pt idx="3053">
                  <c:v>1075.3435613673287</c:v>
                </c:pt>
                <c:pt idx="3054">
                  <c:v>1075.2313762353624</c:v>
                </c:pt>
                <c:pt idx="3055">
                  <c:v>1075.1195981903415</c:v>
                </c:pt>
                <c:pt idx="3056">
                  <c:v>1075.0082257961064</c:v>
                </c:pt>
                <c:pt idx="3057">
                  <c:v>1074.8972576212323</c:v>
                </c:pt>
                <c:pt idx="3058">
                  <c:v>1074.7866922390033</c:v>
                </c:pt>
                <c:pt idx="3059">
                  <c:v>1074.6765282274107</c:v>
                </c:pt>
                <c:pt idx="3060">
                  <c:v>1074.5667641691336</c:v>
                </c:pt>
                <c:pt idx="3061">
                  <c:v>1074.4573986515318</c:v>
                </c:pt>
                <c:pt idx="3062">
                  <c:v>1074.3484302666257</c:v>
                </c:pt>
                <c:pt idx="3063">
                  <c:v>1074.2398576110918</c:v>
                </c:pt>
                <c:pt idx="3064">
                  <c:v>1074.1316792862453</c:v>
                </c:pt>
                <c:pt idx="3065">
                  <c:v>1074.0238938980269</c:v>
                </c:pt>
                <c:pt idx="3066">
                  <c:v>1073.9165000569903</c:v>
                </c:pt>
                <c:pt idx="3067">
                  <c:v>1073.809496378298</c:v>
                </c:pt>
                <c:pt idx="3068">
                  <c:v>1073.7028814816917</c:v>
                </c:pt>
                <c:pt idx="3069">
                  <c:v>1073.5966539915007</c:v>
                </c:pt>
                <c:pt idx="3070">
                  <c:v>1073.490812536608</c:v>
                </c:pt>
                <c:pt idx="3071">
                  <c:v>1073.3853557504517</c:v>
                </c:pt>
                <c:pt idx="3072">
                  <c:v>1073.2802822710119</c:v>
                </c:pt>
                <c:pt idx="3073">
                  <c:v>1073.1755907407928</c:v>
                </c:pt>
                <c:pt idx="3074">
                  <c:v>1073.0712798068093</c:v>
                </c:pt>
                <c:pt idx="3075">
                  <c:v>1072.9673481205834</c:v>
                </c:pt>
                <c:pt idx="3076">
                  <c:v>1072.8637943381225</c:v>
                </c:pt>
                <c:pt idx="3077">
                  <c:v>1072.7606171199102</c:v>
                </c:pt>
                <c:pt idx="3078">
                  <c:v>1072.6578151308922</c:v>
                </c:pt>
                <c:pt idx="3079">
                  <c:v>1072.5553870404708</c:v>
                </c:pt>
                <c:pt idx="3080">
                  <c:v>1072.4533315224812</c:v>
                </c:pt>
                <c:pt idx="3081">
                  <c:v>1072.351647255188</c:v>
                </c:pt>
                <c:pt idx="3082">
                  <c:v>1072.2503329212714</c:v>
                </c:pt>
                <c:pt idx="3083">
                  <c:v>1072.1493872078086</c:v>
                </c:pt>
                <c:pt idx="3084">
                  <c:v>1072.0488088062696</c:v>
                </c:pt>
                <c:pt idx="3085">
                  <c:v>1071.9485964124992</c:v>
                </c:pt>
                <c:pt idx="3086">
                  <c:v>1071.8487487267112</c:v>
                </c:pt>
                <c:pt idx="3087">
                  <c:v>1071.7492644534614</c:v>
                </c:pt>
                <c:pt idx="3088">
                  <c:v>1071.650142301655</c:v>
                </c:pt>
                <c:pt idx="3089">
                  <c:v>1071.5513809845208</c:v>
                </c:pt>
                <c:pt idx="3090">
                  <c:v>1071.4529792196038</c:v>
                </c:pt>
                <c:pt idx="3091">
                  <c:v>1071.3549357287459</c:v>
                </c:pt>
                <c:pt idx="3092">
                  <c:v>1071.2572492380914</c:v>
                </c:pt>
                <c:pt idx="3093">
                  <c:v>1071.1599184780489</c:v>
                </c:pt>
                <c:pt idx="3094">
                  <c:v>1071.062942183303</c:v>
                </c:pt>
                <c:pt idx="3095">
                  <c:v>1070.9663190927899</c:v>
                </c:pt>
                <c:pt idx="3096">
                  <c:v>1070.8700479496836</c:v>
                </c:pt>
                <c:pt idx="3097">
                  <c:v>1070.7741275013884</c:v>
                </c:pt>
                <c:pt idx="3098">
                  <c:v>1070.6785564995314</c:v>
                </c:pt>
                <c:pt idx="3099">
                  <c:v>1070.5833336999369</c:v>
                </c:pt>
                <c:pt idx="3100">
                  <c:v>1070.4884578626272</c:v>
                </c:pt>
                <c:pt idx="3101">
                  <c:v>1070.3939277518004</c:v>
                </c:pt>
                <c:pt idx="3102">
                  <c:v>1070.29974213583</c:v>
                </c:pt>
                <c:pt idx="3103">
                  <c:v>1070.2058997872389</c:v>
                </c:pt>
                <c:pt idx="3104">
                  <c:v>1070.1123994826974</c:v>
                </c:pt>
                <c:pt idx="3105">
                  <c:v>1070.0192400030089</c:v>
                </c:pt>
                <c:pt idx="3106">
                  <c:v>1069.9264201330977</c:v>
                </c:pt>
                <c:pt idx="3107">
                  <c:v>1069.8339386619907</c:v>
                </c:pt>
                <c:pt idx="3108">
                  <c:v>1069.7417943828186</c:v>
                </c:pt>
                <c:pt idx="3109">
                  <c:v>1069.6499860927927</c:v>
                </c:pt>
                <c:pt idx="3110">
                  <c:v>1069.5585125931923</c:v>
                </c:pt>
                <c:pt idx="3111">
                  <c:v>1069.467372689365</c:v>
                </c:pt>
                <c:pt idx="3112">
                  <c:v>1069.3765651907015</c:v>
                </c:pt>
                <c:pt idx="3113">
                  <c:v>1069.2860889106316</c:v>
                </c:pt>
                <c:pt idx="3114">
                  <c:v>1069.1959426666072</c:v>
                </c:pt>
                <c:pt idx="3115">
                  <c:v>1069.1061252800905</c:v>
                </c:pt>
                <c:pt idx="3116">
                  <c:v>1069.016635576555</c:v>
                </c:pt>
                <c:pt idx="3117">
                  <c:v>1068.9274723854501</c:v>
                </c:pt>
                <c:pt idx="3118">
                  <c:v>1068.8386345402116</c:v>
                </c:pt>
                <c:pt idx="3119">
                  <c:v>1068.7501208782355</c:v>
                </c:pt>
                <c:pt idx="3120">
                  <c:v>1068.6619302408726</c:v>
                </c:pt>
                <c:pt idx="3121">
                  <c:v>1068.5740614734173</c:v>
                </c:pt>
                <c:pt idx="3122">
                  <c:v>1068.4865134250927</c:v>
                </c:pt>
                <c:pt idx="3123">
                  <c:v>1068.3992849490387</c:v>
                </c:pt>
                <c:pt idx="3124">
                  <c:v>1068.3123749023064</c:v>
                </c:pt>
                <c:pt idx="3125">
                  <c:v>1068.2257821458343</c:v>
                </c:pt>
                <c:pt idx="3126">
                  <c:v>1068.1395055444518</c:v>
                </c:pt>
                <c:pt idx="3127">
                  <c:v>1068.0535439668558</c:v>
                </c:pt>
                <c:pt idx="3128">
                  <c:v>1067.9678962856062</c:v>
                </c:pt>
                <c:pt idx="3129">
                  <c:v>1067.8825613771062</c:v>
                </c:pt>
                <c:pt idx="3130">
                  <c:v>1067.7975381216006</c:v>
                </c:pt>
                <c:pt idx="3131">
                  <c:v>1067.7128254031577</c:v>
                </c:pt>
                <c:pt idx="3132">
                  <c:v>1067.6284221096607</c:v>
                </c:pt>
                <c:pt idx="3133">
                  <c:v>1067.5443271327929</c:v>
                </c:pt>
                <c:pt idx="3134">
                  <c:v>1067.4605393680306</c:v>
                </c:pt>
                <c:pt idx="3135">
                  <c:v>1067.3770577146302</c:v>
                </c:pt>
                <c:pt idx="3136">
                  <c:v>1067.2938810756082</c:v>
                </c:pt>
                <c:pt idx="3137">
                  <c:v>1067.2110083577509</c:v>
                </c:pt>
                <c:pt idx="3138">
                  <c:v>1067.1284384715784</c:v>
                </c:pt>
                <c:pt idx="3139">
                  <c:v>1067.046170331347</c:v>
                </c:pt>
                <c:pt idx="3140">
                  <c:v>1066.9642028550397</c:v>
                </c:pt>
                <c:pt idx="3141">
                  <c:v>1066.882534964348</c:v>
                </c:pt>
                <c:pt idx="3142">
                  <c:v>1066.801165584659</c:v>
                </c:pt>
                <c:pt idx="3143">
                  <c:v>1066.7200936450556</c:v>
                </c:pt>
                <c:pt idx="3144">
                  <c:v>1066.6393180782902</c:v>
                </c:pt>
                <c:pt idx="3145">
                  <c:v>1066.5588378207876</c:v>
                </c:pt>
                <c:pt idx="3146">
                  <c:v>1066.4786518126211</c:v>
                </c:pt>
                <c:pt idx="3147">
                  <c:v>1066.3987589975131</c:v>
                </c:pt>
                <c:pt idx="3148">
                  <c:v>1066.3191583228149</c:v>
                </c:pt>
                <c:pt idx="3149">
                  <c:v>1066.2398487394998</c:v>
                </c:pt>
                <c:pt idx="3150">
                  <c:v>1066.1608292021522</c:v>
                </c:pt>
                <c:pt idx="3151">
                  <c:v>1066.08209866895</c:v>
                </c:pt>
                <c:pt idx="3152">
                  <c:v>1066.0036561016666</c:v>
                </c:pt>
                <c:pt idx="3153">
                  <c:v>1065.925500465647</c:v>
                </c:pt>
                <c:pt idx="3154">
                  <c:v>1065.8476307298029</c:v>
                </c:pt>
                <c:pt idx="3155">
                  <c:v>1065.7700458666036</c:v>
                </c:pt>
                <c:pt idx="3156">
                  <c:v>1065.6927448520528</c:v>
                </c:pt>
                <c:pt idx="3157">
                  <c:v>1065.6157266656994</c:v>
                </c:pt>
                <c:pt idx="3158">
                  <c:v>1065.5389902906049</c:v>
                </c:pt>
                <c:pt idx="3159">
                  <c:v>1065.4625347133449</c:v>
                </c:pt>
                <c:pt idx="3160">
                  <c:v>1065.3863589239954</c:v>
                </c:pt>
                <c:pt idx="3161">
                  <c:v>1065.3104619161188</c:v>
                </c:pt>
                <c:pt idx="3162">
                  <c:v>1065.2348426867575</c:v>
                </c:pt>
                <c:pt idx="3163">
                  <c:v>1065.1595002364202</c:v>
                </c:pt>
                <c:pt idx="3164">
                  <c:v>1065.0844335690726</c:v>
                </c:pt>
                <c:pt idx="3165">
                  <c:v>1065.0096416921288</c:v>
                </c:pt>
                <c:pt idx="3166">
                  <c:v>1064.9351236164318</c:v>
                </c:pt>
                <c:pt idx="3167">
                  <c:v>1064.860878356252</c:v>
                </c:pt>
                <c:pt idx="3168">
                  <c:v>1064.7869049292758</c:v>
                </c:pt>
                <c:pt idx="3169">
                  <c:v>1064.7132023565891</c:v>
                </c:pt>
                <c:pt idx="3170">
                  <c:v>1064.6397696626677</c:v>
                </c:pt>
                <c:pt idx="3171">
                  <c:v>1064.5666058753752</c:v>
                </c:pt>
                <c:pt idx="3172">
                  <c:v>1064.4937100259397</c:v>
                </c:pt>
                <c:pt idx="3173">
                  <c:v>1064.4210811489543</c:v>
                </c:pt>
                <c:pt idx="3174">
                  <c:v>1064.3487182823587</c:v>
                </c:pt>
                <c:pt idx="3175">
                  <c:v>1064.2766204674328</c:v>
                </c:pt>
                <c:pt idx="3176">
                  <c:v>1064.2047867487847</c:v>
                </c:pt>
                <c:pt idx="3177">
                  <c:v>1064.1332161743414</c:v>
                </c:pt>
                <c:pt idx="3178">
                  <c:v>1064.0619077953365</c:v>
                </c:pt>
                <c:pt idx="3179">
                  <c:v>1063.9908606663025</c:v>
                </c:pt>
                <c:pt idx="3180">
                  <c:v>1063.9200738450545</c:v>
                </c:pt>
                <c:pt idx="3181">
                  <c:v>1063.8495463926877</c:v>
                </c:pt>
                <c:pt idx="3182">
                  <c:v>1063.7792773735616</c:v>
                </c:pt>
                <c:pt idx="3183">
                  <c:v>1063.7092658552931</c:v>
                </c:pt>
                <c:pt idx="3184">
                  <c:v>1063.6395109087412</c:v>
                </c:pt>
                <c:pt idx="3185">
                  <c:v>1063.5700116080031</c:v>
                </c:pt>
                <c:pt idx="3186">
                  <c:v>1063.5007670303964</c:v>
                </c:pt>
                <c:pt idx="3187">
                  <c:v>1063.4317762564594</c:v>
                </c:pt>
                <c:pt idx="3188">
                  <c:v>1063.3630383699276</c:v>
                </c:pt>
                <c:pt idx="3189">
                  <c:v>1063.294552457734</c:v>
                </c:pt>
                <c:pt idx="3190">
                  <c:v>1063.2263176099962</c:v>
                </c:pt>
                <c:pt idx="3191">
                  <c:v>1063.1583329200037</c:v>
                </c:pt>
                <c:pt idx="3192">
                  <c:v>1063.0905974842083</c:v>
                </c:pt>
                <c:pt idx="3193">
                  <c:v>1063.0231104022139</c:v>
                </c:pt>
                <c:pt idx="3194">
                  <c:v>1062.9558707767785</c:v>
                </c:pt>
                <c:pt idx="3195">
                  <c:v>1062.8888777137804</c:v>
                </c:pt>
                <c:pt idx="3196">
                  <c:v>1062.8221303222235</c:v>
                </c:pt>
                <c:pt idx="3197">
                  <c:v>1062.755627714228</c:v>
                </c:pt>
                <c:pt idx="3198">
                  <c:v>1062.6893690050183</c:v>
                </c:pt>
                <c:pt idx="3199">
                  <c:v>1062.6233533129068</c:v>
                </c:pt>
                <c:pt idx="3200">
                  <c:v>1062.5575797592926</c:v>
                </c:pt>
                <c:pt idx="3201">
                  <c:v>1062.4920474686489</c:v>
                </c:pt>
                <c:pt idx="3202">
                  <c:v>1062.4267555685103</c:v>
                </c:pt>
                <c:pt idx="3203">
                  <c:v>1062.3617031894639</c:v>
                </c:pt>
                <c:pt idx="3204">
                  <c:v>1062.2968894651426</c:v>
                </c:pt>
                <c:pt idx="3205">
                  <c:v>1062.2323135322115</c:v>
                </c:pt>
                <c:pt idx="3206">
                  <c:v>1062.1679745303643</c:v>
                </c:pt>
                <c:pt idx="3207">
                  <c:v>1062.1038716022988</c:v>
                </c:pt>
                <c:pt idx="3208">
                  <c:v>1062.0400038937296</c:v>
                </c:pt>
                <c:pt idx="3209">
                  <c:v>1061.9763705533594</c:v>
                </c:pt>
                <c:pt idx="3210">
                  <c:v>1061.9129707328748</c:v>
                </c:pt>
                <c:pt idx="3211">
                  <c:v>1061.8498035869402</c:v>
                </c:pt>
                <c:pt idx="3212">
                  <c:v>1061.7868682731853</c:v>
                </c:pt>
                <c:pt idx="3213">
                  <c:v>1061.724163952199</c:v>
                </c:pt>
                <c:pt idx="3214">
                  <c:v>1061.6616897875108</c:v>
                </c:pt>
                <c:pt idx="3215">
                  <c:v>1061.5994449455907</c:v>
                </c:pt>
                <c:pt idx="3216">
                  <c:v>1061.5374285958367</c:v>
                </c:pt>
                <c:pt idx="3217">
                  <c:v>1061.4756399105629</c:v>
                </c:pt>
                <c:pt idx="3218">
                  <c:v>1061.4140780649918</c:v>
                </c:pt>
                <c:pt idx="3219">
                  <c:v>1061.3527422372485</c:v>
                </c:pt>
                <c:pt idx="3220">
                  <c:v>1061.2916316083413</c:v>
                </c:pt>
                <c:pt idx="3221">
                  <c:v>1061.230745362162</c:v>
                </c:pt>
                <c:pt idx="3222">
                  <c:v>1061.1700826854758</c:v>
                </c:pt>
                <c:pt idx="3223">
                  <c:v>1061.1096427679024</c:v>
                </c:pt>
                <c:pt idx="3224">
                  <c:v>1061.0494248019193</c:v>
                </c:pt>
                <c:pt idx="3225">
                  <c:v>1060.9894279828461</c:v>
                </c:pt>
                <c:pt idx="3226">
                  <c:v>1060.9296515088311</c:v>
                </c:pt>
                <c:pt idx="3227">
                  <c:v>1060.8700945808505</c:v>
                </c:pt>
                <c:pt idx="3228">
                  <c:v>1060.8107564026941</c:v>
                </c:pt>
                <c:pt idx="3229">
                  <c:v>1060.7516361809569</c:v>
                </c:pt>
                <c:pt idx="3230">
                  <c:v>1060.6927331250326</c:v>
                </c:pt>
                <c:pt idx="3231">
                  <c:v>1060.6340464470975</c:v>
                </c:pt>
                <c:pt idx="3232">
                  <c:v>1060.5755753621088</c:v>
                </c:pt>
                <c:pt idx="3233">
                  <c:v>1060.5173190877929</c:v>
                </c:pt>
                <c:pt idx="3234">
                  <c:v>1060.4592768446348</c:v>
                </c:pt>
                <c:pt idx="3235">
                  <c:v>1060.4014478558713</c:v>
                </c:pt>
                <c:pt idx="3236">
                  <c:v>1060.343831347479</c:v>
                </c:pt>
                <c:pt idx="3237">
                  <c:v>1060.2864265481676</c:v>
                </c:pt>
                <c:pt idx="3238">
                  <c:v>1060.2292326893696</c:v>
                </c:pt>
                <c:pt idx="3239">
                  <c:v>1060.1722490052355</c:v>
                </c:pt>
                <c:pt idx="3240">
                  <c:v>1060.1154747326154</c:v>
                </c:pt>
                <c:pt idx="3241">
                  <c:v>1060.0589091110626</c:v>
                </c:pt>
                <c:pt idx="3242">
                  <c:v>1060.0025513828134</c:v>
                </c:pt>
                <c:pt idx="3243">
                  <c:v>1059.946400792785</c:v>
                </c:pt>
                <c:pt idx="3244">
                  <c:v>1059.8904565885639</c:v>
                </c:pt>
                <c:pt idx="3245">
                  <c:v>1059.8347180203953</c:v>
                </c:pt>
                <c:pt idx="3246">
                  <c:v>1059.7791843411812</c:v>
                </c:pt>
                <c:pt idx="3247">
                  <c:v>1059.723854806467</c:v>
                </c:pt>
                <c:pt idx="3248">
                  <c:v>1059.6687286744286</c:v>
                </c:pt>
                <c:pt idx="3249">
                  <c:v>1059.6138052058711</c:v>
                </c:pt>
                <c:pt idx="3250">
                  <c:v>1059.5590836642127</c:v>
                </c:pt>
                <c:pt idx="3251">
                  <c:v>1059.5045633154871</c:v>
                </c:pt>
                <c:pt idx="3252">
                  <c:v>1059.450243428324</c:v>
                </c:pt>
                <c:pt idx="3253">
                  <c:v>1059.3961232739425</c:v>
                </c:pt>
                <c:pt idx="3254">
                  <c:v>1059.3422021261458</c:v>
                </c:pt>
                <c:pt idx="3255">
                  <c:v>1059.2884792613136</c:v>
                </c:pt>
                <c:pt idx="3256">
                  <c:v>1059.2349539583884</c:v>
                </c:pt>
                <c:pt idx="3257">
                  <c:v>1059.1816254988685</c:v>
                </c:pt>
                <c:pt idx="3258">
                  <c:v>1059.128493166804</c:v>
                </c:pt>
                <c:pt idx="3259">
                  <c:v>1059.075556248782</c:v>
                </c:pt>
                <c:pt idx="3260">
                  <c:v>1059.0228140339227</c:v>
                </c:pt>
                <c:pt idx="3261">
                  <c:v>1058.9702658138685</c:v>
                </c:pt>
                <c:pt idx="3262">
                  <c:v>1058.9179108827745</c:v>
                </c:pt>
                <c:pt idx="3263">
                  <c:v>1058.8657485373069</c:v>
                </c:pt>
                <c:pt idx="3264">
                  <c:v>1058.8137780766233</c:v>
                </c:pt>
                <c:pt idx="3265">
                  <c:v>1058.7619988023748</c:v>
                </c:pt>
                <c:pt idx="3266">
                  <c:v>1058.7104100186909</c:v>
                </c:pt>
                <c:pt idx="3267">
                  <c:v>1058.6590110321781</c:v>
                </c:pt>
                <c:pt idx="3268">
                  <c:v>1058.6078011519012</c:v>
                </c:pt>
                <c:pt idx="3269">
                  <c:v>1058.5567796893849</c:v>
                </c:pt>
                <c:pt idx="3270">
                  <c:v>1058.505945958603</c:v>
                </c:pt>
                <c:pt idx="3271">
                  <c:v>1058.4552992759623</c:v>
                </c:pt>
                <c:pt idx="3272">
                  <c:v>1058.4048389603122</c:v>
                </c:pt>
                <c:pt idx="3273">
                  <c:v>1058.3545643329135</c:v>
                </c:pt>
                <c:pt idx="3274">
                  <c:v>1058.3044747174506</c:v>
                </c:pt>
                <c:pt idx="3275">
                  <c:v>1058.2545694400089</c:v>
                </c:pt>
                <c:pt idx="3276">
                  <c:v>1058.2048478290794</c:v>
                </c:pt>
                <c:pt idx="3277">
                  <c:v>1058.1553092155341</c:v>
                </c:pt>
                <c:pt idx="3278">
                  <c:v>1058.1059529326403</c:v>
                </c:pt>
                <c:pt idx="3279">
                  <c:v>1058.0567783160286</c:v>
                </c:pt>
                <c:pt idx="3280">
                  <c:v>1058.0077847037028</c:v>
                </c:pt>
                <c:pt idx="3281">
                  <c:v>1057.9589714360247</c:v>
                </c:pt>
                <c:pt idx="3282">
                  <c:v>1057.9103378557031</c:v>
                </c:pt>
                <c:pt idx="3283">
                  <c:v>1057.8618833077946</c:v>
                </c:pt>
                <c:pt idx="3284">
                  <c:v>1057.8136071396891</c:v>
                </c:pt>
                <c:pt idx="3285">
                  <c:v>1057.7655087011003</c:v>
                </c:pt>
                <c:pt idx="3286">
                  <c:v>1057.717587344064</c:v>
                </c:pt>
                <c:pt idx="3287">
                  <c:v>1057.669842422928</c:v>
                </c:pt>
                <c:pt idx="3288">
                  <c:v>1057.6222732943427</c:v>
                </c:pt>
                <c:pt idx="3289">
                  <c:v>1057.5748793172527</c:v>
                </c:pt>
                <c:pt idx="3290">
                  <c:v>1057.5276598528919</c:v>
                </c:pt>
                <c:pt idx="3291">
                  <c:v>1057.4806142647744</c:v>
                </c:pt>
                <c:pt idx="3292">
                  <c:v>1057.4337419186863</c:v>
                </c:pt>
                <c:pt idx="3293">
                  <c:v>1057.3870421826784</c:v>
                </c:pt>
                <c:pt idx="3294">
                  <c:v>1057.3405144270578</c:v>
                </c:pt>
                <c:pt idx="3295">
                  <c:v>1057.2941580243828</c:v>
                </c:pt>
                <c:pt idx="3296">
                  <c:v>1057.2479723494494</c:v>
                </c:pt>
                <c:pt idx="3297">
                  <c:v>1057.2019567792947</c:v>
                </c:pt>
                <c:pt idx="3298">
                  <c:v>1057.1561106931765</c:v>
                </c:pt>
                <c:pt idx="3299">
                  <c:v>1057.1104334725724</c:v>
                </c:pt>
                <c:pt idx="3300">
                  <c:v>1057.0649245011696</c:v>
                </c:pt>
                <c:pt idx="3301">
                  <c:v>1057.019583164865</c:v>
                </c:pt>
                <c:pt idx="3302">
                  <c:v>1056.9744088517482</c:v>
                </c:pt>
                <c:pt idx="3303">
                  <c:v>1056.9294009520963</c:v>
                </c:pt>
                <c:pt idx="3304">
                  <c:v>1056.8845588583695</c:v>
                </c:pt>
                <c:pt idx="3305">
                  <c:v>1056.8398819652011</c:v>
                </c:pt>
                <c:pt idx="3306">
                  <c:v>1056.7953696693919</c:v>
                </c:pt>
                <c:pt idx="3307">
                  <c:v>1056.7510213699011</c:v>
                </c:pt>
                <c:pt idx="3308">
                  <c:v>1056.7068364678407</c:v>
                </c:pt>
                <c:pt idx="3309">
                  <c:v>1056.6628143664639</c:v>
                </c:pt>
                <c:pt idx="3310">
                  <c:v>1056.6189544711647</c:v>
                </c:pt>
                <c:pt idx="3311">
                  <c:v>1056.5752561894667</c:v>
                </c:pt>
                <c:pt idx="3312">
                  <c:v>1056.5317189310117</c:v>
                </c:pt>
                <c:pt idx="3313">
                  <c:v>1056.4883421075629</c:v>
                </c:pt>
                <c:pt idx="3314">
                  <c:v>1056.4451251329865</c:v>
                </c:pt>
                <c:pt idx="3315">
                  <c:v>1056.4020674232522</c:v>
                </c:pt>
                <c:pt idx="3316">
                  <c:v>1056.3591683964187</c:v>
                </c:pt>
                <c:pt idx="3317">
                  <c:v>1056.3164274726382</c:v>
                </c:pt>
                <c:pt idx="3318">
                  <c:v>1056.273844074138</c:v>
                </c:pt>
                <c:pt idx="3319">
                  <c:v>1056.2314176252178</c:v>
                </c:pt>
                <c:pt idx="3320">
                  <c:v>1056.1891475522393</c:v>
                </c:pt>
                <c:pt idx="3321">
                  <c:v>1056.1470332836316</c:v>
                </c:pt>
                <c:pt idx="3322">
                  <c:v>1056.1050742498626</c:v>
                </c:pt>
                <c:pt idx="3323">
                  <c:v>1056.0632698834527</c:v>
                </c:pt>
                <c:pt idx="3324">
                  <c:v>1056.021619618954</c:v>
                </c:pt>
                <c:pt idx="3325">
                  <c:v>1055.9801228929527</c:v>
                </c:pt>
                <c:pt idx="3326">
                  <c:v>1055.9387791440538</c:v>
                </c:pt>
                <c:pt idx="3327">
                  <c:v>1055.8975878128801</c:v>
                </c:pt>
                <c:pt idx="3328">
                  <c:v>1055.8565483420641</c:v>
                </c:pt>
                <c:pt idx="3329">
                  <c:v>1055.8156601762382</c:v>
                </c:pt>
                <c:pt idx="3330">
                  <c:v>1055.7749227620293</c:v>
                </c:pt>
                <c:pt idx="3331">
                  <c:v>1055.7343355480566</c:v>
                </c:pt>
                <c:pt idx="3332">
                  <c:v>1055.6938979849176</c:v>
                </c:pt>
                <c:pt idx="3333">
                  <c:v>1055.6536095251831</c:v>
                </c:pt>
                <c:pt idx="3334">
                  <c:v>1055.613469623396</c:v>
                </c:pt>
                <c:pt idx="3335">
                  <c:v>1055.5734777360553</c:v>
                </c:pt>
                <c:pt idx="3336">
                  <c:v>1055.5336333216173</c:v>
                </c:pt>
                <c:pt idx="3337">
                  <c:v>1055.4939358404827</c:v>
                </c:pt>
                <c:pt idx="3338">
                  <c:v>1055.454384754999</c:v>
                </c:pt>
                <c:pt idx="3339">
                  <c:v>1055.4149795294386</c:v>
                </c:pt>
                <c:pt idx="3340">
                  <c:v>1055.3757196300094</c:v>
                </c:pt>
                <c:pt idx="3341">
                  <c:v>1055.3366045248383</c:v>
                </c:pt>
                <c:pt idx="3342">
                  <c:v>1055.2976336839604</c:v>
                </c:pt>
                <c:pt idx="3343">
                  <c:v>1055.2588065793245</c:v>
                </c:pt>
                <c:pt idx="3344">
                  <c:v>1055.2201226847776</c:v>
                </c:pt>
                <c:pt idx="3345">
                  <c:v>1055.1815814760619</c:v>
                </c:pt>
                <c:pt idx="3346">
                  <c:v>1055.1431824308074</c:v>
                </c:pt>
                <c:pt idx="3347">
                  <c:v>1055.1049250285212</c:v>
                </c:pt>
                <c:pt idx="3348">
                  <c:v>1055.0668087505924</c:v>
                </c:pt>
                <c:pt idx="3349">
                  <c:v>1055.0288330802716</c:v>
                </c:pt>
                <c:pt idx="3350">
                  <c:v>1054.9909975026735</c:v>
                </c:pt>
                <c:pt idx="3351">
                  <c:v>1054.9533015047698</c:v>
                </c:pt>
                <c:pt idx="3352">
                  <c:v>1054.9157445753769</c:v>
                </c:pt>
                <c:pt idx="3353">
                  <c:v>1054.8783262051561</c:v>
                </c:pt>
                <c:pt idx="3354">
                  <c:v>1054.8410458866044</c:v>
                </c:pt>
                <c:pt idx="3355">
                  <c:v>1054.8039031140477</c:v>
                </c:pt>
                <c:pt idx="3356">
                  <c:v>1054.766897383636</c:v>
                </c:pt>
                <c:pt idx="3357">
                  <c:v>1054.7300281933356</c:v>
                </c:pt>
                <c:pt idx="3358">
                  <c:v>1054.6932950429223</c:v>
                </c:pt>
                <c:pt idx="3359">
                  <c:v>1054.6566974339771</c:v>
                </c:pt>
                <c:pt idx="3360">
                  <c:v>1054.6202348698805</c:v>
                </c:pt>
                <c:pt idx="3361">
                  <c:v>1054.5839068558</c:v>
                </c:pt>
                <c:pt idx="3362">
                  <c:v>1054.5477128986938</c:v>
                </c:pt>
                <c:pt idx="3363">
                  <c:v>1054.5116525072974</c:v>
                </c:pt>
                <c:pt idx="3364">
                  <c:v>1054.4757251921183</c:v>
                </c:pt>
                <c:pt idx="3365">
                  <c:v>1054.4399304654319</c:v>
                </c:pt>
                <c:pt idx="3366">
                  <c:v>1054.4042678412748</c:v>
                </c:pt>
                <c:pt idx="3367">
                  <c:v>1054.3687368354347</c:v>
                </c:pt>
                <c:pt idx="3368">
                  <c:v>1054.3333369654554</c:v>
                </c:pt>
                <c:pt idx="3369">
                  <c:v>1054.2980677506125</c:v>
                </c:pt>
                <c:pt idx="3370">
                  <c:v>1054.2629287119275</c:v>
                </c:pt>
                <c:pt idx="3371">
                  <c:v>1054.2279193721467</c:v>
                </c:pt>
                <c:pt idx="3372">
                  <c:v>1054.1930392557413</c:v>
                </c:pt>
                <c:pt idx="3373">
                  <c:v>1054.1582878889033</c:v>
                </c:pt>
                <c:pt idx="3374">
                  <c:v>1054.1236647995338</c:v>
                </c:pt>
                <c:pt idx="3375">
                  <c:v>1054.0891695172406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A75-443A-B277-A7E168006C5F}"/>
            </c:ext>
          </c:extLst>
        </c:ser>
        <c:ser>
          <c:idx val="5"/>
          <c:order val="5"/>
          <c:tx>
            <c:strRef>
              <c:f>Sheet2!$G$1</c:f>
              <c:strCache>
                <c:ptCount val="1"/>
                <c:pt idx="0">
                  <c:v>CO2_Zone_6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Sheet2!$G$2:$G$3377</c:f>
              <c:numCache>
                <c:formatCode>General</c:formatCode>
                <c:ptCount val="3376"/>
                <c:pt idx="0">
                  <c:v>300</c:v>
                </c:pt>
                <c:pt idx="1">
                  <c:v>303.56737053331602</c:v>
                </c:pt>
                <c:pt idx="2">
                  <c:v>307.10586930879811</c:v>
                </c:pt>
                <c:pt idx="3">
                  <c:v>310.61574173611228</c:v>
                </c:pt>
                <c:pt idx="4">
                  <c:v>314.0972271887855</c:v>
                </c:pt>
                <c:pt idx="5">
                  <c:v>317.55056059243475</c:v>
                </c:pt>
                <c:pt idx="6">
                  <c:v>320.9759733829614</c:v>
                </c:pt>
                <c:pt idx="7">
                  <c:v>324.37369409210913</c:v>
                </c:pt>
                <c:pt idx="8">
                  <c:v>327.74394871404121</c:v>
                </c:pt>
                <c:pt idx="9">
                  <c:v>331.08696094146012</c:v>
                </c:pt>
                <c:pt idx="10">
                  <c:v>334.40295232279931</c:v>
                </c:pt>
                <c:pt idx="11">
                  <c:v>337.6921423707999</c:v>
                </c:pt>
                <c:pt idx="12">
                  <c:v>340.95474864061993</c:v>
                </c:pt>
                <c:pt idx="13">
                  <c:v>344.19098678831318</c:v>
                </c:pt>
                <c:pt idx="14">
                  <c:v>347.40107061646057</c:v>
                </c:pt>
                <c:pt idx="15">
                  <c:v>350.58521211126953</c:v>
                </c:pt>
                <c:pt idx="16">
                  <c:v>353.74362147356322</c:v>
                </c:pt>
                <c:pt idx="17">
                  <c:v>356.87650714575085</c:v>
                </c:pt>
                <c:pt idx="18">
                  <c:v>359.98407583561107</c:v>
                </c:pt>
                <c:pt idx="19">
                  <c:v>363.06653253791808</c:v>
                </c:pt>
                <c:pt idx="20">
                  <c:v>366.12408055436566</c:v>
                </c:pt>
                <c:pt idx="21">
                  <c:v>369.15692151212346</c:v>
                </c:pt>
                <c:pt idx="22">
                  <c:v>372.16525538138467</c:v>
                </c:pt>
                <c:pt idx="23">
                  <c:v>375.14928049208811</c:v>
                </c:pt>
                <c:pt idx="24">
                  <c:v>378.10919354996435</c:v>
                </c:pt>
                <c:pt idx="25">
                  <c:v>381.04518965198849</c:v>
                </c:pt>
                <c:pt idx="26">
                  <c:v>383.95746230134199</c:v>
                </c:pt>
                <c:pt idx="27">
                  <c:v>386.91086584855407</c:v>
                </c:pt>
                <c:pt idx="28">
                  <c:v>389.85302682240155</c:v>
                </c:pt>
                <c:pt idx="29">
                  <c:v>392.78393438764749</c:v>
                </c:pt>
                <c:pt idx="30">
                  <c:v>395.70357860528213</c:v>
                </c:pt>
                <c:pt idx="31">
                  <c:v>398.61195041982228</c:v>
                </c:pt>
                <c:pt idx="32">
                  <c:v>401.50904164654645</c:v>
                </c:pt>
                <c:pt idx="33">
                  <c:v>404.39484495888524</c:v>
                </c:pt>
                <c:pt idx="34">
                  <c:v>407.26935387582722</c:v>
                </c:pt>
                <c:pt idx="35">
                  <c:v>410.13256274935361</c:v>
                </c:pt>
                <c:pt idx="36">
                  <c:v>412.9844667520083</c:v>
                </c:pt>
                <c:pt idx="37">
                  <c:v>415.8250618645373</c:v>
                </c:pt>
                <c:pt idx="38">
                  <c:v>418.65434486364381</c:v>
                </c:pt>
                <c:pt idx="39">
                  <c:v>421.47231330979747</c:v>
                </c:pt>
                <c:pt idx="40">
                  <c:v>424.27896553518855</c:v>
                </c:pt>
                <c:pt idx="41">
                  <c:v>427.07430063180436</c:v>
                </c:pt>
                <c:pt idx="42">
                  <c:v>429.85831843953019</c:v>
                </c:pt>
                <c:pt idx="43">
                  <c:v>432.63101953450996</c:v>
                </c:pt>
                <c:pt idx="44">
                  <c:v>435.39240521746876</c:v>
                </c:pt>
                <c:pt idx="45">
                  <c:v>438.14247750225513</c:v>
                </c:pt>
                <c:pt idx="46">
                  <c:v>440.88123910448275</c:v>
                </c:pt>
                <c:pt idx="47">
                  <c:v>443.60869343024228</c:v>
                </c:pt>
                <c:pt idx="48">
                  <c:v>446.3248445650018</c:v>
                </c:pt>
                <c:pt idx="49">
                  <c:v>449.02995842977134</c:v>
                </c:pt>
                <c:pt idx="50">
                  <c:v>451.72408719191117</c:v>
                </c:pt>
                <c:pt idx="51">
                  <c:v>454.40728248149378</c:v>
                </c:pt>
                <c:pt idx="52">
                  <c:v>457.07959540004225</c:v>
                </c:pt>
                <c:pt idx="53">
                  <c:v>459.74107652912954</c:v>
                </c:pt>
                <c:pt idx="54">
                  <c:v>462.39177593881124</c:v>
                </c:pt>
                <c:pt idx="55">
                  <c:v>465.03174319600589</c:v>
                </c:pt>
                <c:pt idx="56">
                  <c:v>467.66102737261241</c:v>
                </c:pt>
                <c:pt idx="57">
                  <c:v>470.27967705357236</c:v>
                </c:pt>
                <c:pt idx="58">
                  <c:v>472.88774034485789</c:v>
                </c:pt>
                <c:pt idx="59">
                  <c:v>475.48526488118483</c:v>
                </c:pt>
                <c:pt idx="60">
                  <c:v>478.07229783375737</c:v>
                </c:pt>
                <c:pt idx="61">
                  <c:v>480.6488859177403</c:v>
                </c:pt>
                <c:pt idx="62">
                  <c:v>483.21507539976102</c:v>
                </c:pt>
                <c:pt idx="63">
                  <c:v>485.77091210519774</c:v>
                </c:pt>
                <c:pt idx="64">
                  <c:v>488.31644142534566</c:v>
                </c:pt>
                <c:pt idx="65">
                  <c:v>490.85170832450859</c:v>
                </c:pt>
                <c:pt idx="66">
                  <c:v>493.37675734697831</c:v>
                </c:pt>
                <c:pt idx="67">
                  <c:v>495.89163262386262</c:v>
                </c:pt>
                <c:pt idx="68">
                  <c:v>498.39637787986271</c:v>
                </c:pt>
                <c:pt idx="69">
                  <c:v>500.8910364398497</c:v>
                </c:pt>
                <c:pt idx="70">
                  <c:v>503.37565123546216</c:v>
                </c:pt>
                <c:pt idx="71">
                  <c:v>505.85026586632586</c:v>
                </c:pt>
                <c:pt idx="72">
                  <c:v>508.31492373187228</c:v>
                </c:pt>
                <c:pt idx="73">
                  <c:v>510.76966803128892</c:v>
                </c:pt>
                <c:pt idx="74">
                  <c:v>513.21454176359453</c:v>
                </c:pt>
                <c:pt idx="75">
                  <c:v>515.64958772759201</c:v>
                </c:pt>
                <c:pt idx="76">
                  <c:v>518.0748485220289</c:v>
                </c:pt>
                <c:pt idx="77">
                  <c:v>520.49036654557744</c:v>
                </c:pt>
                <c:pt idx="78">
                  <c:v>522.89618399702999</c:v>
                </c:pt>
                <c:pt idx="79">
                  <c:v>525.29234287543727</c:v>
                </c:pt>
                <c:pt idx="80">
                  <c:v>527.67888498022285</c:v>
                </c:pt>
                <c:pt idx="81">
                  <c:v>530.05585191141688</c:v>
                </c:pt>
                <c:pt idx="82">
                  <c:v>532.42328506988224</c:v>
                </c:pt>
                <c:pt idx="83">
                  <c:v>534.78122565751858</c:v>
                </c:pt>
                <c:pt idx="84">
                  <c:v>537.12971467752311</c:v>
                </c:pt>
                <c:pt idx="85">
                  <c:v>539.46879293472512</c:v>
                </c:pt>
                <c:pt idx="86">
                  <c:v>541.79850103583738</c:v>
                </c:pt>
                <c:pt idx="87">
                  <c:v>544.11887938980578</c:v>
                </c:pt>
                <c:pt idx="88">
                  <c:v>546.42996820813619</c:v>
                </c:pt>
                <c:pt idx="89">
                  <c:v>548.73180750532003</c:v>
                </c:pt>
                <c:pt idx="90">
                  <c:v>551.02443709912052</c:v>
                </c:pt>
                <c:pt idx="91">
                  <c:v>553.30789661111078</c:v>
                </c:pt>
                <c:pt idx="92">
                  <c:v>555.58222546696288</c:v>
                </c:pt>
                <c:pt idx="93">
                  <c:v>557.84746290125122</c:v>
                </c:pt>
                <c:pt idx="94">
                  <c:v>560.10364795854559</c:v>
                </c:pt>
                <c:pt idx="95">
                  <c:v>562.35081949459538</c:v>
                </c:pt>
                <c:pt idx="96">
                  <c:v>564.58901617743311</c:v>
                </c:pt>
                <c:pt idx="97">
                  <c:v>566.81827648850128</c:v>
                </c:pt>
                <c:pt idx="98">
                  <c:v>569.03863872371983</c:v>
                </c:pt>
                <c:pt idx="99">
                  <c:v>571.25014099462794</c:v>
                </c:pt>
                <c:pt idx="100">
                  <c:v>573.45282122941126</c:v>
                </c:pt>
                <c:pt idx="101">
                  <c:v>575.64671717402246</c:v>
                </c:pt>
                <c:pt idx="102">
                  <c:v>577.83186639317159</c:v>
                </c:pt>
                <c:pt idx="103">
                  <c:v>580.00830627141761</c:v>
                </c:pt>
                <c:pt idx="104">
                  <c:v>582.17607401415808</c:v>
                </c:pt>
                <c:pt idx="105">
                  <c:v>584.33520664866967</c:v>
                </c:pt>
                <c:pt idx="106">
                  <c:v>586.48574102515317</c:v>
                </c:pt>
                <c:pt idx="107">
                  <c:v>588.62771381763559</c:v>
                </c:pt>
                <c:pt idx="108">
                  <c:v>590.76116152508052</c:v>
                </c:pt>
                <c:pt idx="109">
                  <c:v>592.88612047225695</c:v>
                </c:pt>
                <c:pt idx="110">
                  <c:v>595.00262681074412</c:v>
                </c:pt>
                <c:pt idx="111">
                  <c:v>597.1107165199461</c:v>
                </c:pt>
                <c:pt idx="112">
                  <c:v>599.21042540795622</c:v>
                </c:pt>
                <c:pt idx="113">
                  <c:v>601.3017891125254</c:v>
                </c:pt>
                <c:pt idx="114">
                  <c:v>603.38484310202534</c:v>
                </c:pt>
                <c:pt idx="115">
                  <c:v>605.45962267635468</c:v>
                </c:pt>
                <c:pt idx="116">
                  <c:v>607.52616296786243</c:v>
                </c:pt>
                <c:pt idx="117">
                  <c:v>609.58449894228534</c:v>
                </c:pt>
                <c:pt idx="118">
                  <c:v>611.63466539971489</c:v>
                </c:pt>
                <c:pt idx="119">
                  <c:v>613.67669697540475</c:v>
                </c:pt>
                <c:pt idx="120">
                  <c:v>615.71062814081643</c:v>
                </c:pt>
                <c:pt idx="121">
                  <c:v>617.73649320438267</c:v>
                </c:pt>
                <c:pt idx="122">
                  <c:v>619.7543263125217</c:v>
                </c:pt>
                <c:pt idx="123">
                  <c:v>621.76416145044095</c:v>
                </c:pt>
                <c:pt idx="124">
                  <c:v>623.76603244309149</c:v>
                </c:pt>
                <c:pt idx="125">
                  <c:v>625.7599729559862</c:v>
                </c:pt>
                <c:pt idx="126">
                  <c:v>627.74601649611611</c:v>
                </c:pt>
                <c:pt idx="127">
                  <c:v>629.72419641281704</c:v>
                </c:pt>
                <c:pt idx="128">
                  <c:v>631.69454589860356</c:v>
                </c:pt>
                <c:pt idx="129">
                  <c:v>633.65709799003889</c:v>
                </c:pt>
                <c:pt idx="130">
                  <c:v>635.61188556860338</c:v>
                </c:pt>
                <c:pt idx="131">
                  <c:v>637.55894136151983</c:v>
                </c:pt>
                <c:pt idx="132">
                  <c:v>639.49829794259324</c:v>
                </c:pt>
                <c:pt idx="133">
                  <c:v>641.42998773307158</c:v>
                </c:pt>
                <c:pt idx="134">
                  <c:v>643.35404300241066</c:v>
                </c:pt>
                <c:pt idx="135">
                  <c:v>645.27049586922226</c:v>
                </c:pt>
                <c:pt idx="136">
                  <c:v>647.17937830191102</c:v>
                </c:pt>
                <c:pt idx="137">
                  <c:v>649.08072211969045</c:v>
                </c:pt>
                <c:pt idx="138">
                  <c:v>650.97455899320835</c:v>
                </c:pt>
                <c:pt idx="139">
                  <c:v>652.8609204454757</c:v>
                </c:pt>
                <c:pt idx="140">
                  <c:v>654.73983785260236</c:v>
                </c:pt>
                <c:pt idx="141">
                  <c:v>656.61134244461766</c:v>
                </c:pt>
                <c:pt idx="142">
                  <c:v>658.47546530622674</c:v>
                </c:pt>
                <c:pt idx="143">
                  <c:v>660.33223737764479</c:v>
                </c:pt>
                <c:pt idx="144">
                  <c:v>662.18168945529567</c:v>
                </c:pt>
                <c:pt idx="145">
                  <c:v>664.023852192665</c:v>
                </c:pt>
                <c:pt idx="146">
                  <c:v>665.85875610101186</c:v>
                </c:pt>
                <c:pt idx="147">
                  <c:v>667.68643155019015</c:v>
                </c:pt>
                <c:pt idx="148">
                  <c:v>669.50690876929889</c:v>
                </c:pt>
                <c:pt idx="149">
                  <c:v>671.32021784756921</c:v>
                </c:pt>
                <c:pt idx="150">
                  <c:v>673.12638873502624</c:v>
                </c:pt>
                <c:pt idx="151">
                  <c:v>674.92545124321919</c:v>
                </c:pt>
                <c:pt idx="152">
                  <c:v>676.71743504605115</c:v>
                </c:pt>
                <c:pt idx="153">
                  <c:v>678.50236968042145</c:v>
                </c:pt>
                <c:pt idx="154">
                  <c:v>680.28028454699245</c:v>
                </c:pt>
                <c:pt idx="155">
                  <c:v>682.05120891092031</c:v>
                </c:pt>
                <c:pt idx="156">
                  <c:v>683.81517190253942</c:v>
                </c:pt>
                <c:pt idx="157">
                  <c:v>685.57220251815829</c:v>
                </c:pt>
                <c:pt idx="158">
                  <c:v>687.32232962067837</c:v>
                </c:pt>
                <c:pt idx="159">
                  <c:v>689.06558194031834</c:v>
                </c:pt>
                <c:pt idx="160">
                  <c:v>690.80198807539705</c:v>
                </c:pt>
                <c:pt idx="161">
                  <c:v>692.53157649294394</c:v>
                </c:pt>
                <c:pt idx="162">
                  <c:v>694.25437552939809</c:v>
                </c:pt>
                <c:pt idx="163">
                  <c:v>695.97041339133807</c:v>
                </c:pt>
                <c:pt idx="164">
                  <c:v>697.67971815617818</c:v>
                </c:pt>
                <c:pt idx="165">
                  <c:v>699.38231777278304</c:v>
                </c:pt>
                <c:pt idx="166">
                  <c:v>701.07824006220392</c:v>
                </c:pt>
                <c:pt idx="167">
                  <c:v>702.76751271828584</c:v>
                </c:pt>
                <c:pt idx="168">
                  <c:v>704.45016330845203</c:v>
                </c:pt>
                <c:pt idx="169">
                  <c:v>706.12621927422049</c:v>
                </c:pt>
                <c:pt idx="170">
                  <c:v>707.79570793200946</c:v>
                </c:pt>
                <c:pt idx="171">
                  <c:v>709.45865647363337</c:v>
                </c:pt>
                <c:pt idx="172">
                  <c:v>711.11509196713712</c:v>
                </c:pt>
                <c:pt idx="173">
                  <c:v>712.76504135729215</c:v>
                </c:pt>
                <c:pt idx="174">
                  <c:v>714.40853146630343</c:v>
                </c:pt>
                <c:pt idx="175">
                  <c:v>716.0455889944833</c:v>
                </c:pt>
                <c:pt idx="176">
                  <c:v>717.67624052078713</c:v>
                </c:pt>
                <c:pt idx="177">
                  <c:v>719.30051250354177</c:v>
                </c:pt>
                <c:pt idx="178">
                  <c:v>720.91843128105256</c:v>
                </c:pt>
                <c:pt idx="179">
                  <c:v>722.53002307218549</c:v>
                </c:pt>
                <c:pt idx="180">
                  <c:v>724.13531397701752</c:v>
                </c:pt>
                <c:pt idx="181">
                  <c:v>725.73432997749148</c:v>
                </c:pt>
                <c:pt idx="182">
                  <c:v>727.32709693792401</c:v>
                </c:pt>
                <c:pt idx="183">
                  <c:v>728.91364060574961</c:v>
                </c:pt>
                <c:pt idx="184">
                  <c:v>730.4939866119928</c:v>
                </c:pt>
                <c:pt idx="185">
                  <c:v>732.06816047199538</c:v>
                </c:pt>
                <c:pt idx="186">
                  <c:v>733.6361875858961</c:v>
                </c:pt>
                <c:pt idx="187">
                  <c:v>735.19809323932827</c:v>
                </c:pt>
                <c:pt idx="188">
                  <c:v>736.75390260392555</c:v>
                </c:pt>
                <c:pt idx="189">
                  <c:v>738.30364073800399</c:v>
                </c:pt>
                <c:pt idx="190">
                  <c:v>739.84733258704068</c:v>
                </c:pt>
                <c:pt idx="191">
                  <c:v>741.38500298432223</c:v>
                </c:pt>
                <c:pt idx="192">
                  <c:v>742.91667665151249</c:v>
                </c:pt>
                <c:pt idx="193">
                  <c:v>744.44237819921796</c:v>
                </c:pt>
                <c:pt idx="194">
                  <c:v>745.96213212752423</c:v>
                </c:pt>
                <c:pt idx="195">
                  <c:v>747.47596282663108</c:v>
                </c:pt>
                <c:pt idx="196">
                  <c:v>748.98389457739415</c:v>
                </c:pt>
                <c:pt idx="197">
                  <c:v>750.48595155182409</c:v>
                </c:pt>
                <c:pt idx="198">
                  <c:v>751.98215781370823</c:v>
                </c:pt>
                <c:pt idx="199">
                  <c:v>753.47253731918818</c:v>
                </c:pt>
                <c:pt idx="200">
                  <c:v>754.9571139171909</c:v>
                </c:pt>
                <c:pt idx="201">
                  <c:v>756.4359113501057</c:v>
                </c:pt>
                <c:pt idx="202">
                  <c:v>757.90895325425845</c:v>
                </c:pt>
                <c:pt idx="203">
                  <c:v>759.37626316047249</c:v>
                </c:pt>
                <c:pt idx="204">
                  <c:v>760.8378644946049</c:v>
                </c:pt>
                <c:pt idx="205">
                  <c:v>762.29378057802478</c:v>
                </c:pt>
                <c:pt idx="206">
                  <c:v>763.74403462827036</c:v>
                </c:pt>
                <c:pt idx="207">
                  <c:v>765.18864975943541</c:v>
                </c:pt>
                <c:pt idx="208">
                  <c:v>766.62764898279056</c:v>
                </c:pt>
                <c:pt idx="209">
                  <c:v>768.06105520725202</c:v>
                </c:pt>
                <c:pt idx="210">
                  <c:v>769.48889123995104</c:v>
                </c:pt>
                <c:pt idx="211">
                  <c:v>770.91117978668012</c:v>
                </c:pt>
                <c:pt idx="212">
                  <c:v>772.32794345246464</c:v>
                </c:pt>
                <c:pt idx="213">
                  <c:v>773.73920474204385</c:v>
                </c:pt>
                <c:pt idx="214">
                  <c:v>775.14498606036079</c:v>
                </c:pt>
                <c:pt idx="215">
                  <c:v>776.54530971310692</c:v>
                </c:pt>
                <c:pt idx="216">
                  <c:v>777.94019790720597</c:v>
                </c:pt>
                <c:pt idx="217">
                  <c:v>779.32967275129295</c:v>
                </c:pt>
                <c:pt idx="218">
                  <c:v>780.71375625621704</c:v>
                </c:pt>
                <c:pt idx="219">
                  <c:v>782.09247033554345</c:v>
                </c:pt>
                <c:pt idx="220">
                  <c:v>783.46583680604328</c:v>
                </c:pt>
                <c:pt idx="221">
                  <c:v>784.83387738816248</c:v>
                </c:pt>
                <c:pt idx="222">
                  <c:v>786.1966137065242</c:v>
                </c:pt>
                <c:pt idx="223">
                  <c:v>787.55406729035269</c:v>
                </c:pt>
                <c:pt idx="224">
                  <c:v>788.90625957406348</c:v>
                </c:pt>
                <c:pt idx="225">
                  <c:v>790.253211897607</c:v>
                </c:pt>
                <c:pt idx="226">
                  <c:v>791.59494550703357</c:v>
                </c:pt>
                <c:pt idx="227">
                  <c:v>792.93148155493884</c:v>
                </c:pt>
                <c:pt idx="228">
                  <c:v>794.26284110088579</c:v>
                </c:pt>
                <c:pt idx="229">
                  <c:v>795.58904511193521</c:v>
                </c:pt>
                <c:pt idx="230">
                  <c:v>796.91011446307516</c:v>
                </c:pt>
                <c:pt idx="231">
                  <c:v>798.22606993764805</c:v>
                </c:pt>
                <c:pt idx="232">
                  <c:v>799.53693222785046</c:v>
                </c:pt>
                <c:pt idx="233">
                  <c:v>800.84272193517143</c:v>
                </c:pt>
                <c:pt idx="234">
                  <c:v>802.14345957087914</c:v>
                </c:pt>
                <c:pt idx="235">
                  <c:v>803.43916555636383</c:v>
                </c:pt>
                <c:pt idx="236">
                  <c:v>804.72986022368138</c:v>
                </c:pt>
                <c:pt idx="237">
                  <c:v>806.01556381599903</c:v>
                </c:pt>
                <c:pt idx="238">
                  <c:v>807.2962964879506</c:v>
                </c:pt>
                <c:pt idx="239">
                  <c:v>808.57207830611492</c:v>
                </c:pt>
                <c:pt idx="240">
                  <c:v>809.84292924952274</c:v>
                </c:pt>
                <c:pt idx="241">
                  <c:v>811.10886920996131</c:v>
                </c:pt>
                <c:pt idx="242">
                  <c:v>812.36991799250757</c:v>
                </c:pt>
                <c:pt idx="243">
                  <c:v>813.62609531589055</c:v>
                </c:pt>
                <c:pt idx="244">
                  <c:v>814.87742081296869</c:v>
                </c:pt>
                <c:pt idx="245">
                  <c:v>816.12391403108597</c:v>
                </c:pt>
                <c:pt idx="246">
                  <c:v>817.36559443254339</c:v>
                </c:pt>
                <c:pt idx="247">
                  <c:v>818.60248139505495</c:v>
                </c:pt>
                <c:pt idx="248">
                  <c:v>819.8345942120103</c:v>
                </c:pt>
                <c:pt idx="249">
                  <c:v>821.06195209309931</c:v>
                </c:pt>
                <c:pt idx="250">
                  <c:v>822.2845741645225</c:v>
                </c:pt>
                <c:pt idx="251">
                  <c:v>823.50247946954642</c:v>
                </c:pt>
                <c:pt idx="252">
                  <c:v>824.7156869688082</c:v>
                </c:pt>
                <c:pt idx="253">
                  <c:v>825.92421554078692</c:v>
                </c:pt>
                <c:pt idx="254">
                  <c:v>827.12808398219602</c:v>
                </c:pt>
                <c:pt idx="255">
                  <c:v>828.32731100831666</c:v>
                </c:pt>
                <c:pt idx="256">
                  <c:v>829.52191525347428</c:v>
                </c:pt>
                <c:pt idx="257">
                  <c:v>830.71191527143776</c:v>
                </c:pt>
                <c:pt idx="258">
                  <c:v>831.89732953568466</c:v>
                </c:pt>
                <c:pt idx="259">
                  <c:v>833.078176439956</c:v>
                </c:pt>
                <c:pt idx="260">
                  <c:v>834.25447429857741</c:v>
                </c:pt>
                <c:pt idx="261">
                  <c:v>835.42624134676942</c:v>
                </c:pt>
                <c:pt idx="262">
                  <c:v>836.59349574116197</c:v>
                </c:pt>
                <c:pt idx="263">
                  <c:v>837.75625556010357</c:v>
                </c:pt>
                <c:pt idx="264">
                  <c:v>838.91453880399297</c:v>
                </c:pt>
                <c:pt idx="265">
                  <c:v>840.06836339581844</c:v>
                </c:pt>
                <c:pt idx="266">
                  <c:v>841.21774718130666</c:v>
                </c:pt>
                <c:pt idx="267">
                  <c:v>842.36270792949324</c:v>
                </c:pt>
                <c:pt idx="268">
                  <c:v>843.50326333300768</c:v>
                </c:pt>
                <c:pt idx="269">
                  <c:v>844.63943100845609</c:v>
                </c:pt>
                <c:pt idx="270">
                  <c:v>845.7712284966957</c:v>
                </c:pt>
                <c:pt idx="271">
                  <c:v>846.89867326342471</c:v>
                </c:pt>
                <c:pt idx="272">
                  <c:v>848.02178269930619</c:v>
                </c:pt>
                <c:pt idx="273">
                  <c:v>849.14057412042825</c:v>
                </c:pt>
                <c:pt idx="274">
                  <c:v>850.25506476872988</c:v>
                </c:pt>
                <c:pt idx="275">
                  <c:v>851.36527181222766</c:v>
                </c:pt>
                <c:pt idx="276">
                  <c:v>852.4712123454168</c:v>
                </c:pt>
                <c:pt idx="277">
                  <c:v>853.57290338973496</c:v>
                </c:pt>
                <c:pt idx="278">
                  <c:v>854.670361893684</c:v>
                </c:pt>
                <c:pt idx="279">
                  <c:v>855.76360473344039</c:v>
                </c:pt>
                <c:pt idx="280">
                  <c:v>856.85264871296567</c:v>
                </c:pt>
                <c:pt idx="281">
                  <c:v>857.93751056450856</c:v>
                </c:pt>
                <c:pt idx="282">
                  <c:v>859.01820694887374</c:v>
                </c:pt>
                <c:pt idx="283">
                  <c:v>860.09475445583325</c:v>
                </c:pt>
                <c:pt idx="284">
                  <c:v>861.16716960437259</c:v>
                </c:pt>
                <c:pt idx="285">
                  <c:v>862.23546884304801</c:v>
                </c:pt>
                <c:pt idx="286">
                  <c:v>863.29966855043608</c:v>
                </c:pt>
                <c:pt idx="287">
                  <c:v>864.35978503527713</c:v>
                </c:pt>
                <c:pt idx="288">
                  <c:v>865.41583453694614</c:v>
                </c:pt>
                <c:pt idx="289">
                  <c:v>866.46783322577869</c:v>
                </c:pt>
                <c:pt idx="290">
                  <c:v>867.51579720333291</c:v>
                </c:pt>
                <c:pt idx="291">
                  <c:v>868.55974250273005</c:v>
                </c:pt>
                <c:pt idx="292">
                  <c:v>869.59968508902966</c:v>
                </c:pt>
                <c:pt idx="293">
                  <c:v>870.63564085946507</c:v>
                </c:pt>
                <c:pt idx="294">
                  <c:v>871.66762564385601</c:v>
                </c:pt>
                <c:pt idx="295">
                  <c:v>872.69565520491949</c:v>
                </c:pt>
                <c:pt idx="296">
                  <c:v>873.71974523846393</c:v>
                </c:pt>
                <c:pt idx="297">
                  <c:v>874.73991137391147</c:v>
                </c:pt>
                <c:pt idx="298">
                  <c:v>875.75616917437105</c:v>
                </c:pt>
                <c:pt idx="299">
                  <c:v>876.76853413718641</c:v>
                </c:pt>
                <c:pt idx="300">
                  <c:v>877.7770216940678</c:v>
                </c:pt>
                <c:pt idx="301">
                  <c:v>878.78164721151848</c:v>
                </c:pt>
                <c:pt idx="302">
                  <c:v>879.78242599101429</c:v>
                </c:pt>
                <c:pt idx="303">
                  <c:v>880.7793732694945</c:v>
                </c:pt>
                <c:pt idx="304">
                  <c:v>881.77250421945791</c:v>
                </c:pt>
                <c:pt idx="305">
                  <c:v>882.76183394943405</c:v>
                </c:pt>
                <c:pt idx="306">
                  <c:v>883.74737750417557</c:v>
                </c:pt>
                <c:pt idx="307">
                  <c:v>884.7291498650261</c:v>
                </c:pt>
                <c:pt idx="308">
                  <c:v>885.70716595015324</c:v>
                </c:pt>
                <c:pt idx="309">
                  <c:v>886.68144061491375</c:v>
                </c:pt>
                <c:pt idx="310">
                  <c:v>887.65198865208163</c:v>
                </c:pt>
                <c:pt idx="311">
                  <c:v>888.61882479217331</c:v>
                </c:pt>
                <c:pt idx="312">
                  <c:v>889.58196370378676</c:v>
                </c:pt>
                <c:pt idx="313">
                  <c:v>890.54141999378214</c:v>
                </c:pt>
                <c:pt idx="314">
                  <c:v>891.49720820762093</c:v>
                </c:pt>
                <c:pt idx="315">
                  <c:v>892.44934282972872</c:v>
                </c:pt>
                <c:pt idx="316">
                  <c:v>893.39783828363329</c:v>
                </c:pt>
                <c:pt idx="317">
                  <c:v>894.3427089323751</c:v>
                </c:pt>
                <c:pt idx="318">
                  <c:v>895.28396907868864</c:v>
                </c:pt>
                <c:pt idx="319">
                  <c:v>896.22163296541009</c:v>
                </c:pt>
                <c:pt idx="320">
                  <c:v>897.15571477558706</c:v>
                </c:pt>
                <c:pt idx="321">
                  <c:v>898.08622863291635</c:v>
                </c:pt>
                <c:pt idx="322">
                  <c:v>899.01318860192589</c:v>
                </c:pt>
                <c:pt idx="323">
                  <c:v>899.93660868826601</c:v>
                </c:pt>
                <c:pt idx="324">
                  <c:v>900.85650283897007</c:v>
                </c:pt>
                <c:pt idx="325">
                  <c:v>901.77288494277195</c:v>
                </c:pt>
                <c:pt idx="326">
                  <c:v>902.68576883037599</c:v>
                </c:pt>
                <c:pt idx="327">
                  <c:v>903.59516827463426</c:v>
                </c:pt>
                <c:pt idx="328">
                  <c:v>904.50109699091399</c:v>
                </c:pt>
                <c:pt idx="329">
                  <c:v>905.40356863730381</c:v>
                </c:pt>
                <c:pt idx="330">
                  <c:v>906.30259681492748</c:v>
                </c:pt>
                <c:pt idx="331">
                  <c:v>907.19819506818249</c:v>
                </c:pt>
                <c:pt idx="332">
                  <c:v>908.09037688494641</c:v>
                </c:pt>
                <c:pt idx="333">
                  <c:v>908.97915569694362</c:v>
                </c:pt>
                <c:pt idx="334">
                  <c:v>909.8645448798992</c:v>
                </c:pt>
                <c:pt idx="335">
                  <c:v>910.74655775391352</c:v>
                </c:pt>
                <c:pt idx="336">
                  <c:v>911.62520758358608</c:v>
                </c:pt>
                <c:pt idx="337">
                  <c:v>912.50050757836937</c:v>
                </c:pt>
                <c:pt idx="338">
                  <c:v>913.37247089275127</c:v>
                </c:pt>
                <c:pt idx="339">
                  <c:v>914.2411106265746</c:v>
                </c:pt>
                <c:pt idx="340">
                  <c:v>915.10643982523698</c:v>
                </c:pt>
                <c:pt idx="341">
                  <c:v>915.96847147997175</c:v>
                </c:pt>
                <c:pt idx="342">
                  <c:v>916.8272185280706</c:v>
                </c:pt>
                <c:pt idx="343">
                  <c:v>917.68269385313204</c:v>
                </c:pt>
                <c:pt idx="344">
                  <c:v>918.53491028537724</c:v>
                </c:pt>
                <c:pt idx="345">
                  <c:v>919.38388060172133</c:v>
                </c:pt>
                <c:pt idx="346">
                  <c:v>920.22961752623235</c:v>
                </c:pt>
                <c:pt idx="347">
                  <c:v>921.07213373022614</c:v>
                </c:pt>
                <c:pt idx="348">
                  <c:v>921.91144183251492</c:v>
                </c:pt>
                <c:pt idx="349">
                  <c:v>922.74755439973649</c:v>
                </c:pt>
                <c:pt idx="350">
                  <c:v>923.58048394651269</c:v>
                </c:pt>
                <c:pt idx="351">
                  <c:v>924.41024293567682</c:v>
                </c:pt>
                <c:pt idx="352">
                  <c:v>925.23684377862457</c:v>
                </c:pt>
                <c:pt idx="353">
                  <c:v>926.06029883533915</c:v>
                </c:pt>
                <c:pt idx="354">
                  <c:v>926.88062041486069</c:v>
                </c:pt>
                <c:pt idx="355">
                  <c:v>927.69782077534762</c:v>
                </c:pt>
                <c:pt idx="356">
                  <c:v>928.5119121243855</c:v>
                </c:pt>
                <c:pt idx="357">
                  <c:v>929.32290661918182</c:v>
                </c:pt>
                <c:pt idx="358">
                  <c:v>930.13081636681693</c:v>
                </c:pt>
                <c:pt idx="359">
                  <c:v>930.93565342446948</c:v>
                </c:pt>
                <c:pt idx="360">
                  <c:v>931.73742979958479</c:v>
                </c:pt>
                <c:pt idx="361">
                  <c:v>932.53615745021341</c:v>
                </c:pt>
                <c:pt idx="362">
                  <c:v>933.33184828511764</c:v>
                </c:pt>
                <c:pt idx="363">
                  <c:v>934.12451416411</c:v>
                </c:pt>
                <c:pt idx="364">
                  <c:v>934.91416689814491</c:v>
                </c:pt>
                <c:pt idx="365">
                  <c:v>935.70081824965052</c:v>
                </c:pt>
                <c:pt idx="366">
                  <c:v>936.48447993262312</c:v>
                </c:pt>
                <c:pt idx="367">
                  <c:v>937.26516361303266</c:v>
                </c:pt>
                <c:pt idx="368">
                  <c:v>938.04288090882005</c:v>
                </c:pt>
                <c:pt idx="369">
                  <c:v>938.81764339032168</c:v>
                </c:pt>
                <c:pt idx="370">
                  <c:v>939.5894625803279</c:v>
                </c:pt>
                <c:pt idx="371">
                  <c:v>940.35834995431139</c:v>
                </c:pt>
                <c:pt idx="372">
                  <c:v>941.12431694076167</c:v>
                </c:pt>
                <c:pt idx="373">
                  <c:v>941.88737492128075</c:v>
                </c:pt>
                <c:pt idx="374">
                  <c:v>942.64753523079605</c:v>
                </c:pt>
                <c:pt idx="375">
                  <c:v>943.4048091578228</c:v>
                </c:pt>
                <c:pt idx="376">
                  <c:v>944.15920794467775</c:v>
                </c:pt>
                <c:pt idx="377">
                  <c:v>944.91074278758992</c:v>
                </c:pt>
                <c:pt idx="378">
                  <c:v>945.65942483704134</c:v>
                </c:pt>
                <c:pt idx="379">
                  <c:v>946.40526519785772</c:v>
                </c:pt>
                <c:pt idx="380">
                  <c:v>947.14827492947768</c:v>
                </c:pt>
                <c:pt idx="381">
                  <c:v>947.88846504610262</c:v>
                </c:pt>
                <c:pt idx="382">
                  <c:v>948.62584651694976</c:v>
                </c:pt>
                <c:pt idx="383">
                  <c:v>949.36043026647451</c:v>
                </c:pt>
                <c:pt idx="384">
                  <c:v>950.09222717447039</c:v>
                </c:pt>
                <c:pt idx="385">
                  <c:v>950.82124807634636</c:v>
                </c:pt>
                <c:pt idx="386">
                  <c:v>951.54750376330321</c:v>
                </c:pt>
                <c:pt idx="387">
                  <c:v>952.27100498255061</c:v>
                </c:pt>
                <c:pt idx="388">
                  <c:v>952.99176243742011</c:v>
                </c:pt>
                <c:pt idx="389">
                  <c:v>953.70978678768802</c:v>
                </c:pt>
                <c:pt idx="390">
                  <c:v>954.4250886496643</c:v>
                </c:pt>
                <c:pt idx="391">
                  <c:v>955.13767859647407</c:v>
                </c:pt>
                <c:pt idx="392">
                  <c:v>955.84756715811454</c:v>
                </c:pt>
                <c:pt idx="393">
                  <c:v>956.55476482181575</c:v>
                </c:pt>
                <c:pt idx="394">
                  <c:v>957.25928203208366</c:v>
                </c:pt>
                <c:pt idx="395">
                  <c:v>957.96112919095606</c:v>
                </c:pt>
                <c:pt idx="396">
                  <c:v>958.66031665824391</c:v>
                </c:pt>
                <c:pt idx="397">
                  <c:v>959.35685475158402</c:v>
                </c:pt>
                <c:pt idx="398">
                  <c:v>960.05075374670059</c:v>
                </c:pt>
                <c:pt idx="399">
                  <c:v>960.74202387767184</c:v>
                </c:pt>
                <c:pt idx="400">
                  <c:v>961.43067533693863</c:v>
                </c:pt>
                <c:pt idx="401">
                  <c:v>962.11671827558951</c:v>
                </c:pt>
                <c:pt idx="402">
                  <c:v>962.80016280360928</c:v>
                </c:pt>
                <c:pt idx="403">
                  <c:v>963.48101898991195</c:v>
                </c:pt>
                <c:pt idx="404">
                  <c:v>964.15929686258926</c:v>
                </c:pt>
                <c:pt idx="405">
                  <c:v>964.83500640912689</c:v>
                </c:pt>
                <c:pt idx="406">
                  <c:v>965.50815757656324</c:v>
                </c:pt>
                <c:pt idx="407">
                  <c:v>966.17876027159673</c:v>
                </c:pt>
                <c:pt idx="408">
                  <c:v>966.84682436084483</c:v>
                </c:pt>
                <c:pt idx="409">
                  <c:v>967.51235967105242</c:v>
                </c:pt>
                <c:pt idx="410">
                  <c:v>968.17537598910667</c:v>
                </c:pt>
                <c:pt idx="411">
                  <c:v>968.83588306240449</c:v>
                </c:pt>
                <c:pt idx="412">
                  <c:v>969.4938905988563</c:v>
                </c:pt>
                <c:pt idx="413">
                  <c:v>970.14940826720726</c:v>
                </c:pt>
                <c:pt idx="414">
                  <c:v>970.8024456970852</c:v>
                </c:pt>
                <c:pt idx="415">
                  <c:v>971.45301247929137</c:v>
                </c:pt>
                <c:pt idx="416">
                  <c:v>972.10111816580218</c:v>
                </c:pt>
                <c:pt idx="417">
                  <c:v>972.74677227012432</c:v>
                </c:pt>
                <c:pt idx="418">
                  <c:v>973.38998426737771</c:v>
                </c:pt>
                <c:pt idx="419">
                  <c:v>974.03076359438876</c:v>
                </c:pt>
                <c:pt idx="420">
                  <c:v>974.66911965001657</c:v>
                </c:pt>
                <c:pt idx="421">
                  <c:v>975.30506179519818</c:v>
                </c:pt>
                <c:pt idx="422">
                  <c:v>975.93859935315584</c:v>
                </c:pt>
                <c:pt idx="423">
                  <c:v>976.5697416095295</c:v>
                </c:pt>
                <c:pt idx="424">
                  <c:v>977.19849781259825</c:v>
                </c:pt>
                <c:pt idx="425">
                  <c:v>977.82487717341303</c:v>
                </c:pt>
                <c:pt idx="426">
                  <c:v>978.44888886589933</c:v>
                </c:pt>
                <c:pt idx="427">
                  <c:v>979.07054202718302</c:v>
                </c:pt>
                <c:pt idx="428">
                  <c:v>979.6898457574905</c:v>
                </c:pt>
                <c:pt idx="429">
                  <c:v>980.30680912061189</c:v>
                </c:pt>
                <c:pt idx="430">
                  <c:v>980.92144114381836</c:v>
                </c:pt>
                <c:pt idx="431">
                  <c:v>981.53375081813545</c:v>
                </c:pt>
                <c:pt idx="432">
                  <c:v>982.14374709846061</c:v>
                </c:pt>
                <c:pt idx="433">
                  <c:v>982.75143890373067</c:v>
                </c:pt>
                <c:pt idx="434">
                  <c:v>983.35683511710386</c:v>
                </c:pt>
                <c:pt idx="435">
                  <c:v>983.9599445860573</c:v>
                </c:pt>
                <c:pt idx="436">
                  <c:v>984.56077612259787</c:v>
                </c:pt>
                <c:pt idx="437">
                  <c:v>985.15933850339331</c:v>
                </c:pt>
                <c:pt idx="438">
                  <c:v>985.75564046991178</c:v>
                </c:pt>
                <c:pt idx="439">
                  <c:v>986.34969072856688</c:v>
                </c:pt>
                <c:pt idx="440">
                  <c:v>986.94149795093381</c:v>
                </c:pt>
                <c:pt idx="441">
                  <c:v>987.53107077378422</c:v>
                </c:pt>
                <c:pt idx="442">
                  <c:v>988.11841779938868</c:v>
                </c:pt>
                <c:pt idx="443">
                  <c:v>988.70354759549161</c:v>
                </c:pt>
                <c:pt idx="444">
                  <c:v>989.28646869561919</c:v>
                </c:pt>
                <c:pt idx="445">
                  <c:v>989.86718959913003</c:v>
                </c:pt>
                <c:pt idx="446">
                  <c:v>990.44571877137219</c:v>
                </c:pt>
                <c:pt idx="447">
                  <c:v>991.02206464387837</c:v>
                </c:pt>
                <c:pt idx="448">
                  <c:v>991.59623561442311</c:v>
                </c:pt>
                <c:pt idx="449">
                  <c:v>992.16824004730915</c:v>
                </c:pt>
                <c:pt idx="450">
                  <c:v>992.7380862733213</c:v>
                </c:pt>
                <c:pt idx="451">
                  <c:v>993.3057825900645</c:v>
                </c:pt>
                <c:pt idx="452">
                  <c:v>993.87133726195202</c:v>
                </c:pt>
                <c:pt idx="453">
                  <c:v>994.43475852044912</c:v>
                </c:pt>
                <c:pt idx="454">
                  <c:v>994.9960545641494</c:v>
                </c:pt>
                <c:pt idx="455">
                  <c:v>995.55523355897049</c:v>
                </c:pt>
                <c:pt idx="456">
                  <c:v>996.11230363820812</c:v>
                </c:pt>
                <c:pt idx="457">
                  <c:v>996.66727290278538</c:v>
                </c:pt>
                <c:pt idx="458">
                  <c:v>997.22014942134319</c:v>
                </c:pt>
                <c:pt idx="459">
                  <c:v>997.77094123030201</c:v>
                </c:pt>
                <c:pt idx="460">
                  <c:v>998.31965633417963</c:v>
                </c:pt>
                <c:pt idx="461">
                  <c:v>998.86630270549165</c:v>
                </c:pt>
                <c:pt idx="462">
                  <c:v>999.4108882851159</c:v>
                </c:pt>
                <c:pt idx="463">
                  <c:v>999.95342098227536</c:v>
                </c:pt>
                <c:pt idx="464">
                  <c:v>1000.4939086747106</c:v>
                </c:pt>
                <c:pt idx="465">
                  <c:v>1001.0323592089007</c:v>
                </c:pt>
                <c:pt idx="466">
                  <c:v>1001.5687804000182</c:v>
                </c:pt>
                <c:pt idx="467">
                  <c:v>1002.1031800322201</c:v>
                </c:pt>
                <c:pt idx="468">
                  <c:v>1002.6355658587507</c:v>
                </c:pt>
                <c:pt idx="469">
                  <c:v>1003.1659456019879</c:v>
                </c:pt>
                <c:pt idx="470">
                  <c:v>1003.6943269536522</c:v>
                </c:pt>
                <c:pt idx="471">
                  <c:v>1004.2207175749709</c:v>
                </c:pt>
                <c:pt idx="472">
                  <c:v>1004.7451250966759</c:v>
                </c:pt>
                <c:pt idx="473">
                  <c:v>1005.2675571192574</c:v>
                </c:pt>
                <c:pt idx="474">
                  <c:v>1005.7880212130108</c:v>
                </c:pt>
                <c:pt idx="475">
                  <c:v>1006.3065249182721</c:v>
                </c:pt>
                <c:pt idx="476">
                  <c:v>1006.8230757453714</c:v>
                </c:pt>
                <c:pt idx="477">
                  <c:v>1007.3376811749567</c:v>
                </c:pt>
                <c:pt idx="478">
                  <c:v>1007.8503486579546</c:v>
                </c:pt>
                <c:pt idx="479">
                  <c:v>1008.3610856158086</c:v>
                </c:pt>
                <c:pt idx="480">
                  <c:v>1008.8698994405373</c:v>
                </c:pt>
                <c:pt idx="481">
                  <c:v>1009.3767974949104</c:v>
                </c:pt>
                <c:pt idx="482">
                  <c:v>1009.8817871124592</c:v>
                </c:pt>
                <c:pt idx="483">
                  <c:v>1010.3848755978178</c:v>
                </c:pt>
                <c:pt idx="484">
                  <c:v>1010.8860702265905</c:v>
                </c:pt>
                <c:pt idx="485">
                  <c:v>1011.3853782457018</c:v>
                </c:pt>
                <c:pt idx="486">
                  <c:v>1011.8828068732722</c:v>
                </c:pt>
                <c:pt idx="487">
                  <c:v>1012.3783632990173</c:v>
                </c:pt>
                <c:pt idx="488">
                  <c:v>1012.8720546841614</c:v>
                </c:pt>
                <c:pt idx="489">
                  <c:v>1013.3638881616354</c:v>
                </c:pt>
                <c:pt idx="490">
                  <c:v>1013.8538708361591</c:v>
                </c:pt>
                <c:pt idx="491">
                  <c:v>1014.3420097844206</c:v>
                </c:pt>
                <c:pt idx="492">
                  <c:v>1014.8283120551366</c:v>
                </c:pt>
                <c:pt idx="493">
                  <c:v>1015.3127846692144</c:v>
                </c:pt>
                <c:pt idx="494">
                  <c:v>1015.7954346198225</c:v>
                </c:pt>
                <c:pt idx="495">
                  <c:v>1016.2762688725657</c:v>
                </c:pt>
                <c:pt idx="496">
                  <c:v>1016.7552943654908</c:v>
                </c:pt>
                <c:pt idx="497">
                  <c:v>1017.2325180093553</c:v>
                </c:pt>
                <c:pt idx="498">
                  <c:v>1017.7079466876272</c:v>
                </c:pt>
                <c:pt idx="499">
                  <c:v>1018.181587256653</c:v>
                </c:pt>
                <c:pt idx="500">
                  <c:v>1018.6534465457255</c:v>
                </c:pt>
                <c:pt idx="501">
                  <c:v>1019.1235313572598</c:v>
                </c:pt>
                <c:pt idx="502">
                  <c:v>1019.5918484668339</c:v>
                </c:pt>
                <c:pt idx="503">
                  <c:v>1020.0584046233607</c:v>
                </c:pt>
                <c:pt idx="504">
                  <c:v>1020.5232065492135</c:v>
                </c:pt>
                <c:pt idx="505">
                  <c:v>1020.9862609401928</c:v>
                </c:pt>
                <c:pt idx="506">
                  <c:v>1021.4475744658475</c:v>
                </c:pt>
                <c:pt idx="507">
                  <c:v>1021.9071537694638</c:v>
                </c:pt>
                <c:pt idx="508">
                  <c:v>1022.3650054681586</c:v>
                </c:pt>
                <c:pt idx="509">
                  <c:v>1022.821136153048</c:v>
                </c:pt>
                <c:pt idx="510">
                  <c:v>1023.2755523893052</c:v>
                </c:pt>
                <c:pt idx="511">
                  <c:v>1023.7282607163246</c:v>
                </c:pt>
                <c:pt idx="512">
                  <c:v>1024.1792676477735</c:v>
                </c:pt>
                <c:pt idx="513">
                  <c:v>1024.628579671725</c:v>
                </c:pt>
                <c:pt idx="514">
                  <c:v>1025.076203250801</c:v>
                </c:pt>
                <c:pt idx="515">
                  <c:v>1025.5221448222014</c:v>
                </c:pt>
                <c:pt idx="516">
                  <c:v>1025.9664107978697</c:v>
                </c:pt>
                <c:pt idx="517">
                  <c:v>1026.4090075645458</c:v>
                </c:pt>
                <c:pt idx="518">
                  <c:v>1026.849941483928</c:v>
                </c:pt>
                <c:pt idx="519">
                  <c:v>1027.2892188927658</c:v>
                </c:pt>
                <c:pt idx="520">
                  <c:v>1027.7268461028898</c:v>
                </c:pt>
                <c:pt idx="521">
                  <c:v>1028.1628294014836</c:v>
                </c:pt>
                <c:pt idx="522">
                  <c:v>1028.5971750509555</c:v>
                </c:pt>
                <c:pt idx="523">
                  <c:v>1029.0298892892074</c:v>
                </c:pt>
                <c:pt idx="524">
                  <c:v>1029.4609783297396</c:v>
                </c:pt>
                <c:pt idx="525">
                  <c:v>1029.8904483616207</c:v>
                </c:pt>
                <c:pt idx="526">
                  <c:v>1030.3183055497443</c:v>
                </c:pt>
                <c:pt idx="527">
                  <c:v>1030.7445560347894</c:v>
                </c:pt>
                <c:pt idx="528">
                  <c:v>1031.1692059334525</c:v>
                </c:pt>
                <c:pt idx="529">
                  <c:v>1031.5922613384309</c:v>
                </c:pt>
                <c:pt idx="530">
                  <c:v>1032.0137283186043</c:v>
                </c:pt>
                <c:pt idx="531">
                  <c:v>1032.4336129190879</c:v>
                </c:pt>
                <c:pt idx="532">
                  <c:v>1032.8519211613427</c:v>
                </c:pt>
                <c:pt idx="533">
                  <c:v>1033.2686590432725</c:v>
                </c:pt>
                <c:pt idx="534">
                  <c:v>1033.6838325393351</c:v>
                </c:pt>
                <c:pt idx="535">
                  <c:v>1034.0974476006131</c:v>
                </c:pt>
                <c:pt idx="536">
                  <c:v>1034.5095101549548</c:v>
                </c:pt>
                <c:pt idx="537">
                  <c:v>1034.9200261070089</c:v>
                </c:pt>
                <c:pt idx="538">
                  <c:v>1035.3290013383212</c:v>
                </c:pt>
                <c:pt idx="539">
                  <c:v>1035.7364417075303</c:v>
                </c:pt>
                <c:pt idx="540">
                  <c:v>1036.1423530503616</c:v>
                </c:pt>
                <c:pt idx="541">
                  <c:v>1036.5467411797354</c:v>
                </c:pt>
                <c:pt idx="542">
                  <c:v>1036.9496118858938</c:v>
                </c:pt>
                <c:pt idx="543">
                  <c:v>1037.3509709364496</c:v>
                </c:pt>
                <c:pt idx="544">
                  <c:v>1037.7508240765408</c:v>
                </c:pt>
                <c:pt idx="545">
                  <c:v>1038.1491770288505</c:v>
                </c:pt>
                <c:pt idx="546">
                  <c:v>1038.5460354938084</c:v>
                </c:pt>
                <c:pt idx="547">
                  <c:v>1038.9414051495169</c:v>
                </c:pt>
                <c:pt idx="548">
                  <c:v>1039.3352916519991</c:v>
                </c:pt>
                <c:pt idx="549">
                  <c:v>1039.7277006351928</c:v>
                </c:pt>
                <c:pt idx="550">
                  <c:v>1040.1186377111212</c:v>
                </c:pt>
                <c:pt idx="551">
                  <c:v>1040.5081084698759</c:v>
                </c:pt>
                <c:pt idx="552">
                  <c:v>1040.896118479805</c:v>
                </c:pt>
                <c:pt idx="553">
                  <c:v>1041.2826732875462</c:v>
                </c:pt>
                <c:pt idx="554">
                  <c:v>1041.6677784181838</c:v>
                </c:pt>
                <c:pt idx="555">
                  <c:v>1042.0514393752037</c:v>
                </c:pt>
                <c:pt idx="556">
                  <c:v>1042.4336616407199</c:v>
                </c:pt>
                <c:pt idx="557">
                  <c:v>1042.8144506754988</c:v>
                </c:pt>
                <c:pt idx="558">
                  <c:v>1043.1938119190675</c:v>
                </c:pt>
                <c:pt idx="559">
                  <c:v>1043.5717507897596</c:v>
                </c:pt>
                <c:pt idx="560">
                  <c:v>1043.9482726848314</c:v>
                </c:pt>
                <c:pt idx="561">
                  <c:v>1044.3233829805647</c:v>
                </c:pt>
                <c:pt idx="562">
                  <c:v>1044.6970870323469</c:v>
                </c:pt>
                <c:pt idx="563">
                  <c:v>1045.0693901747111</c:v>
                </c:pt>
                <c:pt idx="564">
                  <c:v>1045.4402977214606</c:v>
                </c:pt>
                <c:pt idx="565">
                  <c:v>1045.809814965766</c:v>
                </c:pt>
                <c:pt idx="566">
                  <c:v>1046.1779471802197</c:v>
                </c:pt>
                <c:pt idx="567">
                  <c:v>1046.5446996169042</c:v>
                </c:pt>
                <c:pt idx="568">
                  <c:v>1046.910077507556</c:v>
                </c:pt>
                <c:pt idx="569">
                  <c:v>1047.2740860635515</c:v>
                </c:pt>
                <c:pt idx="570">
                  <c:v>1047.6367304760515</c:v>
                </c:pt>
                <c:pt idx="571">
                  <c:v>1047.9980159160527</c:v>
                </c:pt>
                <c:pt idx="572">
                  <c:v>1048.3579475344702</c:v>
                </c:pt>
                <c:pt idx="573">
                  <c:v>1048.7165304622729</c:v>
                </c:pt>
                <c:pt idx="574">
                  <c:v>1049.0737698104672</c:v>
                </c:pt>
                <c:pt idx="575">
                  <c:v>1049.4296706702924</c:v>
                </c:pt>
                <c:pt idx="576">
                  <c:v>1049.7842381131818</c:v>
                </c:pt>
                <c:pt idx="577">
                  <c:v>1050.13747719095</c:v>
                </c:pt>
                <c:pt idx="578">
                  <c:v>1050.489392935802</c:v>
                </c:pt>
                <c:pt idx="579">
                  <c:v>1050.8399903604409</c:v>
                </c:pt>
                <c:pt idx="580">
                  <c:v>1051.1892744581205</c:v>
                </c:pt>
                <c:pt idx="581">
                  <c:v>1051.5372502027981</c:v>
                </c:pt>
                <c:pt idx="582">
                  <c:v>1051.8839225491254</c:v>
                </c:pt>
                <c:pt idx="583">
                  <c:v>1052.2292964325468</c:v>
                </c:pt>
                <c:pt idx="584">
                  <c:v>1052.5733767694328</c:v>
                </c:pt>
                <c:pt idx="585">
                  <c:v>1052.9161684570852</c:v>
                </c:pt>
                <c:pt idx="586">
                  <c:v>1053.2576763738402</c:v>
                </c:pt>
                <c:pt idx="587">
                  <c:v>1053.5979053792032</c:v>
                </c:pt>
                <c:pt idx="588">
                  <c:v>1053.9368603138009</c:v>
                </c:pt>
                <c:pt idx="589">
                  <c:v>1054.2745459995772</c:v>
                </c:pt>
                <c:pt idx="590">
                  <c:v>1054.610967239835</c:v>
                </c:pt>
                <c:pt idx="591">
                  <c:v>1054.9461288192192</c:v>
                </c:pt>
                <c:pt idx="592">
                  <c:v>1055.2800355039558</c:v>
                </c:pt>
                <c:pt idx="593">
                  <c:v>1055.6126920417953</c:v>
                </c:pt>
                <c:pt idx="594">
                  <c:v>1055.9441031621454</c:v>
                </c:pt>
                <c:pt idx="595">
                  <c:v>1056.2742735761381</c:v>
                </c:pt>
                <c:pt idx="596">
                  <c:v>1056.6032079766608</c:v>
                </c:pt>
                <c:pt idx="597">
                  <c:v>1056.9309110385223</c:v>
                </c:pt>
                <c:pt idx="598">
                  <c:v>1057.2573874184366</c:v>
                </c:pt>
                <c:pt idx="599">
                  <c:v>1057.5826417551411</c:v>
                </c:pt>
                <c:pt idx="600">
                  <c:v>1057.9066786694414</c:v>
                </c:pt>
                <c:pt idx="601">
                  <c:v>1058.2295027643306</c:v>
                </c:pt>
                <c:pt idx="602">
                  <c:v>1058.5511186249678</c:v>
                </c:pt>
                <c:pt idx="603">
                  <c:v>1058.871530818898</c:v>
                </c:pt>
                <c:pt idx="604">
                  <c:v>1059.1907438959747</c:v>
                </c:pt>
                <c:pt idx="605">
                  <c:v>1059.5087623885074</c:v>
                </c:pt>
                <c:pt idx="606">
                  <c:v>1059.8255908113288</c:v>
                </c:pt>
                <c:pt idx="607">
                  <c:v>1060.1412336618505</c:v>
                </c:pt>
                <c:pt idx="608">
                  <c:v>1060.4556954201105</c:v>
                </c:pt>
                <c:pt idx="609">
                  <c:v>1060.7689805489088</c:v>
                </c:pt>
                <c:pt idx="610">
                  <c:v>1061.081093493829</c:v>
                </c:pt>
                <c:pt idx="611">
                  <c:v>1061.3920386832829</c:v>
                </c:pt>
                <c:pt idx="612">
                  <c:v>1061.701820528669</c:v>
                </c:pt>
                <c:pt idx="613">
                  <c:v>1062.010443424299</c:v>
                </c:pt>
                <c:pt idx="614">
                  <c:v>1062.3179117476864</c:v>
                </c:pt>
                <c:pt idx="615">
                  <c:v>1062.6242298592983</c:v>
                </c:pt>
                <c:pt idx="616">
                  <c:v>1062.9294021029821</c:v>
                </c:pt>
                <c:pt idx="617">
                  <c:v>1063.2334328057207</c:v>
                </c:pt>
                <c:pt idx="618">
                  <c:v>1063.5363262779069</c:v>
                </c:pt>
                <c:pt idx="619">
                  <c:v>1063.8380868133199</c:v>
                </c:pt>
                <c:pt idx="620">
                  <c:v>1064.138718689182</c:v>
                </c:pt>
                <c:pt idx="621">
                  <c:v>1064.4382261663052</c:v>
                </c:pt>
                <c:pt idx="622">
                  <c:v>1064.7366134890392</c:v>
                </c:pt>
                <c:pt idx="623">
                  <c:v>1065.0338848854572</c:v>
                </c:pt>
                <c:pt idx="624">
                  <c:v>1065.3300445673408</c:v>
                </c:pt>
                <c:pt idx="625">
                  <c:v>1065.6250967302444</c:v>
                </c:pt>
                <c:pt idx="626">
                  <c:v>1065.919045553625</c:v>
                </c:pt>
                <c:pt idx="627">
                  <c:v>1066.2118952008541</c:v>
                </c:pt>
                <c:pt idx="628">
                  <c:v>1066.5036498192665</c:v>
                </c:pt>
                <c:pt idx="629">
                  <c:v>1066.7943135403189</c:v>
                </c:pt>
                <c:pt idx="630">
                  <c:v>1067.0838904794891</c:v>
                </c:pt>
                <c:pt idx="631">
                  <c:v>1067.3723847365361</c:v>
                </c:pt>
                <c:pt idx="632">
                  <c:v>1067.6598003954025</c:v>
                </c:pt>
                <c:pt idx="633">
                  <c:v>1067.9461415243552</c:v>
                </c:pt>
                <c:pt idx="634">
                  <c:v>1068.2314121760203</c:v>
                </c:pt>
                <c:pt idx="635">
                  <c:v>1068.5156163874985</c:v>
                </c:pt>
                <c:pt idx="636">
                  <c:v>1068.7987581803361</c:v>
                </c:pt>
                <c:pt idx="637">
                  <c:v>1069.0808415606325</c:v>
                </c:pt>
                <c:pt idx="638">
                  <c:v>1069.3618705191616</c:v>
                </c:pt>
                <c:pt idx="639">
                  <c:v>1069.6418490313235</c:v>
                </c:pt>
                <c:pt idx="640">
                  <c:v>1069.9207810572893</c:v>
                </c:pt>
                <c:pt idx="641">
                  <c:v>1070.1986705420056</c:v>
                </c:pt>
                <c:pt idx="642">
                  <c:v>1070.4755214153058</c:v>
                </c:pt>
                <c:pt idx="643">
                  <c:v>1070.7513375919373</c:v>
                </c:pt>
                <c:pt idx="644">
                  <c:v>1071.0261229716029</c:v>
                </c:pt>
                <c:pt idx="645">
                  <c:v>1071.2998814391017</c:v>
                </c:pt>
                <c:pt idx="646">
                  <c:v>1071.5726168642798</c:v>
                </c:pt>
                <c:pt idx="647">
                  <c:v>1071.844333102179</c:v>
                </c:pt>
                <c:pt idx="648">
                  <c:v>1072.1150339930289</c:v>
                </c:pt>
                <c:pt idx="649">
                  <c:v>1072.3847233623555</c:v>
                </c:pt>
                <c:pt idx="650">
                  <c:v>1072.6534050210321</c:v>
                </c:pt>
                <c:pt idx="651">
                  <c:v>1072.9210827653078</c:v>
                </c:pt>
                <c:pt idx="652">
                  <c:v>1073.1877603768969</c:v>
                </c:pt>
                <c:pt idx="653">
                  <c:v>1073.4534416230078</c:v>
                </c:pt>
                <c:pt idx="654">
                  <c:v>1073.718130256432</c:v>
                </c:pt>
                <c:pt idx="655">
                  <c:v>1073.9818300155682</c:v>
                </c:pt>
                <c:pt idx="656">
                  <c:v>1074.2445446245345</c:v>
                </c:pt>
                <c:pt idx="657">
                  <c:v>1074.5062777931432</c:v>
                </c:pt>
                <c:pt idx="658">
                  <c:v>1074.7670332169992</c:v>
                </c:pt>
                <c:pt idx="659">
                  <c:v>1075.0268145776106</c:v>
                </c:pt>
                <c:pt idx="660">
                  <c:v>1075.2856255423449</c:v>
                </c:pt>
                <c:pt idx="661">
                  <c:v>1075.5434697645587</c:v>
                </c:pt>
                <c:pt idx="662">
                  <c:v>1075.8003508836214</c:v>
                </c:pt>
                <c:pt idx="663">
                  <c:v>1076.0562725249438</c:v>
                </c:pt>
                <c:pt idx="664">
                  <c:v>1076.3112383001373</c:v>
                </c:pt>
                <c:pt idx="665">
                  <c:v>1076.5652518069028</c:v>
                </c:pt>
                <c:pt idx="666">
                  <c:v>1076.8183166292529</c:v>
                </c:pt>
                <c:pt idx="667">
                  <c:v>1077.0704363375166</c:v>
                </c:pt>
                <c:pt idx="668">
                  <c:v>1077.3216144882304</c:v>
                </c:pt>
                <c:pt idx="669">
                  <c:v>1077.5718546245187</c:v>
                </c:pt>
                <c:pt idx="670">
                  <c:v>1077.8211602757901</c:v>
                </c:pt>
                <c:pt idx="671">
                  <c:v>1078.0695349580781</c:v>
                </c:pt>
                <c:pt idx="672">
                  <c:v>1078.3169821739575</c:v>
                </c:pt>
                <c:pt idx="673">
                  <c:v>1078.5635054125416</c:v>
                </c:pt>
                <c:pt idx="674">
                  <c:v>1078.8091081497184</c:v>
                </c:pt>
                <c:pt idx="675">
                  <c:v>1079.0537938480147</c:v>
                </c:pt>
                <c:pt idx="676">
                  <c:v>1079.2975659567669</c:v>
                </c:pt>
                <c:pt idx="677">
                  <c:v>1079.5404279121301</c:v>
                </c:pt>
                <c:pt idx="678">
                  <c:v>1079.7823831371543</c:v>
                </c:pt>
                <c:pt idx="679">
                  <c:v>1080.023435041755</c:v>
                </c:pt>
                <c:pt idx="680">
                  <c:v>1080.2635870228926</c:v>
                </c:pt>
                <c:pt idx="681">
                  <c:v>1080.5028424645293</c:v>
                </c:pt>
                <c:pt idx="682">
                  <c:v>1080.7412047377261</c:v>
                </c:pt>
                <c:pt idx="683">
                  <c:v>1080.9786772006487</c:v>
                </c:pt>
                <c:pt idx="684">
                  <c:v>1081.2152631986696</c:v>
                </c:pt>
                <c:pt idx="685">
                  <c:v>1081.4509660643748</c:v>
                </c:pt>
                <c:pt idx="686">
                  <c:v>1081.6857891176819</c:v>
                </c:pt>
                <c:pt idx="687">
                  <c:v>1081.9197356657949</c:v>
                </c:pt>
                <c:pt idx="688">
                  <c:v>1082.1528090032721</c:v>
                </c:pt>
                <c:pt idx="689">
                  <c:v>1082.3850124122125</c:v>
                </c:pt>
                <c:pt idx="690">
                  <c:v>1082.6163491620832</c:v>
                </c:pt>
                <c:pt idx="691">
                  <c:v>1082.8468225099687</c:v>
                </c:pt>
                <c:pt idx="692">
                  <c:v>1083.076435700485</c:v>
                </c:pt>
                <c:pt idx="693">
                  <c:v>1083.3051919658803</c:v>
                </c:pt>
                <c:pt idx="694">
                  <c:v>1083.5330945260923</c:v>
                </c:pt>
                <c:pt idx="695">
                  <c:v>1083.7601465887917</c:v>
                </c:pt>
                <c:pt idx="696">
                  <c:v>1083.9863513494447</c:v>
                </c:pt>
                <c:pt idx="697">
                  <c:v>1084.2117119912823</c:v>
                </c:pt>
                <c:pt idx="698">
                  <c:v>1084.4362316854358</c:v>
                </c:pt>
                <c:pt idx="699">
                  <c:v>1084.6599135910074</c:v>
                </c:pt>
                <c:pt idx="700">
                  <c:v>1084.8827608549318</c:v>
                </c:pt>
                <c:pt idx="701">
                  <c:v>1085.1047766123038</c:v>
                </c:pt>
                <c:pt idx="702">
                  <c:v>1085.3259639861751</c:v>
                </c:pt>
                <c:pt idx="703">
                  <c:v>1085.5463260877632</c:v>
                </c:pt>
                <c:pt idx="704">
                  <c:v>1085.7658660163913</c:v>
                </c:pt>
                <c:pt idx="705">
                  <c:v>1085.9845868596558</c:v>
                </c:pt>
                <c:pt idx="706">
                  <c:v>1086.2024916933033</c:v>
                </c:pt>
                <c:pt idx="707">
                  <c:v>1086.4195835814337</c:v>
                </c:pt>
                <c:pt idx="708">
                  <c:v>1086.6358655764657</c:v>
                </c:pt>
                <c:pt idx="709">
                  <c:v>1086.8513407192186</c:v>
                </c:pt>
                <c:pt idx="710">
                  <c:v>1087.0660120389393</c:v>
                </c:pt>
                <c:pt idx="711">
                  <c:v>1087.2798825533021</c:v>
                </c:pt>
                <c:pt idx="712">
                  <c:v>1087.4929552685478</c:v>
                </c:pt>
                <c:pt idx="713">
                  <c:v>1087.7052331794807</c:v>
                </c:pt>
                <c:pt idx="714">
                  <c:v>1087.9167192695079</c:v>
                </c:pt>
                <c:pt idx="715">
                  <c:v>1088.1274165106433</c:v>
                </c:pt>
                <c:pt idx="716">
                  <c:v>1088.3373278636734</c:v>
                </c:pt>
                <c:pt idx="717">
                  <c:v>1088.5464562780687</c:v>
                </c:pt>
                <c:pt idx="718">
                  <c:v>1088.7548046921429</c:v>
                </c:pt>
                <c:pt idx="719">
                  <c:v>1088.9623760329721</c:v>
                </c:pt>
                <c:pt idx="720">
                  <c:v>1089.169173216522</c:v>
                </c:pt>
                <c:pt idx="721">
                  <c:v>1089.1026846901239</c:v>
                </c:pt>
                <c:pt idx="722">
                  <c:v>1089.0376406856485</c:v>
                </c:pt>
                <c:pt idx="723">
                  <c:v>1088.9740239390912</c:v>
                </c:pt>
                <c:pt idx="724">
                  <c:v>1088.9118180700657</c:v>
                </c:pt>
                <c:pt idx="725">
                  <c:v>1088.8510072971374</c:v>
                </c:pt>
                <c:pt idx="726">
                  <c:v>1088.7915762677646</c:v>
                </c:pt>
                <c:pt idx="727">
                  <c:v>1088.733509955001</c:v>
                </c:pt>
                <c:pt idx="728">
                  <c:v>1088.6767935932266</c:v>
                </c:pt>
                <c:pt idx="729">
                  <c:v>1088.6214126371701</c:v>
                </c:pt>
                <c:pt idx="730">
                  <c:v>1088.5673527351419</c:v>
                </c:pt>
                <c:pt idx="731">
                  <c:v>1088.5145997108534</c:v>
                </c:pt>
                <c:pt idx="732">
                  <c:v>1088.4631395507881</c:v>
                </c:pt>
                <c:pt idx="733">
                  <c:v>1088.4129583949739</c:v>
                </c:pt>
                <c:pt idx="734">
                  <c:v>1088.3640425301426</c:v>
                </c:pt>
                <c:pt idx="735">
                  <c:v>1088.3163783842979</c:v>
                </c:pt>
                <c:pt idx="736">
                  <c:v>1088.2699525226074</c:v>
                </c:pt>
                <c:pt idx="737">
                  <c:v>1088.2247516436546</c:v>
                </c:pt>
                <c:pt idx="738">
                  <c:v>1088.180762576648</c:v>
                </c:pt>
                <c:pt idx="739">
                  <c:v>1088.1379722787094</c:v>
                </c:pt>
                <c:pt idx="740">
                  <c:v>1088.096367832632</c:v>
                </c:pt>
                <c:pt idx="741">
                  <c:v>1088.0559364448059</c:v>
                </c:pt>
                <c:pt idx="742">
                  <c:v>1088.0166654433924</c:v>
                </c:pt>
                <c:pt idx="743">
                  <c:v>1087.9771219906329</c:v>
                </c:pt>
                <c:pt idx="744">
                  <c:v>1087.9373166020785</c:v>
                </c:pt>
                <c:pt idx="745">
                  <c:v>1087.8972596319163</c:v>
                </c:pt>
                <c:pt idx="746">
                  <c:v>1087.8569612744034</c:v>
                </c:pt>
                <c:pt idx="747">
                  <c:v>1087.8164315656127</c:v>
                </c:pt>
                <c:pt idx="748">
                  <c:v>1087.7756803849961</c:v>
                </c:pt>
                <c:pt idx="749">
                  <c:v>1087.7347174571166</c:v>
                </c:pt>
                <c:pt idx="750">
                  <c:v>1087.6935523532477</c:v>
                </c:pt>
                <c:pt idx="751">
                  <c:v>1087.6521944931574</c:v>
                </c:pt>
                <c:pt idx="752">
                  <c:v>1087.6106531466974</c:v>
                </c:pt>
                <c:pt idx="753">
                  <c:v>1087.5689374355516</c:v>
                </c:pt>
                <c:pt idx="754">
                  <c:v>1087.5270563349475</c:v>
                </c:pt>
                <c:pt idx="755">
                  <c:v>1087.4850186753106</c:v>
                </c:pt>
                <c:pt idx="756">
                  <c:v>1087.4428331439017</c:v>
                </c:pt>
                <c:pt idx="757">
                  <c:v>1087.4005082866333</c:v>
                </c:pt>
                <c:pt idx="758">
                  <c:v>1087.3580525095729</c:v>
                </c:pt>
                <c:pt idx="759">
                  <c:v>1087.3154740807026</c:v>
                </c:pt>
                <c:pt idx="760">
                  <c:v>1087.2727811315481</c:v>
                </c:pt>
                <c:pt idx="761">
                  <c:v>1087.2299816587813</c:v>
                </c:pt>
                <c:pt idx="762">
                  <c:v>1087.1870835259492</c:v>
                </c:pt>
                <c:pt idx="763">
                  <c:v>1087.1440944648944</c:v>
                </c:pt>
                <c:pt idx="764">
                  <c:v>1087.1010220775445</c:v>
                </c:pt>
                <c:pt idx="765">
                  <c:v>1087.0578681010006</c:v>
                </c:pt>
                <c:pt idx="766">
                  <c:v>1087.0146342844762</c:v>
                </c:pt>
                <c:pt idx="767">
                  <c:v>1086.9713223887634</c:v>
                </c:pt>
                <c:pt idx="768">
                  <c:v>1086.9279341855135</c:v>
                </c:pt>
                <c:pt idx="769">
                  <c:v>1086.8844714565191</c:v>
                </c:pt>
                <c:pt idx="770">
                  <c:v>1086.8409359931168</c:v>
                </c:pt>
                <c:pt idx="771">
                  <c:v>1086.797329595586</c:v>
                </c:pt>
                <c:pt idx="772">
                  <c:v>1086.7536540724973</c:v>
                </c:pt>
                <c:pt idx="773">
                  <c:v>1086.7099112401702</c:v>
                </c:pt>
                <c:pt idx="774">
                  <c:v>1086.6661029220422</c:v>
                </c:pt>
                <c:pt idx="775">
                  <c:v>1086.6222309481234</c:v>
                </c:pt>
                <c:pt idx="776">
                  <c:v>1086.5782971544372</c:v>
                </c:pt>
                <c:pt idx="777">
                  <c:v>1086.5343033824822</c:v>
                </c:pt>
                <c:pt idx="778">
                  <c:v>1086.4902514786888</c:v>
                </c:pt>
                <c:pt idx="779">
                  <c:v>1086.4461432938847</c:v>
                </c:pt>
                <c:pt idx="780">
                  <c:v>1086.4019806828951</c:v>
                </c:pt>
                <c:pt idx="781">
                  <c:v>1086.3577655038932</c:v>
                </c:pt>
                <c:pt idx="782">
                  <c:v>1086.3134996180015</c:v>
                </c:pt>
                <c:pt idx="783">
                  <c:v>1086.2691848888851</c:v>
                </c:pt>
                <c:pt idx="784">
                  <c:v>1086.2248231820993</c:v>
                </c:pt>
                <c:pt idx="785">
                  <c:v>1086.1804163648594</c:v>
                </c:pt>
                <c:pt idx="786">
                  <c:v>1086.1359663054482</c:v>
                </c:pt>
                <c:pt idx="787">
                  <c:v>1086.0914748496718</c:v>
                </c:pt>
                <c:pt idx="788">
                  <c:v>1086.0469438211871</c:v>
                </c:pt>
                <c:pt idx="789">
                  <c:v>1086.0023750218629</c:v>
                </c:pt>
                <c:pt idx="790">
                  <c:v>1085.9577702319611</c:v>
                </c:pt>
                <c:pt idx="791">
                  <c:v>1085.9131312106872</c:v>
                </c:pt>
                <c:pt idx="792">
                  <c:v>1085.8684596962257</c:v>
                </c:pt>
                <c:pt idx="793">
                  <c:v>1085.8237574062916</c:v>
                </c:pt>
                <c:pt idx="794">
                  <c:v>1085.7790260381987</c:v>
                </c:pt>
                <c:pt idx="795">
                  <c:v>1085.7342672693546</c:v>
                </c:pt>
                <c:pt idx="796">
                  <c:v>1085.6894827574436</c:v>
                </c:pt>
                <c:pt idx="797">
                  <c:v>1085.6446741407083</c:v>
                </c:pt>
                <c:pt idx="798">
                  <c:v>1085.5998430382379</c:v>
                </c:pt>
                <c:pt idx="799">
                  <c:v>1085.5549910502998</c:v>
                </c:pt>
                <c:pt idx="800">
                  <c:v>1085.5101197585336</c:v>
                </c:pt>
                <c:pt idx="801">
                  <c:v>1085.4652307262195</c:v>
                </c:pt>
                <c:pt idx="802">
                  <c:v>1085.4203254986007</c:v>
                </c:pt>
                <c:pt idx="803">
                  <c:v>1085.3754056030975</c:v>
                </c:pt>
                <c:pt idx="804">
                  <c:v>1085.3304725495409</c:v>
                </c:pt>
                <c:pt idx="805">
                  <c:v>1085.2855278304214</c:v>
                </c:pt>
                <c:pt idx="806">
                  <c:v>1085.2405729212078</c:v>
                </c:pt>
                <c:pt idx="807">
                  <c:v>1085.1956092805049</c:v>
                </c:pt>
                <c:pt idx="808">
                  <c:v>1085.1506383502519</c:v>
                </c:pt>
                <c:pt idx="809">
                  <c:v>1085.1056615560153</c:v>
                </c:pt>
                <c:pt idx="810">
                  <c:v>1085.0606803069559</c:v>
                </c:pt>
                <c:pt idx="811">
                  <c:v>1085.0156959960518</c:v>
                </c:pt>
                <c:pt idx="812">
                  <c:v>1084.9707100002333</c:v>
                </c:pt>
                <c:pt idx="813">
                  <c:v>1084.925723680471</c:v>
                </c:pt>
                <c:pt idx="814">
                  <c:v>1084.8807383819862</c:v>
                </c:pt>
                <c:pt idx="815">
                  <c:v>1084.8357554343131</c:v>
                </c:pt>
                <c:pt idx="816">
                  <c:v>1084.7907761514693</c:v>
                </c:pt>
                <c:pt idx="817">
                  <c:v>1084.7458018320533</c:v>
                </c:pt>
                <c:pt idx="818">
                  <c:v>1084.70083375947</c:v>
                </c:pt>
                <c:pt idx="819">
                  <c:v>1084.6558732019444</c:v>
                </c:pt>
                <c:pt idx="820">
                  <c:v>1084.6109214127202</c:v>
                </c:pt>
                <c:pt idx="821">
                  <c:v>1084.5659796302327</c:v>
                </c:pt>
                <c:pt idx="822">
                  <c:v>1084.5210490780646</c:v>
                </c:pt>
                <c:pt idx="823">
                  <c:v>1084.476130965347</c:v>
                </c:pt>
                <c:pt idx="824">
                  <c:v>1084.4312264866244</c:v>
                </c:pt>
                <c:pt idx="825">
                  <c:v>1084.3863368221762</c:v>
                </c:pt>
                <c:pt idx="826">
                  <c:v>1084.341463138064</c:v>
                </c:pt>
                <c:pt idx="827">
                  <c:v>1084.2966065862242</c:v>
                </c:pt>
                <c:pt idx="828">
                  <c:v>1084.2517683046924</c:v>
                </c:pt>
                <c:pt idx="829">
                  <c:v>1084.2069494176205</c:v>
                </c:pt>
                <c:pt idx="830">
                  <c:v>1084.1621510355271</c:v>
                </c:pt>
                <c:pt idx="831">
                  <c:v>1084.1173742553101</c:v>
                </c:pt>
                <c:pt idx="832">
                  <c:v>1084.0726201604432</c:v>
                </c:pt>
                <c:pt idx="833">
                  <c:v>1084.027889821052</c:v>
                </c:pt>
                <c:pt idx="834">
                  <c:v>1083.9831842940487</c:v>
                </c:pt>
                <c:pt idx="835">
                  <c:v>1083.9385046232944</c:v>
                </c:pt>
                <c:pt idx="836">
                  <c:v>1083.8938518397078</c:v>
                </c:pt>
                <c:pt idx="837">
                  <c:v>1083.8492269613221</c:v>
                </c:pt>
                <c:pt idx="838">
                  <c:v>1083.8046309934221</c:v>
                </c:pt>
                <c:pt idx="839">
                  <c:v>1083.7600649287813</c:v>
                </c:pt>
                <c:pt idx="840">
                  <c:v>1083.7155297475781</c:v>
                </c:pt>
                <c:pt idx="841">
                  <c:v>1083.6710264176877</c:v>
                </c:pt>
                <c:pt idx="842">
                  <c:v>1083.6265558947046</c:v>
                </c:pt>
                <c:pt idx="843">
                  <c:v>1083.5821191220862</c:v>
                </c:pt>
                <c:pt idx="844">
                  <c:v>1083.5377170312177</c:v>
                </c:pt>
                <c:pt idx="845">
                  <c:v>1083.4933505416379</c:v>
                </c:pt>
                <c:pt idx="846">
                  <c:v>1083.4490205610016</c:v>
                </c:pt>
                <c:pt idx="847">
                  <c:v>1083.404727985305</c:v>
                </c:pt>
                <c:pt idx="848">
                  <c:v>1083.3604736989462</c:v>
                </c:pt>
                <c:pt idx="849">
                  <c:v>1083.3162585748209</c:v>
                </c:pt>
                <c:pt idx="850">
                  <c:v>1083.2720834744837</c:v>
                </c:pt>
                <c:pt idx="851">
                  <c:v>1083.2279492482182</c:v>
                </c:pt>
                <c:pt idx="852">
                  <c:v>1083.1838567351419</c:v>
                </c:pt>
                <c:pt idx="853">
                  <c:v>1083.139806763261</c:v>
                </c:pt>
                <c:pt idx="854">
                  <c:v>1083.0958001496954</c:v>
                </c:pt>
                <c:pt idx="855">
                  <c:v>1083.0518377007108</c:v>
                </c:pt>
                <c:pt idx="856">
                  <c:v>1083.0079202117674</c:v>
                </c:pt>
                <c:pt idx="857">
                  <c:v>1082.9640484677618</c:v>
                </c:pt>
                <c:pt idx="858">
                  <c:v>1082.9202232429623</c:v>
                </c:pt>
                <c:pt idx="859">
                  <c:v>1082.8764453012336</c:v>
                </c:pt>
                <c:pt idx="860">
                  <c:v>1082.8327153961129</c:v>
                </c:pt>
                <c:pt idx="861">
                  <c:v>1082.7890342708099</c:v>
                </c:pt>
                <c:pt idx="862">
                  <c:v>1082.745402658484</c:v>
                </c:pt>
                <c:pt idx="863">
                  <c:v>1082.7018212821524</c:v>
                </c:pt>
                <c:pt idx="864">
                  <c:v>1082.6582908549124</c:v>
                </c:pt>
                <c:pt idx="865">
                  <c:v>1082.6148120799623</c:v>
                </c:pt>
                <c:pt idx="866">
                  <c:v>1082.5713856508248</c:v>
                </c:pt>
                <c:pt idx="867">
                  <c:v>1082.528012251194</c:v>
                </c:pt>
                <c:pt idx="868">
                  <c:v>1082.4846925552999</c:v>
                </c:pt>
                <c:pt idx="869">
                  <c:v>1082.4414272278239</c:v>
                </c:pt>
                <c:pt idx="870">
                  <c:v>1082.3982169240451</c:v>
                </c:pt>
                <c:pt idx="871">
                  <c:v>1082.3550622899593</c:v>
                </c:pt>
                <c:pt idx="872">
                  <c:v>1082.3119639622994</c:v>
                </c:pt>
                <c:pt idx="873">
                  <c:v>1082.2689225686779</c:v>
                </c:pt>
                <c:pt idx="874">
                  <c:v>1082.2259387276863</c:v>
                </c:pt>
                <c:pt idx="875">
                  <c:v>1082.1830130488847</c:v>
                </c:pt>
                <c:pt idx="876">
                  <c:v>1082.1401461330511</c:v>
                </c:pt>
                <c:pt idx="877">
                  <c:v>1082.0973385721036</c:v>
                </c:pt>
                <c:pt idx="878">
                  <c:v>1082.0545909492687</c:v>
                </c:pt>
                <c:pt idx="879">
                  <c:v>1082.0119038391938</c:v>
                </c:pt>
                <c:pt idx="880">
                  <c:v>1081.9692778079659</c:v>
                </c:pt>
                <c:pt idx="881">
                  <c:v>1081.9267134131865</c:v>
                </c:pt>
                <c:pt idx="882">
                  <c:v>1081.8842112041334</c:v>
                </c:pt>
                <c:pt idx="883">
                  <c:v>1081.8417717217449</c:v>
                </c:pt>
                <c:pt idx="884">
                  <c:v>1081.7993954988322</c:v>
                </c:pt>
                <c:pt idx="885">
                  <c:v>1081.7570830599811</c:v>
                </c:pt>
                <c:pt idx="886">
                  <c:v>1081.7148349217969</c:v>
                </c:pt>
                <c:pt idx="887">
                  <c:v>1081.6726515928706</c:v>
                </c:pt>
                <c:pt idx="888">
                  <c:v>1081.6305335739332</c:v>
                </c:pt>
                <c:pt idx="889">
                  <c:v>1081.5884813578671</c:v>
                </c:pt>
                <c:pt idx="890">
                  <c:v>1081.5464954298379</c:v>
                </c:pt>
                <c:pt idx="891">
                  <c:v>1081.5045762673562</c:v>
                </c:pt>
                <c:pt idx="892">
                  <c:v>1081.462724340302</c:v>
                </c:pt>
                <c:pt idx="893">
                  <c:v>1081.4209401110897</c:v>
                </c:pt>
                <c:pt idx="894">
                  <c:v>1081.3792240346856</c:v>
                </c:pt>
                <c:pt idx="895">
                  <c:v>1081.3375765586302</c:v>
                </c:pt>
                <c:pt idx="896">
                  <c:v>1081.2959981232605</c:v>
                </c:pt>
                <c:pt idx="897">
                  <c:v>1081.2544891616267</c:v>
                </c:pt>
                <c:pt idx="898">
                  <c:v>1081.2130500996659</c:v>
                </c:pt>
                <c:pt idx="899">
                  <c:v>1081.1716813562375</c:v>
                </c:pt>
                <c:pt idx="900">
                  <c:v>1081.1303833431482</c:v>
                </c:pt>
                <c:pt idx="901">
                  <c:v>1081.0891564652832</c:v>
                </c:pt>
                <c:pt idx="902">
                  <c:v>1081.048001120708</c:v>
                </c:pt>
                <c:pt idx="903">
                  <c:v>1081.0069177006242</c:v>
                </c:pt>
                <c:pt idx="904">
                  <c:v>1080.9659065895196</c:v>
                </c:pt>
                <c:pt idx="905">
                  <c:v>1080.9249681652273</c:v>
                </c:pt>
                <c:pt idx="906">
                  <c:v>1080.8841027989829</c:v>
                </c:pt>
                <c:pt idx="907">
                  <c:v>1080.8433108554686</c:v>
                </c:pt>
                <c:pt idx="908">
                  <c:v>1080.8025926928819</c:v>
                </c:pt>
                <c:pt idx="909">
                  <c:v>1080.7619486630661</c:v>
                </c:pt>
                <c:pt idx="910">
                  <c:v>1080.7213791115169</c:v>
                </c:pt>
                <c:pt idx="911">
                  <c:v>1080.680884377419</c:v>
                </c:pt>
                <c:pt idx="912">
                  <c:v>1080.6404647937632</c:v>
                </c:pt>
                <c:pt idx="913">
                  <c:v>1080.6001206874062</c:v>
                </c:pt>
                <c:pt idx="914">
                  <c:v>1080.559852379122</c:v>
                </c:pt>
                <c:pt idx="915">
                  <c:v>1080.5196601836024</c:v>
                </c:pt>
                <c:pt idx="916">
                  <c:v>1080.4795444096508</c:v>
                </c:pt>
                <c:pt idx="917">
                  <c:v>1080.4395053601299</c:v>
                </c:pt>
                <c:pt idx="918">
                  <c:v>1080.3995433320549</c:v>
                </c:pt>
                <c:pt idx="919">
                  <c:v>1080.3596586166623</c:v>
                </c:pt>
                <c:pt idx="920">
                  <c:v>1080.3198514994895</c:v>
                </c:pt>
                <c:pt idx="921">
                  <c:v>1080.2801222603762</c:v>
                </c:pt>
                <c:pt idx="922">
                  <c:v>1080.2404711735273</c:v>
                </c:pt>
                <c:pt idx="923">
                  <c:v>1080.2008985076773</c:v>
                </c:pt>
                <c:pt idx="924">
                  <c:v>1080.1614045259998</c:v>
                </c:pt>
                <c:pt idx="925">
                  <c:v>1080.121989486249</c:v>
                </c:pt>
                <c:pt idx="926">
                  <c:v>1080.0826536408285</c:v>
                </c:pt>
                <c:pt idx="927">
                  <c:v>1080.0433972367553</c:v>
                </c:pt>
                <c:pt idx="928">
                  <c:v>1080.0042205158406</c:v>
                </c:pt>
                <c:pt idx="929">
                  <c:v>1079.9651237146015</c:v>
                </c:pt>
                <c:pt idx="930">
                  <c:v>1079.9261070644925</c:v>
                </c:pt>
                <c:pt idx="931">
                  <c:v>1079.8871707917644</c:v>
                </c:pt>
                <c:pt idx="932">
                  <c:v>1079.8483151176663</c:v>
                </c:pt>
                <c:pt idx="933">
                  <c:v>1079.8095402584206</c:v>
                </c:pt>
                <c:pt idx="934">
                  <c:v>1079.7708464253192</c:v>
                </c:pt>
                <c:pt idx="935">
                  <c:v>1079.7322338247552</c:v>
                </c:pt>
                <c:pt idx="936">
                  <c:v>1079.6937026582211</c:v>
                </c:pt>
                <c:pt idx="937">
                  <c:v>1079.6552531224913</c:v>
                </c:pt>
                <c:pt idx="938">
                  <c:v>1079.616885409549</c:v>
                </c:pt>
                <c:pt idx="939">
                  <c:v>1079.5785997066566</c:v>
                </c:pt>
                <c:pt idx="940">
                  <c:v>1079.5403961964776</c:v>
                </c:pt>
                <c:pt idx="941">
                  <c:v>1079.5022750570392</c:v>
                </c:pt>
                <c:pt idx="942">
                  <c:v>1079.4642364618769</c:v>
                </c:pt>
                <c:pt idx="943">
                  <c:v>1079.4262805799185</c:v>
                </c:pt>
                <c:pt idx="944">
                  <c:v>1079.3884075757398</c:v>
                </c:pt>
                <c:pt idx="945">
                  <c:v>1079.350617609449</c:v>
                </c:pt>
                <c:pt idx="946">
                  <c:v>1079.312910836848</c:v>
                </c:pt>
                <c:pt idx="947">
                  <c:v>1079.2752874093551</c:v>
                </c:pt>
                <c:pt idx="948">
                  <c:v>1079.2377474741659</c:v>
                </c:pt>
                <c:pt idx="949">
                  <c:v>1079.2002911742545</c:v>
                </c:pt>
                <c:pt idx="950">
                  <c:v>1079.1629186483747</c:v>
                </c:pt>
                <c:pt idx="951">
                  <c:v>1079.1256300312416</c:v>
                </c:pt>
                <c:pt idx="952">
                  <c:v>1079.0884254533589</c:v>
                </c:pt>
                <c:pt idx="953">
                  <c:v>1079.0513050412605</c:v>
                </c:pt>
                <c:pt idx="954">
                  <c:v>1079.0142689174952</c:v>
                </c:pt>
                <c:pt idx="955">
                  <c:v>1078.9773172005951</c:v>
                </c:pt>
                <c:pt idx="956">
                  <c:v>1078.9404500052285</c:v>
                </c:pt>
                <c:pt idx="957">
                  <c:v>1078.9036674421741</c:v>
                </c:pt>
                <c:pt idx="958">
                  <c:v>1078.8669696183674</c:v>
                </c:pt>
                <c:pt idx="959">
                  <c:v>1078.8303566369698</c:v>
                </c:pt>
                <c:pt idx="960">
                  <c:v>1078.7938285973921</c:v>
                </c:pt>
                <c:pt idx="961">
                  <c:v>1078.7573855953324</c:v>
                </c:pt>
                <c:pt idx="962">
                  <c:v>1078.7210277228771</c:v>
                </c:pt>
                <c:pt idx="963">
                  <c:v>1078.6847550683651</c:v>
                </c:pt>
                <c:pt idx="964">
                  <c:v>1078.6485677166831</c:v>
                </c:pt>
                <c:pt idx="965">
                  <c:v>1078.6124657490955</c:v>
                </c:pt>
                <c:pt idx="966">
                  <c:v>1078.5764492433832</c:v>
                </c:pt>
                <c:pt idx="967">
                  <c:v>1078.5405182738673</c:v>
                </c:pt>
                <c:pt idx="968">
                  <c:v>1078.5046729113806</c:v>
                </c:pt>
                <c:pt idx="969">
                  <c:v>1078.4689132234762</c:v>
                </c:pt>
                <c:pt idx="970">
                  <c:v>1078.4332392742426</c:v>
                </c:pt>
                <c:pt idx="971">
                  <c:v>1078.3976511245332</c:v>
                </c:pt>
                <c:pt idx="972">
                  <c:v>1078.3621488318495</c:v>
                </c:pt>
                <c:pt idx="973">
                  <c:v>1078.3267324505264</c:v>
                </c:pt>
                <c:pt idx="974">
                  <c:v>1078.2914020316041</c:v>
                </c:pt>
                <c:pt idx="975">
                  <c:v>1078.2561576230378</c:v>
                </c:pt>
                <c:pt idx="976">
                  <c:v>1078.2209992696185</c:v>
                </c:pt>
                <c:pt idx="977">
                  <c:v>1078.1859270130135</c:v>
                </c:pt>
                <c:pt idx="978">
                  <c:v>1078.1509408918678</c:v>
                </c:pt>
                <c:pt idx="979">
                  <c:v>1078.1160409417491</c:v>
                </c:pt>
                <c:pt idx="980">
                  <c:v>1078.0812271952593</c:v>
                </c:pt>
                <c:pt idx="981">
                  <c:v>1078.0464996820428</c:v>
                </c:pt>
                <c:pt idx="982">
                  <c:v>1078.0118584288266</c:v>
                </c:pt>
                <c:pt idx="983">
                  <c:v>1077.9773034594132</c:v>
                </c:pt>
                <c:pt idx="984">
                  <c:v>1077.9428347947555</c:v>
                </c:pt>
                <c:pt idx="985">
                  <c:v>1077.9084524529981</c:v>
                </c:pt>
                <c:pt idx="986">
                  <c:v>1077.8741564494687</c:v>
                </c:pt>
                <c:pt idx="987">
                  <c:v>1077.8399467967533</c:v>
                </c:pt>
                <c:pt idx="988">
                  <c:v>1077.8058235046904</c:v>
                </c:pt>
                <c:pt idx="989">
                  <c:v>1077.7717865804152</c:v>
                </c:pt>
                <c:pt idx="990">
                  <c:v>1077.7378360284224</c:v>
                </c:pt>
                <c:pt idx="991">
                  <c:v>1077.7039718505514</c:v>
                </c:pt>
                <c:pt idx="992">
                  <c:v>1077.6701940460289</c:v>
                </c:pt>
                <c:pt idx="993">
                  <c:v>1077.6365026115584</c:v>
                </c:pt>
                <c:pt idx="994">
                  <c:v>1077.6028975411859</c:v>
                </c:pt>
                <c:pt idx="995">
                  <c:v>1077.5693788265962</c:v>
                </c:pt>
                <c:pt idx="996">
                  <c:v>1077.5359464568489</c:v>
                </c:pt>
                <c:pt idx="997">
                  <c:v>1077.5026004186579</c:v>
                </c:pt>
                <c:pt idx="998">
                  <c:v>1077.4693406962199</c:v>
                </c:pt>
                <c:pt idx="999">
                  <c:v>1077.4361672714012</c:v>
                </c:pt>
                <c:pt idx="1000">
                  <c:v>1077.4030801237138</c:v>
                </c:pt>
                <c:pt idx="1001">
                  <c:v>1077.3700792302054</c:v>
                </c:pt>
                <c:pt idx="1002">
                  <c:v>1077.3371645657817</c:v>
                </c:pt>
                <c:pt idx="1003">
                  <c:v>1077.3043361029277</c:v>
                </c:pt>
                <c:pt idx="1004">
                  <c:v>1077.2715938119625</c:v>
                </c:pt>
                <c:pt idx="1005">
                  <c:v>1077.2389376609174</c:v>
                </c:pt>
                <c:pt idx="1006">
                  <c:v>1077.2063676156806</c:v>
                </c:pt>
                <c:pt idx="1007">
                  <c:v>1077.1738836398833</c:v>
                </c:pt>
                <c:pt idx="1008">
                  <c:v>1077.1414856950762</c:v>
                </c:pt>
                <c:pt idx="1009">
                  <c:v>1077.1091737406909</c:v>
                </c:pt>
                <c:pt idx="1010">
                  <c:v>1077.0769477339929</c:v>
                </c:pt>
                <c:pt idx="1011">
                  <c:v>1077.0448076302537</c:v>
                </c:pt>
                <c:pt idx="1012">
                  <c:v>1077.0127533826781</c:v>
                </c:pt>
                <c:pt idx="1013">
                  <c:v>1076.9807849424355</c:v>
                </c:pt>
                <c:pt idx="1014">
                  <c:v>1076.9489022586879</c:v>
                </c:pt>
                <c:pt idx="1015">
                  <c:v>1076.9171052786837</c:v>
                </c:pt>
                <c:pt idx="1016">
                  <c:v>1076.8853939476789</c:v>
                </c:pt>
                <c:pt idx="1017">
                  <c:v>1076.8537682090193</c:v>
                </c:pt>
                <c:pt idx="1018">
                  <c:v>1076.8222280041971</c:v>
                </c:pt>
                <c:pt idx="1019">
                  <c:v>1076.7907732727515</c:v>
                </c:pt>
                <c:pt idx="1020">
                  <c:v>1076.7594039524238</c:v>
                </c:pt>
                <c:pt idx="1021">
                  <c:v>1076.7281199791607</c:v>
                </c:pt>
                <c:pt idx="1022">
                  <c:v>1076.6969212870358</c:v>
                </c:pt>
                <c:pt idx="1023">
                  <c:v>1076.6658078084199</c:v>
                </c:pt>
                <c:pt idx="1024">
                  <c:v>1076.6347794738383</c:v>
                </c:pt>
                <c:pt idx="1025">
                  <c:v>1076.6038362121878</c:v>
                </c:pt>
                <c:pt idx="1026">
                  <c:v>1076.5729779505903</c:v>
                </c:pt>
                <c:pt idx="1027">
                  <c:v>1076.5422046144879</c:v>
                </c:pt>
                <c:pt idx="1028">
                  <c:v>1076.5115161276328</c:v>
                </c:pt>
                <c:pt idx="1029">
                  <c:v>1076.4809124122355</c:v>
                </c:pt>
                <c:pt idx="1030">
                  <c:v>1076.4503933887554</c:v>
                </c:pt>
                <c:pt idx="1031">
                  <c:v>1076.4199589761222</c:v>
                </c:pt>
                <c:pt idx="1032">
                  <c:v>1076.3896090916703</c:v>
                </c:pt>
                <c:pt idx="1033">
                  <c:v>1076.3593436511821</c:v>
                </c:pt>
                <c:pt idx="1034">
                  <c:v>1076.3291625688939</c:v>
                </c:pt>
                <c:pt idx="1035">
                  <c:v>1076.2990657575383</c:v>
                </c:pt>
                <c:pt idx="1036">
                  <c:v>1076.2690531283458</c:v>
                </c:pt>
                <c:pt idx="1037">
                  <c:v>1076.2391245910471</c:v>
                </c:pt>
                <c:pt idx="1038">
                  <c:v>1076.2092800539083</c:v>
                </c:pt>
                <c:pt idx="1039">
                  <c:v>1076.1795194238671</c:v>
                </c:pt>
                <c:pt idx="1040">
                  <c:v>1076.1498426062772</c:v>
                </c:pt>
                <c:pt idx="1041">
                  <c:v>1076.120249505226</c:v>
                </c:pt>
                <c:pt idx="1042">
                  <c:v>1076.0907400233566</c:v>
                </c:pt>
                <c:pt idx="1043">
                  <c:v>1076.0613140620189</c:v>
                </c:pt>
                <c:pt idx="1044">
                  <c:v>1076.0319715211137</c:v>
                </c:pt>
                <c:pt idx="1045">
                  <c:v>1076.0027122993033</c:v>
                </c:pt>
                <c:pt idx="1046">
                  <c:v>1075.9735362939459</c:v>
                </c:pt>
                <c:pt idx="1047">
                  <c:v>1075.9444434010809</c:v>
                </c:pt>
                <c:pt idx="1048">
                  <c:v>1075.9154335155097</c:v>
                </c:pt>
                <c:pt idx="1049">
                  <c:v>1075.8865065307277</c:v>
                </c:pt>
                <c:pt idx="1050">
                  <c:v>1075.8576623390923</c:v>
                </c:pt>
                <c:pt idx="1051">
                  <c:v>1075.8289008316824</c:v>
                </c:pt>
                <c:pt idx="1052">
                  <c:v>1075.8002218983931</c:v>
                </c:pt>
                <c:pt idx="1053">
                  <c:v>1075.7716254279419</c:v>
                </c:pt>
                <c:pt idx="1054">
                  <c:v>1075.7431113079112</c:v>
                </c:pt>
                <c:pt idx="1055">
                  <c:v>1075.7146794247053</c:v>
                </c:pt>
                <c:pt idx="1056">
                  <c:v>1075.6863296635699</c:v>
                </c:pt>
                <c:pt idx="1057">
                  <c:v>1075.6580619087631</c:v>
                </c:pt>
                <c:pt idx="1058">
                  <c:v>1075.6298760433217</c:v>
                </c:pt>
                <c:pt idx="1059">
                  <c:v>1075.6017719492443</c:v>
                </c:pt>
                <c:pt idx="1060">
                  <c:v>1075.5737495075061</c:v>
                </c:pt>
                <c:pt idx="1061">
                  <c:v>1075.5458085979997</c:v>
                </c:pt>
                <c:pt idx="1062">
                  <c:v>1075.5179490995924</c:v>
                </c:pt>
                <c:pt idx="1063">
                  <c:v>1075.4901708901325</c:v>
                </c:pt>
                <c:pt idx="1064">
                  <c:v>1075.4624738464718</c:v>
                </c:pt>
                <c:pt idx="1065">
                  <c:v>1075.4348578444944</c:v>
                </c:pt>
                <c:pt idx="1066">
                  <c:v>1075.4073227591055</c:v>
                </c:pt>
                <c:pt idx="1067">
                  <c:v>1075.379868464255</c:v>
                </c:pt>
                <c:pt idx="1068">
                  <c:v>1075.3524948329905</c:v>
                </c:pt>
                <c:pt idx="1069">
                  <c:v>1075.3252017373595</c:v>
                </c:pt>
                <c:pt idx="1070">
                  <c:v>1075.2979890485685</c:v>
                </c:pt>
                <c:pt idx="1071">
                  <c:v>1075.2708566369106</c:v>
                </c:pt>
                <c:pt idx="1072">
                  <c:v>1075.2438043717946</c:v>
                </c:pt>
                <c:pt idx="1073">
                  <c:v>1075.2168321217709</c:v>
                </c:pt>
                <c:pt idx="1074">
                  <c:v>1075.1899397545235</c:v>
                </c:pt>
                <c:pt idx="1075">
                  <c:v>1075.1631271369149</c:v>
                </c:pt>
                <c:pt idx="1076">
                  <c:v>1075.1363941349989</c:v>
                </c:pt>
                <c:pt idx="1077">
                  <c:v>1075.1097406139916</c:v>
                </c:pt>
                <c:pt idx="1078">
                  <c:v>1075.083166438307</c:v>
                </c:pt>
                <c:pt idx="1079">
                  <c:v>1075.0566714716122</c:v>
                </c:pt>
                <c:pt idx="1080">
                  <c:v>1075.0302555767598</c:v>
                </c:pt>
                <c:pt idx="1081">
                  <c:v>1075.0352452753043</c:v>
                </c:pt>
                <c:pt idx="1082">
                  <c:v>1075.0400618391384</c:v>
                </c:pt>
                <c:pt idx="1083">
                  <c:v>1075.0447069141371</c:v>
                </c:pt>
                <c:pt idx="1084">
                  <c:v>1075.0491822145787</c:v>
                </c:pt>
                <c:pt idx="1085">
                  <c:v>1075.0534894907312</c:v>
                </c:pt>
                <c:pt idx="1086">
                  <c:v>1075.0576305096261</c:v>
                </c:pt>
                <c:pt idx="1087">
                  <c:v>1075.0616070435547</c:v>
                </c:pt>
                <c:pt idx="1088">
                  <c:v>1075.0654208628487</c:v>
                </c:pt>
                <c:pt idx="1089">
                  <c:v>1075.0690737315226</c:v>
                </c:pt>
                <c:pt idx="1090">
                  <c:v>1075.0725674045618</c:v>
                </c:pt>
                <c:pt idx="1091">
                  <c:v>1075.0759036259703</c:v>
                </c:pt>
                <c:pt idx="1092">
                  <c:v>1075.0790841277101</c:v>
                </c:pt>
                <c:pt idx="1093">
                  <c:v>1075.082110628842</c:v>
                </c:pt>
                <c:pt idx="1094">
                  <c:v>1075.0849848351138</c:v>
                </c:pt>
                <c:pt idx="1095">
                  <c:v>1075.0877084385515</c:v>
                </c:pt>
                <c:pt idx="1096">
                  <c:v>1075.0902831171911</c:v>
                </c:pt>
                <c:pt idx="1097">
                  <c:v>1075.0927105350263</c:v>
                </c:pt>
                <c:pt idx="1098">
                  <c:v>1075.0949923419012</c:v>
                </c:pt>
                <c:pt idx="1099">
                  <c:v>1075.0971301734196</c:v>
                </c:pt>
                <c:pt idx="1100">
                  <c:v>1075.0991256510758</c:v>
                </c:pt>
                <c:pt idx="1101">
                  <c:v>1075.1009803820778</c:v>
                </c:pt>
                <c:pt idx="1102">
                  <c:v>1075.1026959595365</c:v>
                </c:pt>
                <c:pt idx="1103">
                  <c:v>1075.1044012978589</c:v>
                </c:pt>
                <c:pt idx="1104">
                  <c:v>1075.1060959045533</c:v>
                </c:pt>
                <c:pt idx="1105">
                  <c:v>1075.1077792981741</c:v>
                </c:pt>
                <c:pt idx="1106">
                  <c:v>1075.109451008045</c:v>
                </c:pt>
                <c:pt idx="1107">
                  <c:v>1075.1111105741229</c:v>
                </c:pt>
                <c:pt idx="1108">
                  <c:v>1075.1127575467835</c:v>
                </c:pt>
                <c:pt idx="1109">
                  <c:v>1075.1143914865934</c:v>
                </c:pt>
                <c:pt idx="1110">
                  <c:v>1075.1160119643546</c:v>
                </c:pt>
                <c:pt idx="1111">
                  <c:v>1075.117618560681</c:v>
                </c:pt>
                <c:pt idx="1112">
                  <c:v>1075.1192108660161</c:v>
                </c:pt>
                <c:pt idx="1113">
                  <c:v>1075.1207884804107</c:v>
                </c:pt>
                <c:pt idx="1114">
                  <c:v>1075.1223510134234</c:v>
                </c:pt>
                <c:pt idx="1115">
                  <c:v>1075.1238980839291</c:v>
                </c:pt>
                <c:pt idx="1116">
                  <c:v>1075.1254293199522</c:v>
                </c:pt>
                <c:pt idx="1117">
                  <c:v>1075.1269443586204</c:v>
                </c:pt>
                <c:pt idx="1118">
                  <c:v>1075.1284428459421</c:v>
                </c:pt>
                <c:pt idx="1119">
                  <c:v>1075.1299244366894</c:v>
                </c:pt>
                <c:pt idx="1120">
                  <c:v>1075.1313887943375</c:v>
                </c:pt>
                <c:pt idx="1121">
                  <c:v>1075.1328355908061</c:v>
                </c:pt>
                <c:pt idx="1122">
                  <c:v>1075.1342645064049</c:v>
                </c:pt>
                <c:pt idx="1123">
                  <c:v>1075.1356752297822</c:v>
                </c:pt>
                <c:pt idx="1124">
                  <c:v>1075.1370674576081</c:v>
                </c:pt>
                <c:pt idx="1125">
                  <c:v>1075.1384414089714</c:v>
                </c:pt>
                <c:pt idx="1126">
                  <c:v>1075.1397972983159</c:v>
                </c:pt>
                <c:pt idx="1127">
                  <c:v>1075.1411353356191</c:v>
                </c:pt>
                <c:pt idx="1128">
                  <c:v>1075.1424557264636</c:v>
                </c:pt>
                <c:pt idx="1129">
                  <c:v>1075.1437586720883</c:v>
                </c:pt>
                <c:pt idx="1130">
                  <c:v>1075.1450443695117</c:v>
                </c:pt>
                <c:pt idx="1131">
                  <c:v>1075.1463130115822</c:v>
                </c:pt>
                <c:pt idx="1132">
                  <c:v>1075.1475647870127</c:v>
                </c:pt>
                <c:pt idx="1133">
                  <c:v>1075.1487998805549</c:v>
                </c:pt>
                <c:pt idx="1134">
                  <c:v>1075.1500184730232</c:v>
                </c:pt>
                <c:pt idx="1135">
                  <c:v>1075.1512207413175</c:v>
                </c:pt>
                <c:pt idx="1136">
                  <c:v>1075.15240685861</c:v>
                </c:pt>
                <c:pt idx="1137">
                  <c:v>1075.1535769943528</c:v>
                </c:pt>
                <c:pt idx="1138">
                  <c:v>1075.1547313142917</c:v>
                </c:pt>
                <c:pt idx="1139">
                  <c:v>1075.1558699806574</c:v>
                </c:pt>
                <c:pt idx="1140">
                  <c:v>1075.1569931521763</c:v>
                </c:pt>
                <c:pt idx="1141">
                  <c:v>1075.1581009840809</c:v>
                </c:pt>
                <c:pt idx="1142">
                  <c:v>1075.1591936282778</c:v>
                </c:pt>
                <c:pt idx="1143">
                  <c:v>1075.1602712334131</c:v>
                </c:pt>
                <c:pt idx="1144">
                  <c:v>1075.1613339448013</c:v>
                </c:pt>
                <c:pt idx="1145">
                  <c:v>1075.162381904626</c:v>
                </c:pt>
                <c:pt idx="1146">
                  <c:v>1075.1634152519844</c:v>
                </c:pt>
                <c:pt idx="1147">
                  <c:v>1075.1644341249441</c:v>
                </c:pt>
                <c:pt idx="1148">
                  <c:v>1075.1654386606865</c:v>
                </c:pt>
                <c:pt idx="1149">
                  <c:v>1075.1664289953274</c:v>
                </c:pt>
                <c:pt idx="1150">
                  <c:v>1075.1674052640299</c:v>
                </c:pt>
                <c:pt idx="1151">
                  <c:v>1075.1683676009513</c:v>
                </c:pt>
                <c:pt idx="1152">
                  <c:v>1075.1693161392843</c:v>
                </c:pt>
                <c:pt idx="1153">
                  <c:v>1075.1702510111868</c:v>
                </c:pt>
                <c:pt idx="1154">
                  <c:v>1075.1711723478184</c:v>
                </c:pt>
                <c:pt idx="1155">
                  <c:v>1075.1720802793618</c:v>
                </c:pt>
                <c:pt idx="1156">
                  <c:v>1075.1729749349554</c:v>
                </c:pt>
                <c:pt idx="1157">
                  <c:v>1075.1738564427249</c:v>
                </c:pt>
                <c:pt idx="1158">
                  <c:v>1075.174724929836</c:v>
                </c:pt>
                <c:pt idx="1159">
                  <c:v>1075.175580522344</c:v>
                </c:pt>
                <c:pt idx="1160">
                  <c:v>1075.176423345375</c:v>
                </c:pt>
                <c:pt idx="1161">
                  <c:v>1075.1772535230152</c:v>
                </c:pt>
                <c:pt idx="1162">
                  <c:v>1075.1780711782812</c:v>
                </c:pt>
                <c:pt idx="1163">
                  <c:v>1075.178876433223</c:v>
                </c:pt>
                <c:pt idx="1164">
                  <c:v>1075.179669408858</c:v>
                </c:pt>
                <c:pt idx="1165">
                  <c:v>1075.180450225133</c:v>
                </c:pt>
                <c:pt idx="1166">
                  <c:v>1075.1812190010498</c:v>
                </c:pt>
                <c:pt idx="1167">
                  <c:v>1075.1819758545439</c:v>
                </c:pt>
                <c:pt idx="1168">
                  <c:v>1075.1827209025373</c:v>
                </c:pt>
                <c:pt idx="1169">
                  <c:v>1075.1834542609072</c:v>
                </c:pt>
                <c:pt idx="1170">
                  <c:v>1075.1841760445852</c:v>
                </c:pt>
                <c:pt idx="1171">
                  <c:v>1075.1848863674641</c:v>
                </c:pt>
                <c:pt idx="1172">
                  <c:v>1075.1855853424802</c:v>
                </c:pt>
                <c:pt idx="1173">
                  <c:v>1075.1862730815756</c:v>
                </c:pt>
                <c:pt idx="1174">
                  <c:v>1075.1869496957156</c:v>
                </c:pt>
                <c:pt idx="1175">
                  <c:v>1075.1876152949258</c:v>
                </c:pt>
                <c:pt idx="1176">
                  <c:v>1075.1882699882481</c:v>
                </c:pt>
                <c:pt idx="1177">
                  <c:v>1075.1889138838117</c:v>
                </c:pt>
                <c:pt idx="1178">
                  <c:v>1075.1895470887691</c:v>
                </c:pt>
                <c:pt idx="1179">
                  <c:v>1075.1901697094238</c:v>
                </c:pt>
                <c:pt idx="1180">
                  <c:v>1075.1907818510304</c:v>
                </c:pt>
                <c:pt idx="1181">
                  <c:v>1075.1913836180815</c:v>
                </c:pt>
                <c:pt idx="1182">
                  <c:v>1075.1919751140263</c:v>
                </c:pt>
                <c:pt idx="1183">
                  <c:v>1075.1925564414948</c:v>
                </c:pt>
                <c:pt idx="1184">
                  <c:v>1075.1931277022134</c:v>
                </c:pt>
                <c:pt idx="1185">
                  <c:v>1075.1936889970143</c:v>
                </c:pt>
                <c:pt idx="1186">
                  <c:v>1075.1942404258446</c:v>
                </c:pt>
                <c:pt idx="1187">
                  <c:v>1075.1947820878033</c:v>
                </c:pt>
                <c:pt idx="1188">
                  <c:v>1075.1953140811202</c:v>
                </c:pt>
                <c:pt idx="1189">
                  <c:v>1075.1958365031678</c:v>
                </c:pt>
                <c:pt idx="1190">
                  <c:v>1075.1963494504678</c:v>
                </c:pt>
                <c:pt idx="1191">
                  <c:v>1075.1968530186921</c:v>
                </c:pt>
                <c:pt idx="1192">
                  <c:v>1075.1973473027026</c:v>
                </c:pt>
                <c:pt idx="1193">
                  <c:v>1075.1978323965373</c:v>
                </c:pt>
                <c:pt idx="1194">
                  <c:v>1075.1983083933649</c:v>
                </c:pt>
                <c:pt idx="1195">
                  <c:v>1075.1987753855879</c:v>
                </c:pt>
                <c:pt idx="1196">
                  <c:v>1075.1992334647555</c:v>
                </c:pt>
                <c:pt idx="1197">
                  <c:v>1075.1996827216644</c:v>
                </c:pt>
                <c:pt idx="1198">
                  <c:v>1075.2001232462981</c:v>
                </c:pt>
                <c:pt idx="1199">
                  <c:v>1075.2005551278532</c:v>
                </c:pt>
                <c:pt idx="1200">
                  <c:v>1075.2009784547379</c:v>
                </c:pt>
                <c:pt idx="1201">
                  <c:v>1075.2013933145606</c:v>
                </c:pt>
                <c:pt idx="1202">
                  <c:v>1075.2017997942364</c:v>
                </c:pt>
                <c:pt idx="1203">
                  <c:v>1075.2021979798158</c:v>
                </c:pt>
                <c:pt idx="1204">
                  <c:v>1075.2025879566716</c:v>
                </c:pt>
                <c:pt idx="1205">
                  <c:v>1075.2029698094007</c:v>
                </c:pt>
                <c:pt idx="1206">
                  <c:v>1075.2033436218612</c:v>
                </c:pt>
                <c:pt idx="1207">
                  <c:v>1075.2037094771413</c:v>
                </c:pt>
                <c:pt idx="1208">
                  <c:v>1075.2040674576397</c:v>
                </c:pt>
                <c:pt idx="1209">
                  <c:v>1075.2044176450397</c:v>
                </c:pt>
                <c:pt idx="1210">
                  <c:v>1075.2047601202062</c:v>
                </c:pt>
                <c:pt idx="1211">
                  <c:v>1075.2050949634395</c:v>
                </c:pt>
                <c:pt idx="1212">
                  <c:v>1075.2054222541933</c:v>
                </c:pt>
                <c:pt idx="1213">
                  <c:v>1075.2057420712811</c:v>
                </c:pt>
                <c:pt idx="1214">
                  <c:v>1075.2060544928599</c:v>
                </c:pt>
                <c:pt idx="1215">
                  <c:v>1075.2063595963407</c:v>
                </c:pt>
                <c:pt idx="1216">
                  <c:v>1075.2066574584244</c:v>
                </c:pt>
                <c:pt idx="1217">
                  <c:v>1075.2069481551823</c:v>
                </c:pt>
                <c:pt idx="1218">
                  <c:v>1075.2072317620357</c:v>
                </c:pt>
                <c:pt idx="1219">
                  <c:v>1075.2075083536331</c:v>
                </c:pt>
                <c:pt idx="1220">
                  <c:v>1075.2077780041025</c:v>
                </c:pt>
                <c:pt idx="1221">
                  <c:v>1075.2080407867802</c:v>
                </c:pt>
                <c:pt idx="1222">
                  <c:v>1075.2082967744357</c:v>
                </c:pt>
                <c:pt idx="1223">
                  <c:v>1075.2085460391434</c:v>
                </c:pt>
                <c:pt idx="1224">
                  <c:v>1075.208788652393</c:v>
                </c:pt>
                <c:pt idx="1225">
                  <c:v>1075.2090246849773</c:v>
                </c:pt>
                <c:pt idx="1226">
                  <c:v>1075.2092542070798</c:v>
                </c:pt>
                <c:pt idx="1227">
                  <c:v>1075.2094772882931</c:v>
                </c:pt>
                <c:pt idx="1228">
                  <c:v>1075.2096939975092</c:v>
                </c:pt>
                <c:pt idx="1229">
                  <c:v>1075.209904403119</c:v>
                </c:pt>
                <c:pt idx="1230">
                  <c:v>1075.2101085727809</c:v>
                </c:pt>
                <c:pt idx="1231">
                  <c:v>1075.2103065736485</c:v>
                </c:pt>
                <c:pt idx="1232">
                  <c:v>1075.2104984722055</c:v>
                </c:pt>
                <c:pt idx="1233">
                  <c:v>1075.2106843343774</c:v>
                </c:pt>
                <c:pt idx="1234">
                  <c:v>1075.2108642255048</c:v>
                </c:pt>
                <c:pt idx="1235">
                  <c:v>1075.211038210314</c:v>
                </c:pt>
                <c:pt idx="1236">
                  <c:v>1075.2112063529671</c:v>
                </c:pt>
                <c:pt idx="1237">
                  <c:v>1075.2113687170731</c:v>
                </c:pt>
                <c:pt idx="1238">
                  <c:v>1075.2115253656123</c:v>
                </c:pt>
                <c:pt idx="1239">
                  <c:v>1075.2116763610516</c:v>
                </c:pt>
                <c:pt idx="1240">
                  <c:v>1075.2118217652824</c:v>
                </c:pt>
                <c:pt idx="1241">
                  <c:v>1075.2119616396401</c:v>
                </c:pt>
                <c:pt idx="1242">
                  <c:v>1075.2120960448685</c:v>
                </c:pt>
                <c:pt idx="1243">
                  <c:v>1075.2122250412515</c:v>
                </c:pt>
                <c:pt idx="1244">
                  <c:v>1075.2123486884573</c:v>
                </c:pt>
                <c:pt idx="1245">
                  <c:v>1075.2124670456335</c:v>
                </c:pt>
                <c:pt idx="1246">
                  <c:v>1075.2125801713805</c:v>
                </c:pt>
                <c:pt idx="1247">
                  <c:v>1075.2126881238223</c:v>
                </c:pt>
                <c:pt idx="1248">
                  <c:v>1075.2127909605147</c:v>
                </c:pt>
                <c:pt idx="1249">
                  <c:v>1075.2128887384797</c:v>
                </c:pt>
                <c:pt idx="1250">
                  <c:v>1075.2129815142835</c:v>
                </c:pt>
                <c:pt idx="1251">
                  <c:v>1075.2130693439017</c:v>
                </c:pt>
                <c:pt idx="1252">
                  <c:v>1075.2131522828638</c:v>
                </c:pt>
                <c:pt idx="1253">
                  <c:v>1075.2132303861638</c:v>
                </c:pt>
                <c:pt idx="1254">
                  <c:v>1075.2133037083299</c:v>
                </c:pt>
                <c:pt idx="1255">
                  <c:v>1075.2133723033487</c:v>
                </c:pt>
                <c:pt idx="1256">
                  <c:v>1075.2134362247418</c:v>
                </c:pt>
                <c:pt idx="1257">
                  <c:v>1075.2134955255692</c:v>
                </c:pt>
                <c:pt idx="1258">
                  <c:v>1075.2135502583571</c:v>
                </c:pt>
                <c:pt idx="1259">
                  <c:v>1075.2136004752022</c:v>
                </c:pt>
                <c:pt idx="1260">
                  <c:v>1075.213646227664</c:v>
                </c:pt>
                <c:pt idx="1261">
                  <c:v>1075.21368756693</c:v>
                </c:pt>
                <c:pt idx="1262">
                  <c:v>1075.213724543619</c:v>
                </c:pt>
                <c:pt idx="1263">
                  <c:v>1075.2137572079259</c:v>
                </c:pt>
                <c:pt idx="1264">
                  <c:v>1075.2137856095958</c:v>
                </c:pt>
                <c:pt idx="1265">
                  <c:v>1075.2138097979525</c:v>
                </c:pt>
                <c:pt idx="1266">
                  <c:v>1075.213829821804</c:v>
                </c:pt>
                <c:pt idx="1267">
                  <c:v>1075.2138457295173</c:v>
                </c:pt>
                <c:pt idx="1268">
                  <c:v>1075.2138575690919</c:v>
                </c:pt>
                <c:pt idx="1269">
                  <c:v>1075.2138653879751</c:v>
                </c:pt>
                <c:pt idx="1270">
                  <c:v>1075.213869233273</c:v>
                </c:pt>
                <c:pt idx="1271">
                  <c:v>1075.2138691516109</c:v>
                </c:pt>
                <c:pt idx="1272">
                  <c:v>1075.2138651891935</c:v>
                </c:pt>
                <c:pt idx="1273">
                  <c:v>1075.2138573918039</c:v>
                </c:pt>
                <c:pt idx="1274">
                  <c:v>1075.2138458048148</c:v>
                </c:pt>
                <c:pt idx="1275">
                  <c:v>1075.2138304731666</c:v>
                </c:pt>
                <c:pt idx="1276">
                  <c:v>1075.2138114413947</c:v>
                </c:pt>
                <c:pt idx="1277">
                  <c:v>1075.2137887535835</c:v>
                </c:pt>
                <c:pt idx="1278">
                  <c:v>1075.2137624535087</c:v>
                </c:pt>
                <c:pt idx="1279">
                  <c:v>1075.213732584428</c:v>
                </c:pt>
                <c:pt idx="1280">
                  <c:v>1075.2136991892439</c:v>
                </c:pt>
                <c:pt idx="1281">
                  <c:v>1075.21366231051</c:v>
                </c:pt>
                <c:pt idx="1282">
                  <c:v>1075.2136219903018</c:v>
                </c:pt>
                <c:pt idx="1283">
                  <c:v>1075.2135782703829</c:v>
                </c:pt>
                <c:pt idx="1284">
                  <c:v>1075.2135311920599</c:v>
                </c:pt>
                <c:pt idx="1285">
                  <c:v>1075.2134807963023</c:v>
                </c:pt>
                <c:pt idx="1286">
                  <c:v>1075.2134271236914</c:v>
                </c:pt>
                <c:pt idx="1287">
                  <c:v>1075.2133702144067</c:v>
                </c:pt>
                <c:pt idx="1288">
                  <c:v>1075.2133101083023</c:v>
                </c:pt>
                <c:pt idx="1289">
                  <c:v>1075.2132468447994</c:v>
                </c:pt>
                <c:pt idx="1290">
                  <c:v>1075.2131804629798</c:v>
                </c:pt>
                <c:pt idx="1291">
                  <c:v>1075.213111001606</c:v>
                </c:pt>
                <c:pt idx="1292">
                  <c:v>1075.2130384989784</c:v>
                </c:pt>
                <c:pt idx="1293">
                  <c:v>1075.2129629931719</c:v>
                </c:pt>
                <c:pt idx="1294">
                  <c:v>1075.2128845217569</c:v>
                </c:pt>
                <c:pt idx="1295">
                  <c:v>1075.2128031220611</c:v>
                </c:pt>
                <c:pt idx="1296">
                  <c:v>1075.2127188310433</c:v>
                </c:pt>
                <c:pt idx="1297">
                  <c:v>1075.2126316852716</c:v>
                </c:pt>
                <c:pt idx="1298">
                  <c:v>1075.2125417210018</c:v>
                </c:pt>
                <c:pt idx="1299">
                  <c:v>1075.21244897416</c:v>
                </c:pt>
                <c:pt idx="1300">
                  <c:v>1075.2123534803168</c:v>
                </c:pt>
                <c:pt idx="1301">
                  <c:v>1075.2122552747121</c:v>
                </c:pt>
                <c:pt idx="1302">
                  <c:v>1075.2121543922544</c:v>
                </c:pt>
                <c:pt idx="1303">
                  <c:v>1075.2120508675225</c:v>
                </c:pt>
                <c:pt idx="1304">
                  <c:v>1075.2119447347927</c:v>
                </c:pt>
                <c:pt idx="1305">
                  <c:v>1075.2118360279426</c:v>
                </c:pt>
                <c:pt idx="1306">
                  <c:v>1075.2117247806334</c:v>
                </c:pt>
                <c:pt idx="1307">
                  <c:v>1075.2116110261097</c:v>
                </c:pt>
                <c:pt idx="1308">
                  <c:v>1075.211494797396</c:v>
                </c:pt>
                <c:pt idx="1309">
                  <c:v>1075.2113761271303</c:v>
                </c:pt>
                <c:pt idx="1310">
                  <c:v>1075.2112550476579</c:v>
                </c:pt>
                <c:pt idx="1311">
                  <c:v>1075.2111315910522</c:v>
                </c:pt>
                <c:pt idx="1312">
                  <c:v>1075.2110057890418</c:v>
                </c:pt>
                <c:pt idx="1313">
                  <c:v>1075.2108776730552</c:v>
                </c:pt>
                <c:pt idx="1314">
                  <c:v>1075.2107472742559</c:v>
                </c:pt>
                <c:pt idx="1315">
                  <c:v>1075.2106146234582</c:v>
                </c:pt>
                <c:pt idx="1316">
                  <c:v>1075.2104797512377</c:v>
                </c:pt>
                <c:pt idx="1317">
                  <c:v>1075.2103426878527</c:v>
                </c:pt>
                <c:pt idx="1318">
                  <c:v>1075.2102034632585</c:v>
                </c:pt>
                <c:pt idx="1319">
                  <c:v>1075.2100621071204</c:v>
                </c:pt>
                <c:pt idx="1320">
                  <c:v>1075.209918648889</c:v>
                </c:pt>
                <c:pt idx="1321">
                  <c:v>1075.2097731176425</c:v>
                </c:pt>
                <c:pt idx="1322">
                  <c:v>1075.2096255422136</c:v>
                </c:pt>
                <c:pt idx="1323">
                  <c:v>1075.2094759511835</c:v>
                </c:pt>
                <c:pt idx="1324">
                  <c:v>1075.2093243728229</c:v>
                </c:pt>
                <c:pt idx="1325">
                  <c:v>1075.2091708351554</c:v>
                </c:pt>
                <c:pt idx="1326">
                  <c:v>1075.2090153659276</c:v>
                </c:pt>
                <c:pt idx="1327">
                  <c:v>1075.2088579925921</c:v>
                </c:pt>
                <c:pt idx="1328">
                  <c:v>1075.2086987423791</c:v>
                </c:pt>
                <c:pt idx="1329">
                  <c:v>1075.2085376422121</c:v>
                </c:pt>
                <c:pt idx="1330">
                  <c:v>1075.2083747188167</c:v>
                </c:pt>
                <c:pt idx="1331">
                  <c:v>1075.2082099985889</c:v>
                </c:pt>
                <c:pt idx="1332">
                  <c:v>1075.2080435077326</c:v>
                </c:pt>
                <c:pt idx="1333">
                  <c:v>1075.2078752721325</c:v>
                </c:pt>
                <c:pt idx="1334">
                  <c:v>1075.2077053174553</c:v>
                </c:pt>
                <c:pt idx="1335">
                  <c:v>1075.2075336691503</c:v>
                </c:pt>
                <c:pt idx="1336">
                  <c:v>1075.2073603523752</c:v>
                </c:pt>
                <c:pt idx="1337">
                  <c:v>1075.2071853920097</c:v>
                </c:pt>
                <c:pt idx="1338">
                  <c:v>1075.2070088128014</c:v>
                </c:pt>
                <c:pt idx="1339">
                  <c:v>1075.2068306391518</c:v>
                </c:pt>
                <c:pt idx="1340">
                  <c:v>1075.2066508952614</c:v>
                </c:pt>
                <c:pt idx="1341">
                  <c:v>1075.2064696051216</c:v>
                </c:pt>
                <c:pt idx="1342">
                  <c:v>1075.2062867924185</c:v>
                </c:pt>
                <c:pt idx="1343">
                  <c:v>1075.2061024806965</c:v>
                </c:pt>
                <c:pt idx="1344">
                  <c:v>1075.2059166931997</c:v>
                </c:pt>
                <c:pt idx="1345">
                  <c:v>1075.2057294529372</c:v>
                </c:pt>
                <c:pt idx="1346">
                  <c:v>1075.2055407827775</c:v>
                </c:pt>
                <c:pt idx="1347">
                  <c:v>1075.2053507052417</c:v>
                </c:pt>
                <c:pt idx="1348">
                  <c:v>1075.2051592427288</c:v>
                </c:pt>
                <c:pt idx="1349">
                  <c:v>1075.2049664173703</c:v>
                </c:pt>
                <c:pt idx="1350">
                  <c:v>1075.204772251107</c:v>
                </c:pt>
                <c:pt idx="1351">
                  <c:v>1075.2045767656202</c:v>
                </c:pt>
                <c:pt idx="1352">
                  <c:v>1075.2043799824185</c:v>
                </c:pt>
                <c:pt idx="1353">
                  <c:v>1075.204181922752</c:v>
                </c:pt>
                <c:pt idx="1354">
                  <c:v>1075.2039826077216</c:v>
                </c:pt>
                <c:pt idx="1355">
                  <c:v>1075.203782058162</c:v>
                </c:pt>
                <c:pt idx="1356">
                  <c:v>1075.2035802947082</c:v>
                </c:pt>
                <c:pt idx="1357">
                  <c:v>1075.2033773378228</c:v>
                </c:pt>
                <c:pt idx="1358">
                  <c:v>1075.2031732077435</c:v>
                </c:pt>
                <c:pt idx="1359">
                  <c:v>1075.2029679244947</c:v>
                </c:pt>
                <c:pt idx="1360">
                  <c:v>1075.2027615079223</c:v>
                </c:pt>
                <c:pt idx="1361">
                  <c:v>1075.2025539776432</c:v>
                </c:pt>
                <c:pt idx="1362">
                  <c:v>1075.2023453531276</c:v>
                </c:pt>
                <c:pt idx="1363">
                  <c:v>1075.2021356535981</c:v>
                </c:pt>
                <c:pt idx="1364">
                  <c:v>1075.2019248980989</c:v>
                </c:pt>
                <c:pt idx="1365">
                  <c:v>1075.2017131054927</c:v>
                </c:pt>
                <c:pt idx="1366">
                  <c:v>1075.2015002944543</c:v>
                </c:pt>
                <c:pt idx="1367">
                  <c:v>1075.2012864834705</c:v>
                </c:pt>
                <c:pt idx="1368">
                  <c:v>1075.2010716908176</c:v>
                </c:pt>
                <c:pt idx="1369">
                  <c:v>1075.2008559345882</c:v>
                </c:pt>
                <c:pt idx="1370">
                  <c:v>1075.2006392327387</c:v>
                </c:pt>
                <c:pt idx="1371">
                  <c:v>1075.2004216029793</c:v>
                </c:pt>
                <c:pt idx="1372">
                  <c:v>1075.200203062901</c:v>
                </c:pt>
                <c:pt idx="1373">
                  <c:v>1075.1999836298737</c:v>
                </c:pt>
                <c:pt idx="1374">
                  <c:v>1075.199763321081</c:v>
                </c:pt>
                <c:pt idx="1375">
                  <c:v>1075.1995421535455</c:v>
                </c:pt>
                <c:pt idx="1376">
                  <c:v>1075.1993201441819</c:v>
                </c:pt>
                <c:pt idx="1377">
                  <c:v>1075.1990973096217</c:v>
                </c:pt>
                <c:pt idx="1378">
                  <c:v>1075.1988736663704</c:v>
                </c:pt>
                <c:pt idx="1379">
                  <c:v>1075.1986492308072</c:v>
                </c:pt>
                <c:pt idx="1380">
                  <c:v>1075.198424019065</c:v>
                </c:pt>
                <c:pt idx="1381">
                  <c:v>1075.1981980471553</c:v>
                </c:pt>
                <c:pt idx="1382">
                  <c:v>1075.1979713309502</c:v>
                </c:pt>
                <c:pt idx="1383">
                  <c:v>1075.1977438860959</c:v>
                </c:pt>
                <c:pt idx="1384">
                  <c:v>1075.1975157281181</c:v>
                </c:pt>
                <c:pt idx="1385">
                  <c:v>1075.197286872381</c:v>
                </c:pt>
                <c:pt idx="1386">
                  <c:v>1075.1970573340561</c:v>
                </c:pt>
                <c:pt idx="1387">
                  <c:v>1075.1968271282115</c:v>
                </c:pt>
                <c:pt idx="1388">
                  <c:v>1075.1965962697013</c:v>
                </c:pt>
                <c:pt idx="1389">
                  <c:v>1075.1963647732266</c:v>
                </c:pt>
                <c:pt idx="1390">
                  <c:v>1075.1961326534204</c:v>
                </c:pt>
                <c:pt idx="1391">
                  <c:v>1075.195899924664</c:v>
                </c:pt>
                <c:pt idx="1392">
                  <c:v>1075.1956666012186</c:v>
                </c:pt>
                <c:pt idx="1393">
                  <c:v>1075.1954326972093</c:v>
                </c:pt>
                <c:pt idx="1394">
                  <c:v>1075.1951982266285</c:v>
                </c:pt>
                <c:pt idx="1395">
                  <c:v>1075.1949632032754</c:v>
                </c:pt>
                <c:pt idx="1396">
                  <c:v>1075.1947276408134</c:v>
                </c:pt>
                <c:pt idx="1397">
                  <c:v>1075.1944915528188</c:v>
                </c:pt>
                <c:pt idx="1398">
                  <c:v>1075.194254952658</c:v>
                </c:pt>
                <c:pt idx="1399">
                  <c:v>1075.1940178535456</c:v>
                </c:pt>
                <c:pt idx="1400">
                  <c:v>1075.1937802686305</c:v>
                </c:pt>
                <c:pt idx="1401">
                  <c:v>1075.1935422108456</c:v>
                </c:pt>
                <c:pt idx="1402">
                  <c:v>1075.1933036930509</c:v>
                </c:pt>
                <c:pt idx="1403">
                  <c:v>1075.1930647279282</c:v>
                </c:pt>
                <c:pt idx="1404">
                  <c:v>1075.1928253280146</c:v>
                </c:pt>
                <c:pt idx="1405">
                  <c:v>1075.1925855057634</c:v>
                </c:pt>
                <c:pt idx="1406">
                  <c:v>1075.1923452734334</c:v>
                </c:pt>
                <c:pt idx="1407">
                  <c:v>1075.1921046432076</c:v>
                </c:pt>
                <c:pt idx="1408">
                  <c:v>1075.1918636270966</c:v>
                </c:pt>
                <c:pt idx="1409">
                  <c:v>1075.1916222369814</c:v>
                </c:pt>
                <c:pt idx="1410">
                  <c:v>1075.1913804846595</c:v>
                </c:pt>
                <c:pt idx="1411">
                  <c:v>1075.1911383817494</c:v>
                </c:pt>
                <c:pt idx="1412">
                  <c:v>1075.1908959397877</c:v>
                </c:pt>
                <c:pt idx="1413">
                  <c:v>1075.190653170127</c:v>
                </c:pt>
                <c:pt idx="1414">
                  <c:v>1075.1904100840568</c:v>
                </c:pt>
                <c:pt idx="1415">
                  <c:v>1075.1901666927122</c:v>
                </c:pt>
                <c:pt idx="1416">
                  <c:v>1075.1899230071178</c:v>
                </c:pt>
                <c:pt idx="1417">
                  <c:v>1075.1896790381497</c:v>
                </c:pt>
                <c:pt idx="1418">
                  <c:v>1075.1894347966179</c:v>
                </c:pt>
                <c:pt idx="1419">
                  <c:v>1075.1891902931573</c:v>
                </c:pt>
                <c:pt idx="1420">
                  <c:v>1075.1889455383437</c:v>
                </c:pt>
                <c:pt idx="1421">
                  <c:v>1075.1887005425829</c:v>
                </c:pt>
                <c:pt idx="1422">
                  <c:v>1075.1884553161788</c:v>
                </c:pt>
                <c:pt idx="1423">
                  <c:v>1075.1882098693566</c:v>
                </c:pt>
                <c:pt idx="1424">
                  <c:v>1075.1879642121469</c:v>
                </c:pt>
                <c:pt idx="1425">
                  <c:v>1075.1877183546076</c:v>
                </c:pt>
                <c:pt idx="1426">
                  <c:v>1075.1874723065109</c:v>
                </c:pt>
                <c:pt idx="1427">
                  <c:v>1075.1872260776697</c:v>
                </c:pt>
                <c:pt idx="1428">
                  <c:v>1075.1869796776843</c:v>
                </c:pt>
                <c:pt idx="1429">
                  <c:v>1075.18673311612</c:v>
                </c:pt>
                <c:pt idx="1430">
                  <c:v>1075.186486402381</c:v>
                </c:pt>
                <c:pt idx="1431">
                  <c:v>1075.1862395457988</c:v>
                </c:pt>
                <c:pt idx="1432">
                  <c:v>1075.1859925555711</c:v>
                </c:pt>
                <c:pt idx="1433">
                  <c:v>1075.1857454408266</c:v>
                </c:pt>
                <c:pt idx="1434">
                  <c:v>1075.1854982105808</c:v>
                </c:pt>
                <c:pt idx="1435">
                  <c:v>1075.1852508737118</c:v>
                </c:pt>
                <c:pt idx="1436">
                  <c:v>1075.1850034390529</c:v>
                </c:pt>
                <c:pt idx="1437">
                  <c:v>1075.1847559152598</c:v>
                </c:pt>
                <c:pt idx="1438">
                  <c:v>1075.1845083110006</c:v>
                </c:pt>
                <c:pt idx="1439">
                  <c:v>1075.184260634717</c:v>
                </c:pt>
                <c:pt idx="1440">
                  <c:v>1075.184012894837</c:v>
                </c:pt>
                <c:pt idx="1441">
                  <c:v>1075.1837650997099</c:v>
                </c:pt>
                <c:pt idx="1442">
                  <c:v>1075.1835172574883</c:v>
                </c:pt>
                <c:pt idx="1443">
                  <c:v>1075.1832693763336</c:v>
                </c:pt>
                <c:pt idx="1444">
                  <c:v>1075.1830214642132</c:v>
                </c:pt>
                <c:pt idx="1445">
                  <c:v>1075.182773529134</c:v>
                </c:pt>
                <c:pt idx="1446">
                  <c:v>1075.1825255788833</c:v>
                </c:pt>
                <c:pt idx="1447">
                  <c:v>1075.1822776212327</c:v>
                </c:pt>
                <c:pt idx="1448">
                  <c:v>1075.1820296638186</c:v>
                </c:pt>
                <c:pt idx="1449">
                  <c:v>1075.1817817142289</c:v>
                </c:pt>
                <c:pt idx="1450">
                  <c:v>1075.1815337798969</c:v>
                </c:pt>
                <c:pt idx="1451">
                  <c:v>1075.1812858682542</c:v>
                </c:pt>
                <c:pt idx="1452">
                  <c:v>1075.1810379865833</c:v>
                </c:pt>
                <c:pt idx="1453">
                  <c:v>1075.1807901421062</c:v>
                </c:pt>
                <c:pt idx="1454">
                  <c:v>1075.1805423419376</c:v>
                </c:pt>
                <c:pt idx="1455">
                  <c:v>1075.1802945931352</c:v>
                </c:pt>
                <c:pt idx="1456">
                  <c:v>1075.1800469026336</c:v>
                </c:pt>
                <c:pt idx="1457">
                  <c:v>1075.1797992773395</c:v>
                </c:pt>
                <c:pt idx="1458">
                  <c:v>1075.1795517240125</c:v>
                </c:pt>
                <c:pt idx="1459">
                  <c:v>1075.1793042493928</c:v>
                </c:pt>
                <c:pt idx="1460">
                  <c:v>1075.17905686007</c:v>
                </c:pt>
                <c:pt idx="1461">
                  <c:v>1075.1788095626298</c:v>
                </c:pt>
                <c:pt idx="1462">
                  <c:v>1075.1785623635296</c:v>
                </c:pt>
                <c:pt idx="1463">
                  <c:v>1075.1783152691344</c:v>
                </c:pt>
                <c:pt idx="1464">
                  <c:v>1075.1780682857961</c:v>
                </c:pt>
                <c:pt idx="1465">
                  <c:v>1075.1778214197325</c:v>
                </c:pt>
                <c:pt idx="1466">
                  <c:v>1075.1775746770766</c:v>
                </c:pt>
                <c:pt idx="1467">
                  <c:v>1075.1773280639388</c:v>
                </c:pt>
                <c:pt idx="1468">
                  <c:v>1075.1770815863067</c:v>
                </c:pt>
                <c:pt idx="1469">
                  <c:v>1075.1768352501192</c:v>
                </c:pt>
                <c:pt idx="1470">
                  <c:v>1075.1765890612226</c:v>
                </c:pt>
                <c:pt idx="1471">
                  <c:v>1075.176343025423</c:v>
                </c:pt>
                <c:pt idx="1472">
                  <c:v>1075.1760971483957</c:v>
                </c:pt>
                <c:pt idx="1473">
                  <c:v>1075.1758514358016</c:v>
                </c:pt>
                <c:pt idx="1474">
                  <c:v>1075.1756058932037</c:v>
                </c:pt>
                <c:pt idx="1475">
                  <c:v>1075.1753605260947</c:v>
                </c:pt>
                <c:pt idx="1476">
                  <c:v>1075.1751153399168</c:v>
                </c:pt>
                <c:pt idx="1477">
                  <c:v>1075.1748703400165</c:v>
                </c:pt>
                <c:pt idx="1478">
                  <c:v>1075.174625531658</c:v>
                </c:pt>
                <c:pt idx="1479">
                  <c:v>1075.1743809200991</c:v>
                </c:pt>
                <c:pt idx="1480">
                  <c:v>1075.174136510487</c:v>
                </c:pt>
                <c:pt idx="1481">
                  <c:v>1075.173892307889</c:v>
                </c:pt>
                <c:pt idx="1482">
                  <c:v>1075.1736483173308</c:v>
                </c:pt>
                <c:pt idx="1483">
                  <c:v>1075.1734045437959</c:v>
                </c:pt>
                <c:pt idx="1484">
                  <c:v>1075.173160992131</c:v>
                </c:pt>
                <c:pt idx="1485">
                  <c:v>1075.1729176671997</c:v>
                </c:pt>
                <c:pt idx="1486">
                  <c:v>1075.1726745737419</c:v>
                </c:pt>
                <c:pt idx="1487">
                  <c:v>1075.1724317164499</c:v>
                </c:pt>
                <c:pt idx="1488">
                  <c:v>1075.1721890999968</c:v>
                </c:pt>
                <c:pt idx="1489">
                  <c:v>1075.1719467289215</c:v>
                </c:pt>
                <c:pt idx="1490">
                  <c:v>1075.1717046077472</c:v>
                </c:pt>
                <c:pt idx="1491">
                  <c:v>1075.1714627409374</c:v>
                </c:pt>
                <c:pt idx="1492">
                  <c:v>1075.1712211328972</c:v>
                </c:pt>
                <c:pt idx="1493">
                  <c:v>1075.1709797879209</c:v>
                </c:pt>
                <c:pt idx="1494">
                  <c:v>1075.1707387103074</c:v>
                </c:pt>
                <c:pt idx="1495">
                  <c:v>1075.1704979042931</c:v>
                </c:pt>
                <c:pt idx="1496">
                  <c:v>1075.1702573740056</c:v>
                </c:pt>
                <c:pt idx="1497">
                  <c:v>1075.1700171235525</c:v>
                </c:pt>
                <c:pt idx="1498">
                  <c:v>1075.1697771569602</c:v>
                </c:pt>
                <c:pt idx="1499">
                  <c:v>1075.1695374782651</c:v>
                </c:pt>
                <c:pt idx="1500">
                  <c:v>1075.1693957083121</c:v>
                </c:pt>
                <c:pt idx="1501">
                  <c:v>1075.1693464221196</c:v>
                </c:pt>
                <c:pt idx="1502">
                  <c:v>1075.1693844596139</c:v>
                </c:pt>
                <c:pt idx="1503">
                  <c:v>1075.169504912787</c:v>
                </c:pt>
                <c:pt idx="1504">
                  <c:v>1075.1697031136766</c:v>
                </c:pt>
                <c:pt idx="1505">
                  <c:v>1075.1699746227484</c:v>
                </c:pt>
                <c:pt idx="1506">
                  <c:v>1075.1703152179552</c:v>
                </c:pt>
                <c:pt idx="1507">
                  <c:v>1075.1707208843318</c:v>
                </c:pt>
                <c:pt idx="1508">
                  <c:v>1075.1711878040658</c:v>
                </c:pt>
                <c:pt idx="1509">
                  <c:v>1075.1717123470034</c:v>
                </c:pt>
                <c:pt idx="1510">
                  <c:v>1075.172291061697</c:v>
                </c:pt>
                <c:pt idx="1511">
                  <c:v>1075.1729206668672</c:v>
                </c:pt>
                <c:pt idx="1512">
                  <c:v>1075.1735980431713</c:v>
                </c:pt>
                <c:pt idx="1513">
                  <c:v>1075.1743202254622</c:v>
                </c:pt>
                <c:pt idx="1514">
                  <c:v>1075.1750843955344</c:v>
                </c:pt>
                <c:pt idx="1515">
                  <c:v>1075.1758878748249</c:v>
                </c:pt>
                <c:pt idx="1516">
                  <c:v>1075.1767281179607</c:v>
                </c:pt>
                <c:pt idx="1517">
                  <c:v>1075.177602706241</c:v>
                </c:pt>
                <c:pt idx="1518">
                  <c:v>1075.1785093415831</c:v>
                </c:pt>
                <c:pt idx="1519">
                  <c:v>1075.1794458407603</c:v>
                </c:pt>
                <c:pt idx="1520">
                  <c:v>1075.1804101299376</c:v>
                </c:pt>
                <c:pt idx="1521">
                  <c:v>1075.1814002392587</c:v>
                </c:pt>
                <c:pt idx="1522">
                  <c:v>1075.2019726271255</c:v>
                </c:pt>
                <c:pt idx="1523">
                  <c:v>1075.2418090191375</c:v>
                </c:pt>
                <c:pt idx="1524">
                  <c:v>1075.3005950963952</c:v>
                </c:pt>
                <c:pt idx="1525">
                  <c:v>1075.3780204468969</c:v>
                </c:pt>
                <c:pt idx="1526">
                  <c:v>1075.4737785180696</c:v>
                </c:pt>
                <c:pt idx="1527">
                  <c:v>1075.5875665698277</c:v>
                </c:pt>
                <c:pt idx="1528">
                  <c:v>1075.7190856285765</c:v>
                </c:pt>
                <c:pt idx="1529">
                  <c:v>1075.8680404420886</c:v>
                </c:pt>
                <c:pt idx="1530">
                  <c:v>1076.0341394347888</c:v>
                </c:pt>
                <c:pt idx="1531">
                  <c:v>1076.2170946640988</c:v>
                </c:pt>
                <c:pt idx="1532">
                  <c:v>1076.4166217772304</c:v>
                </c:pt>
                <c:pt idx="1533">
                  <c:v>1076.6324399688003</c:v>
                </c:pt>
                <c:pt idx="1534">
                  <c:v>1076.8642719389572</c:v>
                </c:pt>
                <c:pt idx="1535">
                  <c:v>1077.111843852216</c:v>
                </c:pt>
                <c:pt idx="1536">
                  <c:v>1077.3748852969131</c:v>
                </c:pt>
                <c:pt idx="1537">
                  <c:v>1077.6531292452021</c:v>
                </c:pt>
                <c:pt idx="1538">
                  <c:v>1077.9463120136418</c:v>
                </c:pt>
                <c:pt idx="1539">
                  <c:v>1078.2541732243244</c:v>
                </c:pt>
                <c:pt idx="1540">
                  <c:v>1078.5764557665786</c:v>
                </c:pt>
                <c:pt idx="1541">
                  <c:v>1078.9129057592245</c:v>
                </c:pt>
                <c:pt idx="1542">
                  <c:v>1079.2632725132241</c:v>
                </c:pt>
                <c:pt idx="1543">
                  <c:v>1079.6273084950112</c:v>
                </c:pt>
                <c:pt idx="1544">
                  <c:v>1080.0048482416234</c:v>
                </c:pt>
                <c:pt idx="1545">
                  <c:v>1080.3957274573695</c:v>
                </c:pt>
                <c:pt idx="1546">
                  <c:v>1080.7997830095428</c:v>
                </c:pt>
                <c:pt idx="1547">
                  <c:v>1081.2168529243872</c:v>
                </c:pt>
                <c:pt idx="1548">
                  <c:v>1081.6467763829212</c:v>
                </c:pt>
                <c:pt idx="1549">
                  <c:v>1082.0893937168432</c:v>
                </c:pt>
                <c:pt idx="1550">
                  <c:v>1082.5445464044983</c:v>
                </c:pt>
                <c:pt idx="1551">
                  <c:v>1083.0120770666865</c:v>
                </c:pt>
                <c:pt idx="1552">
                  <c:v>1083.4918294626248</c:v>
                </c:pt>
                <c:pt idx="1553">
                  <c:v>1083.9836484858556</c:v>
                </c:pt>
                <c:pt idx="1554">
                  <c:v>1084.4873801601543</c:v>
                </c:pt>
                <c:pt idx="1555">
                  <c:v>1085.0028716353931</c:v>
                </c:pt>
                <c:pt idx="1556">
                  <c:v>1085.529971183533</c:v>
                </c:pt>
                <c:pt idx="1557">
                  <c:v>1086.0685281943593</c:v>
                </c:pt>
                <c:pt idx="1558">
                  <c:v>1086.6183931715434</c:v>
                </c:pt>
                <c:pt idx="1559">
                  <c:v>1087.1794177284069</c:v>
                </c:pt>
                <c:pt idx="1560">
                  <c:v>1087.7514545837901</c:v>
                </c:pt>
                <c:pt idx="1561">
                  <c:v>1088.3343575579299</c:v>
                </c:pt>
                <c:pt idx="1562">
                  <c:v>1088.9279815682719</c:v>
                </c:pt>
                <c:pt idx="1563">
                  <c:v>1089.5321826253301</c:v>
                </c:pt>
                <c:pt idx="1564">
                  <c:v>1090.1468178285163</c:v>
                </c:pt>
                <c:pt idx="1565">
                  <c:v>1090.7717453618268</c:v>
                </c:pt>
                <c:pt idx="1566">
                  <c:v>1091.406824808362</c:v>
                </c:pt>
                <c:pt idx="1567">
                  <c:v>1092.0519171359051</c:v>
                </c:pt>
                <c:pt idx="1568">
                  <c:v>1092.7068846823647</c:v>
                </c:pt>
                <c:pt idx="1569">
                  <c:v>1093.3715911417055</c:v>
                </c:pt>
                <c:pt idx="1570">
                  <c:v>1094.0459015500523</c:v>
                </c:pt>
                <c:pt idx="1571">
                  <c:v>1094.7296822717419</c:v>
                </c:pt>
                <c:pt idx="1572">
                  <c:v>1095.4228009857695</c:v>
                </c:pt>
                <c:pt idx="1573">
                  <c:v>1096.125126672358</c:v>
                </c:pt>
                <c:pt idx="1574">
                  <c:v>1096.8365295997012</c:v>
                </c:pt>
                <c:pt idx="1575">
                  <c:v>1097.5568813107964</c:v>
                </c:pt>
                <c:pt idx="1576">
                  <c:v>1098.2860546105796</c:v>
                </c:pt>
                <c:pt idx="1577">
                  <c:v>1099.0239235530619</c:v>
                </c:pt>
                <c:pt idx="1578">
                  <c:v>1099.7703634288341</c:v>
                </c:pt>
                <c:pt idx="1579">
                  <c:v>1100.5252507525393</c:v>
                </c:pt>
                <c:pt idx="1580">
                  <c:v>1101.2884632505022</c:v>
                </c:pt>
                <c:pt idx="1581">
                  <c:v>1102.0598798487624</c:v>
                </c:pt>
                <c:pt idx="1582">
                  <c:v>1102.8393806608785</c:v>
                </c:pt>
                <c:pt idx="1583">
                  <c:v>1103.6268469761658</c:v>
                </c:pt>
                <c:pt idx="1584">
                  <c:v>1104.4221612480271</c:v>
                </c:pt>
                <c:pt idx="1585">
                  <c:v>1105.2252070822497</c:v>
                </c:pt>
                <c:pt idx="1586">
                  <c:v>1106.0358692257778</c:v>
                </c:pt>
                <c:pt idx="1587">
                  <c:v>1106.8540335551545</c:v>
                </c:pt>
                <c:pt idx="1588">
                  <c:v>1107.6795870669239</c:v>
                </c:pt>
                <c:pt idx="1589">
                  <c:v>1108.5124178676576</c:v>
                </c:pt>
                <c:pt idx="1590">
                  <c:v>1109.3524151643016</c:v>
                </c:pt>
                <c:pt idx="1591">
                  <c:v>1110.1994692545813</c:v>
                </c:pt>
                <c:pt idx="1592">
                  <c:v>1111.0534715173858</c:v>
                </c:pt>
                <c:pt idx="1593">
                  <c:v>1111.9143144033144</c:v>
                </c:pt>
                <c:pt idx="1594">
                  <c:v>1112.7818914253421</c:v>
                </c:pt>
                <c:pt idx="1595">
                  <c:v>1113.6560971494023</c:v>
                </c:pt>
                <c:pt idx="1596">
                  <c:v>1114.5368271852383</c:v>
                </c:pt>
                <c:pt idx="1597">
                  <c:v>1115.4239781771246</c:v>
                </c:pt>
                <c:pt idx="1598">
                  <c:v>1116.3174477948962</c:v>
                </c:pt>
                <c:pt idx="1599">
                  <c:v>1117.2171347248161</c:v>
                </c:pt>
                <c:pt idx="1600">
                  <c:v>1118.1229386607047</c:v>
                </c:pt>
                <c:pt idx="1601">
                  <c:v>1119.0347602950426</c:v>
                </c:pt>
                <c:pt idx="1602">
                  <c:v>1119.9525013101415</c:v>
                </c:pt>
                <c:pt idx="1603">
                  <c:v>1120.8760643694227</c:v>
                </c:pt>
                <c:pt idx="1604">
                  <c:v>1121.8053531087928</c:v>
                </c:pt>
                <c:pt idx="1605">
                  <c:v>1122.7402721280216</c:v>
                </c:pt>
                <c:pt idx="1606">
                  <c:v>1123.6807269822054</c:v>
                </c:pt>
                <c:pt idx="1607">
                  <c:v>1124.6266241733645</c:v>
                </c:pt>
                <c:pt idx="1608">
                  <c:v>1125.5778711419614</c:v>
                </c:pt>
                <c:pt idx="1609">
                  <c:v>1126.5343762587477</c:v>
                </c:pt>
                <c:pt idx="1610">
                  <c:v>1127.4960488163176</c:v>
                </c:pt>
                <c:pt idx="1611">
                  <c:v>1128.4627990211354</c:v>
                </c:pt>
                <c:pt idx="1612">
                  <c:v>1129.4345379853055</c:v>
                </c:pt>
                <c:pt idx="1613">
                  <c:v>1130.4111777185544</c:v>
                </c:pt>
                <c:pt idx="1614">
                  <c:v>1131.3926311203481</c:v>
                </c:pt>
                <c:pt idx="1615">
                  <c:v>1132.3788119719047</c:v>
                </c:pt>
                <c:pt idx="1616">
                  <c:v>1133.3696349284246</c:v>
                </c:pt>
                <c:pt idx="1617">
                  <c:v>1134.3650155113482</c:v>
                </c:pt>
                <c:pt idx="1618">
                  <c:v>1135.3648701006193</c:v>
                </c:pt>
                <c:pt idx="1619">
                  <c:v>1136.3691159271418</c:v>
                </c:pt>
                <c:pt idx="1620">
                  <c:v>1137.3776710650859</c:v>
                </c:pt>
                <c:pt idx="1621">
                  <c:v>1138.3904544245349</c:v>
                </c:pt>
                <c:pt idx="1622">
                  <c:v>1139.4073857440233</c:v>
                </c:pt>
                <c:pt idx="1623">
                  <c:v>1140.4283855830981</c:v>
                </c:pt>
                <c:pt idx="1624">
                  <c:v>1141.4533753151425</c:v>
                </c:pt>
                <c:pt idx="1625">
                  <c:v>1142.4822771199861</c:v>
                </c:pt>
                <c:pt idx="1626">
                  <c:v>1143.5150139769303</c:v>
                </c:pt>
                <c:pt idx="1627">
                  <c:v>1144.5515096574031</c:v>
                </c:pt>
                <c:pt idx="1628">
                  <c:v>1145.5916887180865</c:v>
                </c:pt>
                <c:pt idx="1629">
                  <c:v>1146.635476493828</c:v>
                </c:pt>
                <c:pt idx="1630">
                  <c:v>1147.6827990907891</c:v>
                </c:pt>
                <c:pt idx="1631">
                  <c:v>1148.7335833794114</c:v>
                </c:pt>
                <c:pt idx="1632">
                  <c:v>1149.7877569878347</c:v>
                </c:pt>
                <c:pt idx="1633">
                  <c:v>1150.8452482949081</c:v>
                </c:pt>
                <c:pt idx="1634">
                  <c:v>1151.9059864236297</c:v>
                </c:pt>
                <c:pt idx="1635">
                  <c:v>1152.9699012344931</c:v>
                </c:pt>
                <c:pt idx="1636">
                  <c:v>1154.0369233188451</c:v>
                </c:pt>
                <c:pt idx="1637">
                  <c:v>1155.1069839923714</c:v>
                </c:pt>
                <c:pt idx="1638">
                  <c:v>1156.1800152886406</c:v>
                </c:pt>
                <c:pt idx="1639">
                  <c:v>1157.2559499526976</c:v>
                </c:pt>
                <c:pt idx="1640">
                  <c:v>1158.3347214346629</c:v>
                </c:pt>
                <c:pt idx="1641">
                  <c:v>1159.4162638834166</c:v>
                </c:pt>
                <c:pt idx="1642">
                  <c:v>1160.5005121403938</c:v>
                </c:pt>
                <c:pt idx="1643">
                  <c:v>1161.5874017333197</c:v>
                </c:pt>
                <c:pt idx="1644">
                  <c:v>1162.6768688700863</c:v>
                </c:pt>
                <c:pt idx="1645">
                  <c:v>1163.7688504326545</c:v>
                </c:pt>
                <c:pt idx="1646">
                  <c:v>1164.8632839710122</c:v>
                </c:pt>
                <c:pt idx="1647">
                  <c:v>1165.9601076971692</c:v>
                </c:pt>
                <c:pt idx="1648">
                  <c:v>1167.0592604791582</c:v>
                </c:pt>
                <c:pt idx="1649">
                  <c:v>1168.1606818352893</c:v>
                </c:pt>
                <c:pt idx="1650">
                  <c:v>1169.2643119280888</c:v>
                </c:pt>
                <c:pt idx="1651">
                  <c:v>1170.3700915587588</c:v>
                </c:pt>
                <c:pt idx="1652">
                  <c:v>1171.4779621611749</c:v>
                </c:pt>
                <c:pt idx="1653">
                  <c:v>1172.5878657963985</c:v>
                </c:pt>
                <c:pt idx="1654">
                  <c:v>1173.6997451468794</c:v>
                </c:pt>
                <c:pt idx="1655">
                  <c:v>1174.8135435109632</c:v>
                </c:pt>
                <c:pt idx="1656">
                  <c:v>1175.9292047972635</c:v>
                </c:pt>
                <c:pt idx="1657">
                  <c:v>1177.0466735192156</c:v>
                </c:pt>
                <c:pt idx="1658">
                  <c:v>1178.1658947895526</c:v>
                </c:pt>
                <c:pt idx="1659">
                  <c:v>1179.2868143149485</c:v>
                </c:pt>
                <c:pt idx="1660">
                  <c:v>1180.4093783906649</c:v>
                </c:pt>
                <c:pt idx="1661">
                  <c:v>1181.5335338950902</c:v>
                </c:pt>
                <c:pt idx="1662">
                  <c:v>1182.6592282846959</c:v>
                </c:pt>
                <c:pt idx="1663">
                  <c:v>1183.7864095886082</c:v>
                </c:pt>
                <c:pt idx="1664">
                  <c:v>1184.9150264035288</c:v>
                </c:pt>
                <c:pt idx="1665">
                  <c:v>1186.0450278885291</c:v>
                </c:pt>
                <c:pt idx="1666">
                  <c:v>1187.1763637600093</c:v>
                </c:pt>
                <c:pt idx="1667">
                  <c:v>1188.3089842866175</c:v>
                </c:pt>
                <c:pt idx="1668">
                  <c:v>1189.4428402842179</c:v>
                </c:pt>
                <c:pt idx="1669">
                  <c:v>1190.5778831109362</c:v>
                </c:pt>
                <c:pt idx="1670">
                  <c:v>1191.7140646622634</c:v>
                </c:pt>
                <c:pt idx="1671">
                  <c:v>1192.8513373661424</c:v>
                </c:pt>
                <c:pt idx="1672">
                  <c:v>1193.9896541780913</c:v>
                </c:pt>
                <c:pt idx="1673">
                  <c:v>1195.1289685765098</c:v>
                </c:pt>
                <c:pt idx="1674">
                  <c:v>1196.2692345577614</c:v>
                </c:pt>
                <c:pt idx="1675">
                  <c:v>1197.4104066315651</c:v>
                </c:pt>
                <c:pt idx="1676">
                  <c:v>1198.5524398163452</c:v>
                </c:pt>
                <c:pt idx="1677">
                  <c:v>1199.695289634484</c:v>
                </c:pt>
                <c:pt idx="1678">
                  <c:v>1200.8389121077319</c:v>
                </c:pt>
                <c:pt idx="1679">
                  <c:v>1201.9832637527584</c:v>
                </c:pt>
                <c:pt idx="1680">
                  <c:v>1203.1283015765134</c:v>
                </c:pt>
                <c:pt idx="1681">
                  <c:v>1204.2739830717917</c:v>
                </c:pt>
                <c:pt idx="1682">
                  <c:v>1205.4202662127873</c:v>
                </c:pt>
                <c:pt idx="1683">
                  <c:v>1206.5671094506629</c:v>
                </c:pt>
                <c:pt idx="1684">
                  <c:v>1207.714471709209</c:v>
                </c:pt>
                <c:pt idx="1685">
                  <c:v>1208.8623123804985</c:v>
                </c:pt>
                <c:pt idx="1686">
                  <c:v>1210.0105913206035</c:v>
                </c:pt>
                <c:pt idx="1687">
                  <c:v>1211.1592688452811</c:v>
                </c:pt>
                <c:pt idx="1688">
                  <c:v>1212.3083057257857</c:v>
                </c:pt>
                <c:pt idx="1689">
                  <c:v>1213.4576631847585</c:v>
                </c:pt>
                <c:pt idx="1690">
                  <c:v>1214.6073028919186</c:v>
                </c:pt>
                <c:pt idx="1691">
                  <c:v>1215.7571869600908</c:v>
                </c:pt>
                <c:pt idx="1692">
                  <c:v>1216.9072779410653</c:v>
                </c:pt>
                <c:pt idx="1693">
                  <c:v>1218.0575388215198</c:v>
                </c:pt>
                <c:pt idx="1694">
                  <c:v>1219.2079330191114</c:v>
                </c:pt>
                <c:pt idx="1695">
                  <c:v>1220.3584243783162</c:v>
                </c:pt>
                <c:pt idx="1696">
                  <c:v>1221.5089771667024</c:v>
                </c:pt>
                <c:pt idx="1697">
                  <c:v>1222.6595560709072</c:v>
                </c:pt>
                <c:pt idx="1698">
                  <c:v>1223.8101261927645</c:v>
                </c:pt>
                <c:pt idx="1699">
                  <c:v>1224.960653045433</c:v>
                </c:pt>
                <c:pt idx="1700">
                  <c:v>1226.1111025497066</c:v>
                </c:pt>
                <c:pt idx="1701">
                  <c:v>1227.2614410300716</c:v>
                </c:pt>
                <c:pt idx="1702">
                  <c:v>1228.4116352111505</c:v>
                </c:pt>
                <c:pt idx="1703">
                  <c:v>1229.5616522137948</c:v>
                </c:pt>
                <c:pt idx="1704">
                  <c:v>1230.7114595515275</c:v>
                </c:pt>
                <c:pt idx="1705">
                  <c:v>1231.8610251269349</c:v>
                </c:pt>
                <c:pt idx="1706">
                  <c:v>1233.0103172278577</c:v>
                </c:pt>
                <c:pt idx="1707">
                  <c:v>1234.1593045240415</c:v>
                </c:pt>
                <c:pt idx="1708">
                  <c:v>1235.3079560633873</c:v>
                </c:pt>
                <c:pt idx="1709">
                  <c:v>1236.4562412685541</c:v>
                </c:pt>
                <c:pt idx="1710">
                  <c:v>1237.6041299333594</c:v>
                </c:pt>
                <c:pt idx="1711">
                  <c:v>1238.7515922194232</c:v>
                </c:pt>
                <c:pt idx="1712">
                  <c:v>1239.8985986526682</c:v>
                </c:pt>
                <c:pt idx="1713">
                  <c:v>1241.0451201198905</c:v>
                </c:pt>
                <c:pt idx="1714">
                  <c:v>1242.1911278655014</c:v>
                </c:pt>
                <c:pt idx="1715">
                  <c:v>1243.3365934879851</c:v>
                </c:pt>
                <c:pt idx="1716">
                  <c:v>1244.4814889367594</c:v>
                </c:pt>
                <c:pt idx="1717">
                  <c:v>1245.6257865088369</c:v>
                </c:pt>
                <c:pt idx="1718">
                  <c:v>1246.7694588455029</c:v>
                </c:pt>
                <c:pt idx="1719">
                  <c:v>1247.9124789290947</c:v>
                </c:pt>
                <c:pt idx="1720">
                  <c:v>1249.0548200799194</c:v>
                </c:pt>
                <c:pt idx="1721">
                  <c:v>1250.1964559529154</c:v>
                </c:pt>
                <c:pt idx="1722">
                  <c:v>1251.3373605345437</c:v>
                </c:pt>
                <c:pt idx="1723">
                  <c:v>1252.4775081397881</c:v>
                </c:pt>
                <c:pt idx="1724">
                  <c:v>1253.6168734088292</c:v>
                </c:pt>
                <c:pt idx="1725">
                  <c:v>1254.7554313042149</c:v>
                </c:pt>
                <c:pt idx="1726">
                  <c:v>1255.8931571076198</c:v>
                </c:pt>
                <c:pt idx="1727">
                  <c:v>1257.0300264169825</c:v>
                </c:pt>
                <c:pt idx="1728">
                  <c:v>1258.1660151434241</c:v>
                </c:pt>
                <c:pt idx="1729">
                  <c:v>1259.3010995082657</c:v>
                </c:pt>
                <c:pt idx="1730">
                  <c:v>1260.4352560401749</c:v>
                </c:pt>
                <c:pt idx="1731">
                  <c:v>1261.5684615721773</c:v>
                </c:pt>
                <c:pt idx="1732">
                  <c:v>1262.7006932387894</c:v>
                </c:pt>
                <c:pt idx="1733">
                  <c:v>1263.8319284732213</c:v>
                </c:pt>
                <c:pt idx="1734">
                  <c:v>1264.9621450043883</c:v>
                </c:pt>
                <c:pt idx="1735">
                  <c:v>1266.0913208542167</c:v>
                </c:pt>
                <c:pt idx="1736">
                  <c:v>1267.2194343348654</c:v>
                </c:pt>
                <c:pt idx="1737">
                  <c:v>1268.3464640457862</c:v>
                </c:pt>
                <c:pt idx="1738">
                  <c:v>1269.4723888712851</c:v>
                </c:pt>
                <c:pt idx="1739">
                  <c:v>1270.5971879774636</c:v>
                </c:pt>
                <c:pt idx="1740">
                  <c:v>1271.7208408098252</c:v>
                </c:pt>
                <c:pt idx="1741">
                  <c:v>1272.8433270903188</c:v>
                </c:pt>
                <c:pt idx="1742">
                  <c:v>1273.9646268149497</c:v>
                </c:pt>
                <c:pt idx="1743">
                  <c:v>1275.0847202510352</c:v>
                </c:pt>
                <c:pt idx="1744">
                  <c:v>1276.2035879345517</c:v>
                </c:pt>
                <c:pt idx="1745">
                  <c:v>1277.3212106676096</c:v>
                </c:pt>
                <c:pt idx="1746">
                  <c:v>1278.4375695159217</c:v>
                </c:pt>
                <c:pt idx="1747">
                  <c:v>1279.5526458063032</c:v>
                </c:pt>
                <c:pt idx="1748">
                  <c:v>1280.6664211239834</c:v>
                </c:pt>
                <c:pt idx="1749">
                  <c:v>1281.7788773102848</c:v>
                </c:pt>
                <c:pt idx="1750">
                  <c:v>1282.8899964600644</c:v>
                </c:pt>
                <c:pt idx="1751">
                  <c:v>1283.9997609193624</c:v>
                </c:pt>
                <c:pt idx="1752">
                  <c:v>1285.108153282828</c:v>
                </c:pt>
                <c:pt idx="1753">
                  <c:v>1286.2151563914556</c:v>
                </c:pt>
                <c:pt idx="1754">
                  <c:v>1287.3207533300897</c:v>
                </c:pt>
                <c:pt idx="1755">
                  <c:v>1288.4249274251506</c:v>
                </c:pt>
                <c:pt idx="1756">
                  <c:v>1289.5276622421582</c:v>
                </c:pt>
                <c:pt idx="1757">
                  <c:v>1290.6289415836698</c:v>
                </c:pt>
                <c:pt idx="1758">
                  <c:v>1291.7287494865893</c:v>
                </c:pt>
                <c:pt idx="1759">
                  <c:v>1292.8270702202856</c:v>
                </c:pt>
                <c:pt idx="1760">
                  <c:v>1293.9238882840107</c:v>
                </c:pt>
                <c:pt idx="1761">
                  <c:v>1295.0191884049145</c:v>
                </c:pt>
                <c:pt idx="1762">
                  <c:v>1296.1129555355242</c:v>
                </c:pt>
                <c:pt idx="1763">
                  <c:v>1297.2051748518775</c:v>
                </c:pt>
                <c:pt idx="1764">
                  <c:v>1298.2958317510911</c:v>
                </c:pt>
                <c:pt idx="1765">
                  <c:v>1299.3849118492342</c:v>
                </c:pt>
                <c:pt idx="1766">
                  <c:v>1300.4724009793463</c:v>
                </c:pt>
                <c:pt idx="1767">
                  <c:v>1301.5582851890524</c:v>
                </c:pt>
                <c:pt idx="1768">
                  <c:v>1302.6425507386261</c:v>
                </c:pt>
                <c:pt idx="1769">
                  <c:v>1303.7251840989184</c:v>
                </c:pt>
                <c:pt idx="1770">
                  <c:v>1304.8061719491429</c:v>
                </c:pt>
                <c:pt idx="1771">
                  <c:v>1305.8855011748949</c:v>
                </c:pt>
                <c:pt idx="1772">
                  <c:v>1306.9631588661832</c:v>
                </c:pt>
                <c:pt idx="1773">
                  <c:v>1308.0391323153137</c:v>
                </c:pt>
                <c:pt idx="1774">
                  <c:v>1309.1134090149153</c:v>
                </c:pt>
                <c:pt idx="1775">
                  <c:v>1310.1859766559442</c:v>
                </c:pt>
                <c:pt idx="1776">
                  <c:v>1311.2568231258062</c:v>
                </c:pt>
                <c:pt idx="1777">
                  <c:v>1312.3259365062743</c:v>
                </c:pt>
                <c:pt idx="1778">
                  <c:v>1313.3933050715789</c:v>
                </c:pt>
                <c:pt idx="1779">
                  <c:v>1314.4589172866749</c:v>
                </c:pt>
                <c:pt idx="1780">
                  <c:v>1315.5227618050455</c:v>
                </c:pt>
                <c:pt idx="1781">
                  <c:v>1316.5848274670589</c:v>
                </c:pt>
                <c:pt idx="1782">
                  <c:v>1317.6451032980376</c:v>
                </c:pt>
                <c:pt idx="1783">
                  <c:v>1318.7035785063667</c:v>
                </c:pt>
                <c:pt idx="1784">
                  <c:v>1319.7602424816464</c:v>
                </c:pt>
                <c:pt idx="1785">
                  <c:v>1320.8150847929294</c:v>
                </c:pt>
                <c:pt idx="1786">
                  <c:v>1321.8680951869997</c:v>
                </c:pt>
                <c:pt idx="1787">
                  <c:v>1322.9192635864049</c:v>
                </c:pt>
                <c:pt idx="1788">
                  <c:v>1323.9685800878194</c:v>
                </c:pt>
                <c:pt idx="1789">
                  <c:v>1325.0160349602106</c:v>
                </c:pt>
                <c:pt idx="1790">
                  <c:v>1326.0616186431939</c:v>
                </c:pt>
                <c:pt idx="1791">
                  <c:v>1327.1053217452122</c:v>
                </c:pt>
                <c:pt idx="1792">
                  <c:v>1328.1471350418992</c:v>
                </c:pt>
                <c:pt idx="1793">
                  <c:v>1329.1870494743825</c:v>
                </c:pt>
                <c:pt idx="1794">
                  <c:v>1330.2250561475662</c:v>
                </c:pt>
                <c:pt idx="1795">
                  <c:v>1331.2611463285284</c:v>
                </c:pt>
                <c:pt idx="1796">
                  <c:v>1332.295311444728</c:v>
                </c:pt>
                <c:pt idx="1797">
                  <c:v>1333.3275430826143</c:v>
                </c:pt>
                <c:pt idx="1798">
                  <c:v>1334.3578329857883</c:v>
                </c:pt>
                <c:pt idx="1799">
                  <c:v>1335.3861730535261</c:v>
                </c:pt>
                <c:pt idx="1800">
                  <c:v>1336.4125553391152</c:v>
                </c:pt>
                <c:pt idx="1801">
                  <c:v>1337.4369720483442</c:v>
                </c:pt>
                <c:pt idx="1802">
                  <c:v>1338.4594155378861</c:v>
                </c:pt>
                <c:pt idx="1803">
                  <c:v>1339.4798783138092</c:v>
                </c:pt>
                <c:pt idx="1804">
                  <c:v>1340.4983530299514</c:v>
                </c:pt>
                <c:pt idx="1805">
                  <c:v>1341.5148324864542</c:v>
                </c:pt>
                <c:pt idx="1806">
                  <c:v>1342.5293096283415</c:v>
                </c:pt>
                <c:pt idx="1807">
                  <c:v>1343.5417775438586</c:v>
                </c:pt>
                <c:pt idx="1808">
                  <c:v>1344.5522294631087</c:v>
                </c:pt>
                <c:pt idx="1809">
                  <c:v>1345.5606587565196</c:v>
                </c:pt>
                <c:pt idx="1810">
                  <c:v>1346.5670589334509</c:v>
                </c:pt>
                <c:pt idx="1811">
                  <c:v>1347.5714236407084</c:v>
                </c:pt>
                <c:pt idx="1812">
                  <c:v>1348.5737466611342</c:v>
                </c:pt>
                <c:pt idx="1813">
                  <c:v>1349.5740219122004</c:v>
                </c:pt>
                <c:pt idx="1814">
                  <c:v>1350.5722434445979</c:v>
                </c:pt>
                <c:pt idx="1815">
                  <c:v>1351.5684054407884</c:v>
                </c:pt>
                <c:pt idx="1816">
                  <c:v>1352.5625022137463</c:v>
                </c:pt>
                <c:pt idx="1817">
                  <c:v>1353.5545282054863</c:v>
                </c:pt>
                <c:pt idx="1818">
                  <c:v>1354.544477985781</c:v>
                </c:pt>
                <c:pt idx="1819">
                  <c:v>1355.5323462507304</c:v>
                </c:pt>
                <c:pt idx="1820">
                  <c:v>1356.5181278215337</c:v>
                </c:pt>
                <c:pt idx="1821">
                  <c:v>1357.5018176431595</c:v>
                </c:pt>
                <c:pt idx="1822">
                  <c:v>1358.4834107829513</c:v>
                </c:pt>
                <c:pt idx="1823">
                  <c:v>1359.4629024294065</c:v>
                </c:pt>
                <c:pt idx="1824">
                  <c:v>1360.4402878909061</c:v>
                </c:pt>
                <c:pt idx="1825">
                  <c:v>1361.4155625943529</c:v>
                </c:pt>
                <c:pt idx="1826">
                  <c:v>1362.3887220840663</c:v>
                </c:pt>
                <c:pt idx="1827">
                  <c:v>1363.3597620203857</c:v>
                </c:pt>
                <c:pt idx="1828">
                  <c:v>1364.3286781784814</c:v>
                </c:pt>
                <c:pt idx="1829">
                  <c:v>1365.2954664472015</c:v>
                </c:pt>
                <c:pt idx="1830">
                  <c:v>1366.2601228277147</c:v>
                </c:pt>
                <c:pt idx="1831">
                  <c:v>1367.2226434324325</c:v>
                </c:pt>
                <c:pt idx="1832">
                  <c:v>1368.1830244837647</c:v>
                </c:pt>
                <c:pt idx="1833">
                  <c:v>1369.141262312985</c:v>
                </c:pt>
                <c:pt idx="1834">
                  <c:v>1370.0973533589349</c:v>
                </c:pt>
                <c:pt idx="1835">
                  <c:v>1371.0512941669879</c:v>
                </c:pt>
                <c:pt idx="1836">
                  <c:v>1372.0030813878332</c:v>
                </c:pt>
                <c:pt idx="1837">
                  <c:v>1372.9527117764085</c:v>
                </c:pt>
                <c:pt idx="1838">
                  <c:v>1373.9001821906793</c:v>
                </c:pt>
                <c:pt idx="1839">
                  <c:v>1374.8454895905556</c:v>
                </c:pt>
                <c:pt idx="1840">
                  <c:v>1375.7886310368208</c:v>
                </c:pt>
                <c:pt idx="1841">
                  <c:v>1376.7296036899538</c:v>
                </c:pt>
                <c:pt idx="1842">
                  <c:v>1377.6684048091504</c:v>
                </c:pt>
                <c:pt idx="1843">
                  <c:v>1378.6050317510619</c:v>
                </c:pt>
                <c:pt idx="1844">
                  <c:v>1379.5394819689711</c:v>
                </c:pt>
                <c:pt idx="1845">
                  <c:v>1380.4717530115172</c:v>
                </c:pt>
                <c:pt idx="1846">
                  <c:v>1381.4018425217525</c:v>
                </c:pt>
                <c:pt idx="1847">
                  <c:v>1382.3297482361086</c:v>
                </c:pt>
                <c:pt idx="1848">
                  <c:v>1383.2554679832431</c:v>
                </c:pt>
                <c:pt idx="1849">
                  <c:v>1384.1789996832313</c:v>
                </c:pt>
                <c:pt idx="1850">
                  <c:v>1385.1003413463241</c:v>
                </c:pt>
                <c:pt idx="1851">
                  <c:v>1386.019491072115</c:v>
                </c:pt>
                <c:pt idx="1852">
                  <c:v>1386.9364470484295</c:v>
                </c:pt>
                <c:pt idx="1853">
                  <c:v>1387.8512075504973</c:v>
                </c:pt>
                <c:pt idx="1854">
                  <c:v>1388.7637709397379</c:v>
                </c:pt>
                <c:pt idx="1855">
                  <c:v>1389.6741356629798</c:v>
                </c:pt>
                <c:pt idx="1856">
                  <c:v>1390.5823002514512</c:v>
                </c:pt>
                <c:pt idx="1857">
                  <c:v>1391.4882633198533</c:v>
                </c:pt>
                <c:pt idx="1858">
                  <c:v>1392.392023565347</c:v>
                </c:pt>
                <c:pt idx="1859">
                  <c:v>1393.2935797666644</c:v>
                </c:pt>
                <c:pt idx="1860">
                  <c:v>1394.1929307832479</c:v>
                </c:pt>
                <c:pt idx="1861">
                  <c:v>1395.0900755541668</c:v>
                </c:pt>
                <c:pt idx="1862">
                  <c:v>1395.9850130973898</c:v>
                </c:pt>
                <c:pt idx="1863">
                  <c:v>1396.8777425087817</c:v>
                </c:pt>
                <c:pt idx="1864">
                  <c:v>1397.7682629613087</c:v>
                </c:pt>
                <c:pt idx="1865">
                  <c:v>1398.6565737039634</c:v>
                </c:pt>
                <c:pt idx="1866">
                  <c:v>1399.542674061106</c:v>
                </c:pt>
                <c:pt idx="1867">
                  <c:v>1400.4265634314729</c:v>
                </c:pt>
                <c:pt idx="1868">
                  <c:v>1401.3082412874066</c:v>
                </c:pt>
                <c:pt idx="1869">
                  <c:v>1402.1877071738725</c:v>
                </c:pt>
                <c:pt idx="1870">
                  <c:v>1403.0649607077489</c:v>
                </c:pt>
                <c:pt idx="1871">
                  <c:v>1403.9400015769036</c:v>
                </c:pt>
                <c:pt idx="1872">
                  <c:v>1404.8128295394733</c:v>
                </c:pt>
                <c:pt idx="1873">
                  <c:v>1405.683444422868</c:v>
                </c:pt>
                <c:pt idx="1874">
                  <c:v>1406.5518461230936</c:v>
                </c:pt>
                <c:pt idx="1875">
                  <c:v>1407.4180346039866</c:v>
                </c:pt>
                <c:pt idx="1876">
                  <c:v>1408.2820098962782</c:v>
                </c:pt>
                <c:pt idx="1877">
                  <c:v>1409.1437720968877</c:v>
                </c:pt>
                <c:pt idx="1878">
                  <c:v>1410.0033213681484</c:v>
                </c:pt>
                <c:pt idx="1879">
                  <c:v>1410.860657936968</c:v>
                </c:pt>
                <c:pt idx="1880">
                  <c:v>1411.715782094097</c:v>
                </c:pt>
                <c:pt idx="1881">
                  <c:v>1412.5686941934489</c:v>
                </c:pt>
                <c:pt idx="1882">
                  <c:v>1413.4193946512364</c:v>
                </c:pt>
                <c:pt idx="1883">
                  <c:v>1414.2678839452037</c:v>
                </c:pt>
                <c:pt idx="1884">
                  <c:v>1415.1141626139968</c:v>
                </c:pt>
                <c:pt idx="1885">
                  <c:v>1415.9582312563546</c:v>
                </c:pt>
                <c:pt idx="1886">
                  <c:v>1416.800090530435</c:v>
                </c:pt>
                <c:pt idx="1887">
                  <c:v>1417.6397411529888</c:v>
                </c:pt>
                <c:pt idx="1888">
                  <c:v>1418.4771838988352</c:v>
                </c:pt>
                <c:pt idx="1889">
                  <c:v>1419.3124195999576</c:v>
                </c:pt>
                <c:pt idx="1890">
                  <c:v>1420.1454491449365</c:v>
                </c:pt>
                <c:pt idx="1891">
                  <c:v>1420.9762734781436</c:v>
                </c:pt>
                <c:pt idx="1892">
                  <c:v>1421.8048935991646</c:v>
                </c:pt>
                <c:pt idx="1893">
                  <c:v>1422.6313105621282</c:v>
                </c:pt>
                <c:pt idx="1894">
                  <c:v>1423.455525474868</c:v>
                </c:pt>
                <c:pt idx="1895">
                  <c:v>1424.2775394984833</c:v>
                </c:pt>
                <c:pt idx="1896">
                  <c:v>1425.0973538464823</c:v>
                </c:pt>
                <c:pt idx="1897">
                  <c:v>1425.9149697842176</c:v>
                </c:pt>
                <c:pt idx="1898">
                  <c:v>1426.7303886283014</c:v>
                </c:pt>
                <c:pt idx="1899">
                  <c:v>1427.5436117457723</c:v>
                </c:pt>
                <c:pt idx="1900">
                  <c:v>1428.3546405536736</c:v>
                </c:pt>
                <c:pt idx="1901">
                  <c:v>1429.1634765182532</c:v>
                </c:pt>
                <c:pt idx="1902">
                  <c:v>1429.9701211544605</c:v>
                </c:pt>
                <c:pt idx="1903">
                  <c:v>1430.7745760252808</c:v>
                </c:pt>
                <c:pt idx="1904">
                  <c:v>1431.5768427410708</c:v>
                </c:pt>
                <c:pt idx="1905">
                  <c:v>1432.3769229590498</c:v>
                </c:pt>
                <c:pt idx="1906">
                  <c:v>1433.1748183826094</c:v>
                </c:pt>
                <c:pt idx="1907">
                  <c:v>1433.9705307608244</c:v>
                </c:pt>
                <c:pt idx="1908">
                  <c:v>1434.7640618876944</c:v>
                </c:pt>
                <c:pt idx="1909">
                  <c:v>1435.5554136016995</c:v>
                </c:pt>
                <c:pt idx="1910">
                  <c:v>1436.3445877852687</c:v>
                </c:pt>
                <c:pt idx="1911">
                  <c:v>1437.1315863640136</c:v>
                </c:pt>
                <c:pt idx="1912">
                  <c:v>1437.9164113063214</c:v>
                </c:pt>
                <c:pt idx="1913">
                  <c:v>1438.6990646227189</c:v>
                </c:pt>
                <c:pt idx="1914">
                  <c:v>1439.4795483652981</c:v>
                </c:pt>
                <c:pt idx="1915">
                  <c:v>1440.2578646273021</c:v>
                </c:pt>
                <c:pt idx="1916">
                  <c:v>1441.0340155424128</c:v>
                </c:pt>
                <c:pt idx="1917">
                  <c:v>1441.8080032842761</c:v>
                </c:pt>
                <c:pt idx="1918">
                  <c:v>1442.5798300659546</c:v>
                </c:pt>
                <c:pt idx="1919">
                  <c:v>1443.3494981394447</c:v>
                </c:pt>
                <c:pt idx="1920">
                  <c:v>1444.1170097950601</c:v>
                </c:pt>
                <c:pt idx="1921">
                  <c:v>1444.8823673610468</c:v>
                </c:pt>
                <c:pt idx="1922">
                  <c:v>1445.6455732028935</c:v>
                </c:pt>
                <c:pt idx="1923">
                  <c:v>1446.4066297229838</c:v>
                </c:pt>
                <c:pt idx="1924">
                  <c:v>1447.1655393599622</c:v>
                </c:pt>
                <c:pt idx="1925">
                  <c:v>1447.922304588353</c:v>
                </c:pt>
                <c:pt idx="1926">
                  <c:v>1448.6769279178716</c:v>
                </c:pt>
                <c:pt idx="1927">
                  <c:v>1449.4294118932255</c:v>
                </c:pt>
                <c:pt idx="1928">
                  <c:v>1450.1797590933768</c:v>
                </c:pt>
                <c:pt idx="1929">
                  <c:v>1450.92797213113</c:v>
                </c:pt>
                <c:pt idx="1930">
                  <c:v>1451.6740536527145</c:v>
                </c:pt>
                <c:pt idx="1931">
                  <c:v>1452.4180063372594</c:v>
                </c:pt>
                <c:pt idx="1932">
                  <c:v>1453.1598328962959</c:v>
                </c:pt>
                <c:pt idx="1933">
                  <c:v>1453.8995360733895</c:v>
                </c:pt>
                <c:pt idx="1934">
                  <c:v>1454.6371186436131</c:v>
                </c:pt>
                <c:pt idx="1935">
                  <c:v>1455.3725834130209</c:v>
                </c:pt>
                <c:pt idx="1936">
                  <c:v>1456.1059332183977</c:v>
                </c:pt>
                <c:pt idx="1937">
                  <c:v>1456.8371709266007</c:v>
                </c:pt>
                <c:pt idx="1938">
                  <c:v>1457.5662994343131</c:v>
                </c:pt>
                <c:pt idx="1939">
                  <c:v>1458.2933216673975</c:v>
                </c:pt>
                <c:pt idx="1940">
                  <c:v>1459.0182405806461</c:v>
                </c:pt>
                <c:pt idx="1941">
                  <c:v>1459.7410591572241</c:v>
                </c:pt>
                <c:pt idx="1942">
                  <c:v>1460.4617804083368</c:v>
                </c:pt>
                <c:pt idx="1943">
                  <c:v>1461.1804073727776</c:v>
                </c:pt>
                <c:pt idx="1944">
                  <c:v>1461.8969431164653</c:v>
                </c:pt>
                <c:pt idx="1945">
                  <c:v>1462.6113907321273</c:v>
                </c:pt>
                <c:pt idx="1946">
                  <c:v>1463.3237533387719</c:v>
                </c:pt>
                <c:pt idx="1947">
                  <c:v>1464.0340340813807</c:v>
                </c:pt>
                <c:pt idx="1948">
                  <c:v>1464.7422361304655</c:v>
                </c:pt>
                <c:pt idx="1949">
                  <c:v>1465.4483626816882</c:v>
                </c:pt>
                <c:pt idx="1950">
                  <c:v>1466.1524169555057</c:v>
                </c:pt>
                <c:pt idx="1951">
                  <c:v>1466.8544021966832</c:v>
                </c:pt>
                <c:pt idx="1952">
                  <c:v>1467.5543216739475</c:v>
                </c:pt>
                <c:pt idx="1953">
                  <c:v>1468.2521786796581</c:v>
                </c:pt>
                <c:pt idx="1954">
                  <c:v>1468.9479765294595</c:v>
                </c:pt>
                <c:pt idx="1955">
                  <c:v>1469.6417185617081</c:v>
                </c:pt>
                <c:pt idx="1956">
                  <c:v>1470.3334081373537</c:v>
                </c:pt>
                <c:pt idx="1957">
                  <c:v>1471.0230486393889</c:v>
                </c:pt>
                <c:pt idx="1958">
                  <c:v>1471.7106434725879</c:v>
                </c:pt>
                <c:pt idx="1959">
                  <c:v>1472.3961960631566</c:v>
                </c:pt>
                <c:pt idx="1960">
                  <c:v>1473.0797098582359</c:v>
                </c:pt>
                <c:pt idx="1961">
                  <c:v>1473.7611883256959</c:v>
                </c:pt>
                <c:pt idx="1962">
                  <c:v>1474.4406349538606</c:v>
                </c:pt>
                <c:pt idx="1963">
                  <c:v>1475.1180532508533</c:v>
                </c:pt>
                <c:pt idx="1964">
                  <c:v>1475.7934467445712</c:v>
                </c:pt>
                <c:pt idx="1965">
                  <c:v>1476.4668189821869</c:v>
                </c:pt>
                <c:pt idx="1966">
                  <c:v>1477.1381735298985</c:v>
                </c:pt>
                <c:pt idx="1967">
                  <c:v>1477.8075139724481</c:v>
                </c:pt>
                <c:pt idx="1968">
                  <c:v>1478.4748439130954</c:v>
                </c:pt>
                <c:pt idx="1969">
                  <c:v>1479.1401669728652</c:v>
                </c:pt>
                <c:pt idx="1970">
                  <c:v>1479.8034867905869</c:v>
                </c:pt>
                <c:pt idx="1971">
                  <c:v>1480.4648070224941</c:v>
                </c:pt>
                <c:pt idx="1972">
                  <c:v>1481.1241313417286</c:v>
                </c:pt>
                <c:pt idx="1973">
                  <c:v>1481.7814634382851</c:v>
                </c:pt>
                <c:pt idx="1974">
                  <c:v>1482.4368070185301</c:v>
                </c:pt>
                <c:pt idx="1975">
                  <c:v>1483.0901658049522</c:v>
                </c:pt>
                <c:pt idx="1976">
                  <c:v>1483.7415435358648</c:v>
                </c:pt>
                <c:pt idx="1977">
                  <c:v>1484.3909439651584</c:v>
                </c:pt>
                <c:pt idx="1978">
                  <c:v>1485.038370861846</c:v>
                </c:pt>
                <c:pt idx="1979">
                  <c:v>1485.6838280098875</c:v>
                </c:pt>
                <c:pt idx="1980">
                  <c:v>1486.3273192080248</c:v>
                </c:pt>
                <c:pt idx="1981">
                  <c:v>1486.9688482691593</c:v>
                </c:pt>
                <c:pt idx="1982">
                  <c:v>1487.6084190204151</c:v>
                </c:pt>
                <c:pt idx="1983">
                  <c:v>1488.2460353026174</c:v>
                </c:pt>
                <c:pt idx="1984">
                  <c:v>1488.8817009701258</c:v>
                </c:pt>
                <c:pt idx="1985">
                  <c:v>1489.5154198905932</c:v>
                </c:pt>
                <c:pt idx="1986">
                  <c:v>1490.1471959445662</c:v>
                </c:pt>
                <c:pt idx="1987">
                  <c:v>1490.7770330253077</c:v>
                </c:pt>
                <c:pt idx="1988">
                  <c:v>1491.4049350385403</c:v>
                </c:pt>
                <c:pt idx="1989">
                  <c:v>1492.0309059020844</c:v>
                </c:pt>
                <c:pt idx="1990">
                  <c:v>1492.6549495458146</c:v>
                </c:pt>
                <c:pt idx="1991">
                  <c:v>1493.277069911024</c:v>
                </c:pt>
                <c:pt idx="1992">
                  <c:v>1493.8972709506213</c:v>
                </c:pt>
                <c:pt idx="1993">
                  <c:v>1494.5155566285434</c:v>
                </c:pt>
                <c:pt idx="1994">
                  <c:v>1495.1319309195869</c:v>
                </c:pt>
                <c:pt idx="1995">
                  <c:v>1495.7463978092321</c:v>
                </c:pt>
                <c:pt idx="1996">
                  <c:v>1496.3589612933656</c:v>
                </c:pt>
                <c:pt idx="1997">
                  <c:v>1496.9696253780273</c:v>
                </c:pt>
                <c:pt idx="1998">
                  <c:v>1497.5783940791232</c:v>
                </c:pt>
                <c:pt idx="1999">
                  <c:v>1498.1852714222712</c:v>
                </c:pt>
                <c:pt idx="2000">
                  <c:v>1498.7902614425213</c:v>
                </c:pt>
                <c:pt idx="2001">
                  <c:v>1499.3933681841515</c:v>
                </c:pt>
                <c:pt idx="2002">
                  <c:v>1499.9945957003858</c:v>
                </c:pt>
                <c:pt idx="2003">
                  <c:v>1500.5939480532372</c:v>
                </c:pt>
                <c:pt idx="2004">
                  <c:v>1501.1914293131497</c:v>
                </c:pt>
                <c:pt idx="2005">
                  <c:v>1501.7870435589628</c:v>
                </c:pt>
                <c:pt idx="2006">
                  <c:v>1502.3807948775466</c:v>
                </c:pt>
                <c:pt idx="2007">
                  <c:v>1502.9726873637032</c:v>
                </c:pt>
                <c:pt idx="2008">
                  <c:v>1503.5627251198191</c:v>
                </c:pt>
                <c:pt idx="2009">
                  <c:v>1504.1509122557152</c:v>
                </c:pt>
                <c:pt idx="2010">
                  <c:v>1504.7372528884484</c:v>
                </c:pt>
                <c:pt idx="2011">
                  <c:v>1505.3217511421028</c:v>
                </c:pt>
                <c:pt idx="2012">
                  <c:v>1505.9044111475789</c:v>
                </c:pt>
                <c:pt idx="2013">
                  <c:v>1506.4852370423007</c:v>
                </c:pt>
                <c:pt idx="2014">
                  <c:v>1507.0642329702202</c:v>
                </c:pt>
                <c:pt idx="2015">
                  <c:v>1507.6414030813705</c:v>
                </c:pt>
                <c:pt idx="2016">
                  <c:v>1508.2167515318536</c:v>
                </c:pt>
                <c:pt idx="2017">
                  <c:v>1508.7902824835749</c:v>
                </c:pt>
                <c:pt idx="2018">
                  <c:v>1509.3620001040358</c:v>
                </c:pt>
                <c:pt idx="2019">
                  <c:v>1509.9319085662055</c:v>
                </c:pt>
                <c:pt idx="2020">
                  <c:v>1510.5000120481582</c:v>
                </c:pt>
                <c:pt idx="2021">
                  <c:v>1511.066314733172</c:v>
                </c:pt>
                <c:pt idx="2022">
                  <c:v>1511.6308208093399</c:v>
                </c:pt>
                <c:pt idx="2023">
                  <c:v>1512.193534469355</c:v>
                </c:pt>
                <c:pt idx="2024">
                  <c:v>1512.754459910454</c:v>
                </c:pt>
                <c:pt idx="2025">
                  <c:v>1513.3136013342701</c:v>
                </c:pt>
                <c:pt idx="2026">
                  <c:v>1513.8709629464174</c:v>
                </c:pt>
                <c:pt idx="2027">
                  <c:v>1514.4265489566474</c:v>
                </c:pt>
                <c:pt idx="2028">
                  <c:v>1514.9803635783662</c:v>
                </c:pt>
                <c:pt idx="2029">
                  <c:v>1515.5324110286422</c:v>
                </c:pt>
                <c:pt idx="2030">
                  <c:v>1516.0826955280736</c:v>
                </c:pt>
                <c:pt idx="2031">
                  <c:v>1516.631221300375</c:v>
                </c:pt>
                <c:pt idx="2032">
                  <c:v>1517.1779925725828</c:v>
                </c:pt>
                <c:pt idx="2033">
                  <c:v>1517.7230135744896</c:v>
                </c:pt>
                <c:pt idx="2034">
                  <c:v>1518.266288538799</c:v>
                </c:pt>
                <c:pt idx="2035">
                  <c:v>1518.807821700864</c:v>
                </c:pt>
                <c:pt idx="2036">
                  <c:v>1519.3476172984081</c:v>
                </c:pt>
                <c:pt idx="2037">
                  <c:v>1519.8856795715515</c:v>
                </c:pt>
                <c:pt idx="2038">
                  <c:v>1520.4220127625722</c:v>
                </c:pt>
                <c:pt idx="2039">
                  <c:v>1520.9566211157039</c:v>
                </c:pt>
                <c:pt idx="2040">
                  <c:v>1521.4895088770893</c:v>
                </c:pt>
                <c:pt idx="2041">
                  <c:v>1522.0206802945822</c:v>
                </c:pt>
                <c:pt idx="2042">
                  <c:v>1522.5501396175439</c:v>
                </c:pt>
                <c:pt idx="2043">
                  <c:v>1523.0778910968468</c:v>
                </c:pt>
                <c:pt idx="2044">
                  <c:v>1523.6039389844511</c:v>
                </c:pt>
                <c:pt idx="2045">
                  <c:v>1524.1282875336692</c:v>
                </c:pt>
                <c:pt idx="2046">
                  <c:v>1524.6509409986761</c:v>
                </c:pt>
                <c:pt idx="2047">
                  <c:v>1525.1719036345212</c:v>
                </c:pt>
                <c:pt idx="2048">
                  <c:v>1525.6911796968748</c:v>
                </c:pt>
                <c:pt idx="2049">
                  <c:v>1526.2087734421305</c:v>
                </c:pt>
                <c:pt idx="2050">
                  <c:v>1526.7246891270493</c:v>
                </c:pt>
                <c:pt idx="2051">
                  <c:v>1527.2389310086426</c:v>
                </c:pt>
                <c:pt idx="2052">
                  <c:v>1527.7515033441571</c:v>
                </c:pt>
                <c:pt idx="2053">
                  <c:v>1528.262410390897</c:v>
                </c:pt>
                <c:pt idx="2054">
                  <c:v>1528.7716564060793</c:v>
                </c:pt>
                <c:pt idx="2055">
                  <c:v>1529.2792456466295</c:v>
                </c:pt>
                <c:pt idx="2056">
                  <c:v>1529.7851823691956</c:v>
                </c:pt>
                <c:pt idx="2057">
                  <c:v>1530.289470829947</c:v>
                </c:pt>
                <c:pt idx="2058">
                  <c:v>1530.7921152845165</c:v>
                </c:pt>
                <c:pt idx="2059">
                  <c:v>1531.2931199877703</c:v>
                </c:pt>
                <c:pt idx="2060">
                  <c:v>1531.7924891937955</c:v>
                </c:pt>
                <c:pt idx="2061">
                  <c:v>1532.2902271556682</c:v>
                </c:pt>
                <c:pt idx="2062">
                  <c:v>1532.7863381254904</c:v>
                </c:pt>
                <c:pt idx="2063">
                  <c:v>1533.2808263541283</c:v>
                </c:pt>
                <c:pt idx="2064">
                  <c:v>1533.7736960911759</c:v>
                </c:pt>
                <c:pt idx="2065">
                  <c:v>1534.2649515848384</c:v>
                </c:pt>
                <c:pt idx="2066">
                  <c:v>1534.754597081798</c:v>
                </c:pt>
                <c:pt idx="2067">
                  <c:v>1535.2426368270415</c:v>
                </c:pt>
                <c:pt idx="2068">
                  <c:v>1535.7290750639847</c:v>
                </c:pt>
                <c:pt idx="2069">
                  <c:v>1536.2139160341139</c:v>
                </c:pt>
                <c:pt idx="2070">
                  <c:v>1536.6971639768767</c:v>
                </c:pt>
                <c:pt idx="2071">
                  <c:v>1537.1788231298667</c:v>
                </c:pt>
                <c:pt idx="2072">
                  <c:v>1537.6588977283479</c:v>
                </c:pt>
                <c:pt idx="2073">
                  <c:v>1538.1373920054843</c:v>
                </c:pt>
                <c:pt idx="2074">
                  <c:v>1538.6143101919392</c:v>
                </c:pt>
                <c:pt idx="2075">
                  <c:v>1539.0896565159869</c:v>
                </c:pt>
                <c:pt idx="2076">
                  <c:v>1539.563435203409</c:v>
                </c:pt>
                <c:pt idx="2077">
                  <c:v>1540.0356504772244</c:v>
                </c:pt>
                <c:pt idx="2078">
                  <c:v>1540.5063065578167</c:v>
                </c:pt>
                <c:pt idx="2079">
                  <c:v>1540.9754076626134</c:v>
                </c:pt>
                <c:pt idx="2080">
                  <c:v>1541.4429580061819</c:v>
                </c:pt>
                <c:pt idx="2081">
                  <c:v>1541.9089618000833</c:v>
                </c:pt>
                <c:pt idx="2082">
                  <c:v>1542.3734232527079</c:v>
                </c:pt>
                <c:pt idx="2083">
                  <c:v>1542.8363465693064</c:v>
                </c:pt>
                <c:pt idx="2084">
                  <c:v>1543.2977359516897</c:v>
                </c:pt>
                <c:pt idx="2085">
                  <c:v>1543.7575955984858</c:v>
                </c:pt>
                <c:pt idx="2086">
                  <c:v>1544.2159297047078</c:v>
                </c:pt>
                <c:pt idx="2087">
                  <c:v>1544.6727424618609</c:v>
                </c:pt>
                <c:pt idx="2088">
                  <c:v>1545.1280380578539</c:v>
                </c:pt>
                <c:pt idx="2089">
                  <c:v>1545.5818206767945</c:v>
                </c:pt>
                <c:pt idx="2090">
                  <c:v>1546.0340944989903</c:v>
                </c:pt>
                <c:pt idx="2091">
                  <c:v>1546.4848637010134</c:v>
                </c:pt>
                <c:pt idx="2092">
                  <c:v>1546.9341324552418</c:v>
                </c:pt>
                <c:pt idx="2093">
                  <c:v>1547.3819049302047</c:v>
                </c:pt>
                <c:pt idx="2094">
                  <c:v>1547.8281852902003</c:v>
                </c:pt>
                <c:pt idx="2095">
                  <c:v>1548.2729776954038</c:v>
                </c:pt>
                <c:pt idx="2096">
                  <c:v>1548.7162863016219</c:v>
                </c:pt>
                <c:pt idx="2097">
                  <c:v>1549.1581152603981</c:v>
                </c:pt>
                <c:pt idx="2098">
                  <c:v>1549.5984687188427</c:v>
                </c:pt>
                <c:pt idx="2099">
                  <c:v>1550.0373508195332</c:v>
                </c:pt>
                <c:pt idx="2100">
                  <c:v>1550.4747657004903</c:v>
                </c:pt>
                <c:pt idx="2101">
                  <c:v>1550.910632560772</c:v>
                </c:pt>
                <c:pt idx="2102">
                  <c:v>1551.3449601627601</c:v>
                </c:pt>
                <c:pt idx="2103">
                  <c:v>1551.7777570415333</c:v>
                </c:pt>
                <c:pt idx="2104">
                  <c:v>1552.2090315155201</c:v>
                </c:pt>
                <c:pt idx="2105">
                  <c:v>1552.638791696148</c:v>
                </c:pt>
                <c:pt idx="2106">
                  <c:v>1553.0670454975898</c:v>
                </c:pt>
                <c:pt idx="2107">
                  <c:v>1553.4938006454674</c:v>
                </c:pt>
                <c:pt idx="2108">
                  <c:v>1553.9190646856364</c:v>
                </c:pt>
                <c:pt idx="2109">
                  <c:v>1554.3428449923067</c:v>
                </c:pt>
                <c:pt idx="2110">
                  <c:v>1554.765148775612</c:v>
                </c:pt>
                <c:pt idx="2111">
                  <c:v>1555.1859830893698</c:v>
                </c:pt>
                <c:pt idx="2112">
                  <c:v>1555.6053548378327</c:v>
                </c:pt>
                <c:pt idx="2113">
                  <c:v>1556.0232707825239</c:v>
                </c:pt>
                <c:pt idx="2114">
                  <c:v>1556.4397375487431</c:v>
                </c:pt>
                <c:pt idx="2115">
                  <c:v>1556.8547616314361</c:v>
                </c:pt>
                <c:pt idx="2116">
                  <c:v>1557.2683494013459</c:v>
                </c:pt>
                <c:pt idx="2117">
                  <c:v>1557.6805071101874</c:v>
                </c:pt>
                <c:pt idx="2118">
                  <c:v>1558.091240896309</c:v>
                </c:pt>
                <c:pt idx="2119">
                  <c:v>1558.5005567893418</c:v>
                </c:pt>
                <c:pt idx="2120">
                  <c:v>1558.9084607153738</c:v>
                </c:pt>
                <c:pt idx="2121">
                  <c:v>1559.3149585012843</c:v>
                </c:pt>
                <c:pt idx="2122">
                  <c:v>1559.7200558790678</c:v>
                </c:pt>
                <c:pt idx="2123">
                  <c:v>1560.1042764298866</c:v>
                </c:pt>
                <c:pt idx="2124">
                  <c:v>1560.4679391162892</c:v>
                </c:pt>
                <c:pt idx="2125">
                  <c:v>1560.8113591068443</c:v>
                </c:pt>
                <c:pt idx="2126">
                  <c:v>1561.1348478143407</c:v>
                </c:pt>
                <c:pt idx="2127">
                  <c:v>1561.4387129339245</c:v>
                </c:pt>
                <c:pt idx="2128">
                  <c:v>1561.723258480569</c:v>
                </c:pt>
                <c:pt idx="2129">
                  <c:v>1561.9887848270025</c:v>
                </c:pt>
                <c:pt idx="2130">
                  <c:v>1562.2355887408082</c:v>
                </c:pt>
                <c:pt idx="2131">
                  <c:v>1562.4639634216828</c:v>
                </c:pt>
                <c:pt idx="2132">
                  <c:v>1562.674198538308</c:v>
                </c:pt>
                <c:pt idx="2133">
                  <c:v>1562.8665802649807</c:v>
                </c:pt>
                <c:pt idx="2134">
                  <c:v>1563.0413913179398</c:v>
                </c:pt>
                <c:pt idx="2135">
                  <c:v>1563.1989109915382</c:v>
                </c:pt>
                <c:pt idx="2136">
                  <c:v>1563.3394151941479</c:v>
                </c:pt>
                <c:pt idx="2137">
                  <c:v>1563.4631764836179</c:v>
                </c:pt>
                <c:pt idx="2138">
                  <c:v>1563.5704641028062</c:v>
                </c:pt>
                <c:pt idx="2139">
                  <c:v>1563.6615440143501</c:v>
                </c:pt>
                <c:pt idx="2140">
                  <c:v>1563.7366789356433</c:v>
                </c:pt>
                <c:pt idx="2141">
                  <c:v>1563.7961283731513</c:v>
                </c:pt>
                <c:pt idx="2142">
                  <c:v>1563.8401486567557</c:v>
                </c:pt>
                <c:pt idx="2143">
                  <c:v>1563.8689929735476</c:v>
                </c:pt>
                <c:pt idx="2144">
                  <c:v>1563.8829114014509</c:v>
                </c:pt>
                <c:pt idx="2145">
                  <c:v>1563.8820722614994</c:v>
                </c:pt>
                <c:pt idx="2146">
                  <c:v>1563.866642732477</c:v>
                </c:pt>
                <c:pt idx="2147">
                  <c:v>1563.8367888531484</c:v>
                </c:pt>
                <c:pt idx="2148">
                  <c:v>1563.7926755251217</c:v>
                </c:pt>
                <c:pt idx="2149">
                  <c:v>1563.7344665153055</c:v>
                </c:pt>
                <c:pt idx="2150">
                  <c:v>1563.6623244586674</c:v>
                </c:pt>
                <c:pt idx="2151">
                  <c:v>1563.5764108611875</c:v>
                </c:pt>
                <c:pt idx="2152">
                  <c:v>1563.4768861025918</c:v>
                </c:pt>
                <c:pt idx="2153">
                  <c:v>1563.3639094393197</c:v>
                </c:pt>
                <c:pt idx="2154">
                  <c:v>1563.2376390075453</c:v>
                </c:pt>
                <c:pt idx="2155">
                  <c:v>1563.0982318264726</c:v>
                </c:pt>
                <c:pt idx="2156">
                  <c:v>1562.9458438010456</c:v>
                </c:pt>
                <c:pt idx="2157">
                  <c:v>1562.7806297255513</c:v>
                </c:pt>
                <c:pt idx="2158">
                  <c:v>1562.6027432867827</c:v>
                </c:pt>
                <c:pt idx="2159">
                  <c:v>1562.4123370671946</c:v>
                </c:pt>
                <c:pt idx="2160">
                  <c:v>1562.2095625484906</c:v>
                </c:pt>
                <c:pt idx="2161">
                  <c:v>1561.9945701150737</c:v>
                </c:pt>
                <c:pt idx="2162">
                  <c:v>1561.7675090572245</c:v>
                </c:pt>
                <c:pt idx="2163">
                  <c:v>1561.5285275751091</c:v>
                </c:pt>
                <c:pt idx="2164">
                  <c:v>1561.2777727819873</c:v>
                </c:pt>
                <c:pt idx="2165">
                  <c:v>1561.0153907079555</c:v>
                </c:pt>
                <c:pt idx="2166">
                  <c:v>1560.7415263037849</c:v>
                </c:pt>
                <c:pt idx="2167">
                  <c:v>1560.4563231266668</c:v>
                </c:pt>
                <c:pt idx="2168">
                  <c:v>1560.1599233542699</c:v>
                </c:pt>
                <c:pt idx="2169">
                  <c:v>1559.8524677987618</c:v>
                </c:pt>
                <c:pt idx="2170">
                  <c:v>1559.5340959202354</c:v>
                </c:pt>
                <c:pt idx="2171">
                  <c:v>1559.204945840459</c:v>
                </c:pt>
                <c:pt idx="2172">
                  <c:v>1558.8651543560973</c:v>
                </c:pt>
                <c:pt idx="2173">
                  <c:v>1558.5148569521366</c:v>
                </c:pt>
                <c:pt idx="2174">
                  <c:v>1558.1541878146122</c:v>
                </c:pt>
                <c:pt idx="2175">
                  <c:v>1557.7832798440159</c:v>
                </c:pt>
                <c:pt idx="2176">
                  <c:v>1557.4022646674716</c:v>
                </c:pt>
                <c:pt idx="2177">
                  <c:v>1557.0112726519696</c:v>
                </c:pt>
                <c:pt idx="2178">
                  <c:v>1556.6104329162911</c:v>
                </c:pt>
                <c:pt idx="2179">
                  <c:v>1556.1998733437606</c:v>
                </c:pt>
                <c:pt idx="2180">
                  <c:v>1555.779720594179</c:v>
                </c:pt>
                <c:pt idx="2181">
                  <c:v>1555.3501001160143</c:v>
                </c:pt>
                <c:pt idx="2182">
                  <c:v>1554.9111361581652</c:v>
                </c:pt>
                <c:pt idx="2183">
                  <c:v>1554.4629517819678</c:v>
                </c:pt>
                <c:pt idx="2184">
                  <c:v>1554.0056688725481</c:v>
                </c:pt>
                <c:pt idx="2185">
                  <c:v>1553.5394081505608</c:v>
                </c:pt>
                <c:pt idx="2186">
                  <c:v>1553.0642891833991</c:v>
                </c:pt>
                <c:pt idx="2187">
                  <c:v>1552.5804303966104</c:v>
                </c:pt>
                <c:pt idx="2188">
                  <c:v>1552.0879490847778</c:v>
                </c:pt>
                <c:pt idx="2189">
                  <c:v>1551.5869614214926</c:v>
                </c:pt>
                <c:pt idx="2190">
                  <c:v>1551.0775824687792</c:v>
                </c:pt>
                <c:pt idx="2191">
                  <c:v>1550.5599261866496</c:v>
                </c:pt>
                <c:pt idx="2192">
                  <c:v>1550.0341054428038</c:v>
                </c:pt>
                <c:pt idx="2193">
                  <c:v>1549.5002320218262</c:v>
                </c:pt>
                <c:pt idx="2194">
                  <c:v>1548.9584166345107</c:v>
                </c:pt>
                <c:pt idx="2195">
                  <c:v>1548.4087689274093</c:v>
                </c:pt>
                <c:pt idx="2196">
                  <c:v>1547.8513974916677</c:v>
                </c:pt>
                <c:pt idx="2197">
                  <c:v>1547.286409872406</c:v>
                </c:pt>
                <c:pt idx="2198">
                  <c:v>1546.7139125776112</c:v>
                </c:pt>
                <c:pt idx="2199">
                  <c:v>1546.1340110873521</c:v>
                </c:pt>
                <c:pt idx="2200">
                  <c:v>1545.5468098623151</c:v>
                </c:pt>
                <c:pt idx="2201">
                  <c:v>1544.9524123531214</c:v>
                </c:pt>
                <c:pt idx="2202">
                  <c:v>1544.3509210086661</c:v>
                </c:pt>
                <c:pt idx="2203">
                  <c:v>1543.742437285156</c:v>
                </c:pt>
                <c:pt idx="2204">
                  <c:v>1543.1270616545498</c:v>
                </c:pt>
                <c:pt idx="2205">
                  <c:v>1542.5048936132544</c:v>
                </c:pt>
                <c:pt idx="2206">
                  <c:v>1541.8760316905057</c:v>
                </c:pt>
                <c:pt idx="2207">
                  <c:v>1541.2405734569438</c:v>
                </c:pt>
                <c:pt idx="2208">
                  <c:v>1540.5986155328796</c:v>
                </c:pt>
                <c:pt idx="2209">
                  <c:v>1539.9502535966897</c:v>
                </c:pt>
                <c:pt idx="2210">
                  <c:v>1539.2955823930251</c:v>
                </c:pt>
                <c:pt idx="2211">
                  <c:v>1538.6346957408628</c:v>
                </c:pt>
                <c:pt idx="2212">
                  <c:v>1537.9676865418346</c:v>
                </c:pt>
                <c:pt idx="2213">
                  <c:v>1537.2946467880804</c:v>
                </c:pt>
                <c:pt idx="2214">
                  <c:v>1536.6156675702371</c:v>
                </c:pt>
                <c:pt idx="2215">
                  <c:v>1535.9308390854828</c:v>
                </c:pt>
                <c:pt idx="2216">
                  <c:v>1535.2402506451087</c:v>
                </c:pt>
                <c:pt idx="2217">
                  <c:v>1534.543990682464</c:v>
                </c:pt>
                <c:pt idx="2218">
                  <c:v>1533.8421467606856</c:v>
                </c:pt>
                <c:pt idx="2219">
                  <c:v>1533.1348055801138</c:v>
                </c:pt>
                <c:pt idx="2220">
                  <c:v>1532.4220529860684</c:v>
                </c:pt>
                <c:pt idx="2221">
                  <c:v>1531.7039739762899</c:v>
                </c:pt>
                <c:pt idx="2222">
                  <c:v>1530.9806527082942</c:v>
                </c:pt>
                <c:pt idx="2223">
                  <c:v>1530.2521725068725</c:v>
                </c:pt>
                <c:pt idx="2224">
                  <c:v>1529.5186158712697</c:v>
                </c:pt>
                <c:pt idx="2225">
                  <c:v>1528.7800644825577</c:v>
                </c:pt>
                <c:pt idx="2226">
                  <c:v>1528.0365992107827</c:v>
                </c:pt>
                <c:pt idx="2227">
                  <c:v>1527.288300122005</c:v>
                </c:pt>
                <c:pt idx="2228">
                  <c:v>1526.5352464854648</c:v>
                </c:pt>
                <c:pt idx="2229">
                  <c:v>1525.7775167806378</c:v>
                </c:pt>
                <c:pt idx="2230">
                  <c:v>1525.0151887039976</c:v>
                </c:pt>
                <c:pt idx="2231">
                  <c:v>1524.2483391760579</c:v>
                </c:pt>
                <c:pt idx="2232">
                  <c:v>1523.4770443482234</c:v>
                </c:pt>
                <c:pt idx="2233">
                  <c:v>1522.7013796093624</c:v>
                </c:pt>
                <c:pt idx="2234">
                  <c:v>1521.9214195927868</c:v>
                </c:pt>
                <c:pt idx="2235">
                  <c:v>1521.1372381826836</c:v>
                </c:pt>
                <c:pt idx="2236">
                  <c:v>1520.3489085208869</c:v>
                </c:pt>
                <c:pt idx="2237">
                  <c:v>1519.556503013293</c:v>
                </c:pt>
                <c:pt idx="2238">
                  <c:v>1518.7600933364661</c:v>
                </c:pt>
                <c:pt idx="2239">
                  <c:v>1517.9597504440164</c:v>
                </c:pt>
                <c:pt idx="2240">
                  <c:v>1517.1555445729639</c:v>
                </c:pt>
                <c:pt idx="2241">
                  <c:v>1516.3475452500645</c:v>
                </c:pt>
                <c:pt idx="2242">
                  <c:v>1515.5358212981362</c:v>
                </c:pt>
                <c:pt idx="2243">
                  <c:v>1514.7204408423188</c:v>
                </c:pt>
                <c:pt idx="2244">
                  <c:v>1513.9014713160473</c:v>
                </c:pt>
                <c:pt idx="2245">
                  <c:v>1513.0789794674438</c:v>
                </c:pt>
                <c:pt idx="2246">
                  <c:v>1512.2530313650709</c:v>
                </c:pt>
                <c:pt idx="2247">
                  <c:v>1511.423692404333</c:v>
                </c:pt>
                <c:pt idx="2248">
                  <c:v>1510.5910273130291</c:v>
                </c:pt>
                <c:pt idx="2249">
                  <c:v>1509.7551001575341</c:v>
                </c:pt>
                <c:pt idx="2250">
                  <c:v>1508.9159743486071</c:v>
                </c:pt>
                <c:pt idx="2251">
                  <c:v>1508.0737126471588</c:v>
                </c:pt>
                <c:pt idx="2252">
                  <c:v>1507.2283771700265</c:v>
                </c:pt>
                <c:pt idx="2253">
                  <c:v>1506.3800293957395</c:v>
                </c:pt>
                <c:pt idx="2254">
                  <c:v>1505.5287301701849</c:v>
                </c:pt>
                <c:pt idx="2255">
                  <c:v>1504.6745397120924</c:v>
                </c:pt>
                <c:pt idx="2256">
                  <c:v>1503.8175176187563</c:v>
                </c:pt>
                <c:pt idx="2257">
                  <c:v>1502.9577228715868</c:v>
                </c:pt>
                <c:pt idx="2258">
                  <c:v>1502.0952138414245</c:v>
                </c:pt>
                <c:pt idx="2259">
                  <c:v>1501.230048294062</c:v>
                </c:pt>
                <c:pt idx="2260">
                  <c:v>1500.3622833957338</c:v>
                </c:pt>
                <c:pt idx="2261">
                  <c:v>1499.4919757182111</c:v>
                </c:pt>
                <c:pt idx="2262">
                  <c:v>1498.6191812443333</c:v>
                </c:pt>
                <c:pt idx="2263">
                  <c:v>1497.7439553732161</c:v>
                </c:pt>
                <c:pt idx="2264">
                  <c:v>1496.866352925246</c:v>
                </c:pt>
                <c:pt idx="2265">
                  <c:v>1495.9864281475732</c:v>
                </c:pt>
                <c:pt idx="2266">
                  <c:v>1495.104234718953</c:v>
                </c:pt>
                <c:pt idx="2267">
                  <c:v>1494.2198257549851</c:v>
                </c:pt>
                <c:pt idx="2268">
                  <c:v>1493.3332538130639</c:v>
                </c:pt>
                <c:pt idx="2269">
                  <c:v>1492.4445708974611</c:v>
                </c:pt>
                <c:pt idx="2270">
                  <c:v>1491.5538284641405</c:v>
                </c:pt>
                <c:pt idx="2271">
                  <c:v>1490.6610774257344</c:v>
                </c:pt>
                <c:pt idx="2272">
                  <c:v>1489.7663681564063</c:v>
                </c:pt>
                <c:pt idx="2273">
                  <c:v>1488.8697504967986</c:v>
                </c:pt>
                <c:pt idx="2274">
                  <c:v>1487.9712737584991</c:v>
                </c:pt>
                <c:pt idx="2275">
                  <c:v>1487.0709867291123</c:v>
                </c:pt>
                <c:pt idx="2276">
                  <c:v>1486.1689376767727</c:v>
                </c:pt>
                <c:pt idx="2277">
                  <c:v>1485.265174354884</c:v>
                </c:pt>
                <c:pt idx="2278">
                  <c:v>1484.3597440066753</c:v>
                </c:pt>
                <c:pt idx="2279">
                  <c:v>1483.4526933699017</c:v>
                </c:pt>
                <c:pt idx="2280">
                  <c:v>1482.5440686812456</c:v>
                </c:pt>
                <c:pt idx="2281">
                  <c:v>1481.6339156809192</c:v>
                </c:pt>
                <c:pt idx="2282">
                  <c:v>1480.7222796170713</c:v>
                </c:pt>
                <c:pt idx="2283">
                  <c:v>1479.8092052503655</c:v>
                </c:pt>
                <c:pt idx="2284">
                  <c:v>1478.8947368581469</c:v>
                </c:pt>
                <c:pt idx="2285">
                  <c:v>1477.9789182389145</c:v>
                </c:pt>
                <c:pt idx="2286">
                  <c:v>1477.0617927166638</c:v>
                </c:pt>
                <c:pt idx="2287">
                  <c:v>1476.1434031451886</c:v>
                </c:pt>
                <c:pt idx="2288">
                  <c:v>1475.2237919122178</c:v>
                </c:pt>
                <c:pt idx="2289">
                  <c:v>1474.3030009436395</c:v>
                </c:pt>
                <c:pt idx="2290">
                  <c:v>1473.3810717078925</c:v>
                </c:pt>
                <c:pt idx="2291">
                  <c:v>1472.4580452197395</c:v>
                </c:pt>
                <c:pt idx="2292">
                  <c:v>1471.5339620447062</c:v>
                </c:pt>
                <c:pt idx="2293">
                  <c:v>1470.6088623028986</c:v>
                </c:pt>
                <c:pt idx="2294">
                  <c:v>1469.6827856732364</c:v>
                </c:pt>
                <c:pt idx="2295">
                  <c:v>1468.7557713973742</c:v>
                </c:pt>
                <c:pt idx="2296">
                  <c:v>1467.827858283563</c:v>
                </c:pt>
                <c:pt idx="2297">
                  <c:v>1466.8990847107416</c:v>
                </c:pt>
                <c:pt idx="2298">
                  <c:v>1465.9694886323782</c:v>
                </c:pt>
                <c:pt idx="2299">
                  <c:v>1465.0391075803061</c:v>
                </c:pt>
                <c:pt idx="2300">
                  <c:v>1464.1079786685561</c:v>
                </c:pt>
                <c:pt idx="2301">
                  <c:v>1463.1761385972723</c:v>
                </c:pt>
                <c:pt idx="2302">
                  <c:v>1462.2436236563001</c:v>
                </c:pt>
                <c:pt idx="2303">
                  <c:v>1461.3104697290371</c:v>
                </c:pt>
                <c:pt idx="2304">
                  <c:v>1460.3767122961217</c:v>
                </c:pt>
                <c:pt idx="2305">
                  <c:v>1459.4423864390847</c:v>
                </c:pt>
                <c:pt idx="2306">
                  <c:v>1458.5075268439812</c:v>
                </c:pt>
                <c:pt idx="2307">
                  <c:v>1457.5721678050538</c:v>
                </c:pt>
                <c:pt idx="2308">
                  <c:v>1456.6363432282824</c:v>
                </c:pt>
                <c:pt idx="2309">
                  <c:v>1455.7000866349588</c:v>
                </c:pt>
                <c:pt idx="2310">
                  <c:v>1454.7634311650656</c:v>
                </c:pt>
                <c:pt idx="2311">
                  <c:v>1453.826409580977</c:v>
                </c:pt>
                <c:pt idx="2312">
                  <c:v>1452.8890542708032</c:v>
                </c:pt>
                <c:pt idx="2313">
                  <c:v>1451.9513972518321</c:v>
                </c:pt>
                <c:pt idx="2314">
                  <c:v>1451.0134701739305</c:v>
                </c:pt>
                <c:pt idx="2315">
                  <c:v>1450.0753043228983</c:v>
                </c:pt>
                <c:pt idx="2316">
                  <c:v>1449.1369306238666</c:v>
                </c:pt>
                <c:pt idx="2317">
                  <c:v>1448.1983796445525</c:v>
                </c:pt>
                <c:pt idx="2318">
                  <c:v>1447.2596815985794</c:v>
                </c:pt>
                <c:pt idx="2319">
                  <c:v>1446.3208663487767</c:v>
                </c:pt>
                <c:pt idx="2320">
                  <c:v>1445.3819634102811</c:v>
                </c:pt>
                <c:pt idx="2321">
                  <c:v>1444.4430019538245</c:v>
                </c:pt>
                <c:pt idx="2322">
                  <c:v>1443.5040108089997</c:v>
                </c:pt>
                <c:pt idx="2323">
                  <c:v>1442.5650184671865</c:v>
                </c:pt>
                <c:pt idx="2324">
                  <c:v>1441.6260530848772</c:v>
                </c:pt>
                <c:pt idx="2325">
                  <c:v>1440.6871424867247</c:v>
                </c:pt>
                <c:pt idx="2326">
                  <c:v>1439.7483141684318</c:v>
                </c:pt>
                <c:pt idx="2327">
                  <c:v>1438.8095953001305</c:v>
                </c:pt>
                <c:pt idx="2328">
                  <c:v>1437.8710127290967</c:v>
                </c:pt>
                <c:pt idx="2329">
                  <c:v>1436.9325929828133</c:v>
                </c:pt>
                <c:pt idx="2330">
                  <c:v>1435.9943622721269</c:v>
                </c:pt>
                <c:pt idx="2331">
                  <c:v>1435.0563464938866</c:v>
                </c:pt>
                <c:pt idx="2332">
                  <c:v>1434.1185712340678</c:v>
                </c:pt>
                <c:pt idx="2333">
                  <c:v>1433.1810617706135</c:v>
                </c:pt>
                <c:pt idx="2334">
                  <c:v>1432.2438430762254</c:v>
                </c:pt>
                <c:pt idx="2335">
                  <c:v>1431.3069398213756</c:v>
                </c:pt>
                <c:pt idx="2336">
                  <c:v>1430.3703763768865</c:v>
                </c:pt>
                <c:pt idx="2337">
                  <c:v>1429.4341768168647</c:v>
                </c:pt>
                <c:pt idx="2338">
                  <c:v>1428.4983649215721</c:v>
                </c:pt>
                <c:pt idx="2339">
                  <c:v>1427.5629641799203</c:v>
                </c:pt>
                <c:pt idx="2340">
                  <c:v>1426.6279977923061</c:v>
                </c:pt>
                <c:pt idx="2341">
                  <c:v>1425.693488673438</c:v>
                </c:pt>
                <c:pt idx="2342">
                  <c:v>1424.7594594547952</c:v>
                </c:pt>
                <c:pt idx="2343">
                  <c:v>1423.8259324874093</c:v>
                </c:pt>
                <c:pt idx="2344">
                  <c:v>1422.8929298444466</c:v>
                </c:pt>
                <c:pt idx="2345">
                  <c:v>1421.9604733238218</c:v>
                </c:pt>
                <c:pt idx="2346">
                  <c:v>1421.0285844507823</c:v>
                </c:pt>
                <c:pt idx="2347">
                  <c:v>1420.0972844805615</c:v>
                </c:pt>
                <c:pt idx="2348">
                  <c:v>1419.1665944006324</c:v>
                </c:pt>
                <c:pt idx="2349">
                  <c:v>1418.2365349336387</c:v>
                </c:pt>
                <c:pt idx="2350">
                  <c:v>1417.3071265395108</c:v>
                </c:pt>
                <c:pt idx="2351">
                  <c:v>1416.378389418179</c:v>
                </c:pt>
                <c:pt idx="2352">
                  <c:v>1415.4503435119493</c:v>
                </c:pt>
                <c:pt idx="2353">
                  <c:v>1414.5230085078608</c:v>
                </c:pt>
                <c:pt idx="2354">
                  <c:v>1413.5964038402194</c:v>
                </c:pt>
                <c:pt idx="2355">
                  <c:v>1412.6705486929986</c:v>
                </c:pt>
                <c:pt idx="2356">
                  <c:v>1411.7454620020358</c:v>
                </c:pt>
                <c:pt idx="2357">
                  <c:v>1410.8211624574999</c:v>
                </c:pt>
                <c:pt idx="2358">
                  <c:v>1409.8976685063326</c:v>
                </c:pt>
                <c:pt idx="2359">
                  <c:v>1408.9749983542974</c:v>
                </c:pt>
                <c:pt idx="2360">
                  <c:v>1408.0531699685139</c:v>
                </c:pt>
                <c:pt idx="2361">
                  <c:v>1407.1322010795066</c:v>
                </c:pt>
                <c:pt idx="2362">
                  <c:v>1406.2121091836732</c:v>
                </c:pt>
                <c:pt idx="2363">
                  <c:v>1405.292911545336</c:v>
                </c:pt>
                <c:pt idx="2364">
                  <c:v>1404.3746251990585</c:v>
                </c:pt>
                <c:pt idx="2365">
                  <c:v>1403.4572669518336</c:v>
                </c:pt>
                <c:pt idx="2366">
                  <c:v>1402.5408533851355</c:v>
                </c:pt>
                <c:pt idx="2367">
                  <c:v>1401.6254008572066</c:v>
                </c:pt>
                <c:pt idx="2368">
                  <c:v>1400.710925505213</c:v>
                </c:pt>
                <c:pt idx="2369">
                  <c:v>1399.7974432471817</c:v>
                </c:pt>
                <c:pt idx="2370">
                  <c:v>1398.8849697843282</c:v>
                </c:pt>
                <c:pt idx="2371">
                  <c:v>1397.9735206029152</c:v>
                </c:pt>
                <c:pt idx="2372">
                  <c:v>1397.0631109765027</c:v>
                </c:pt>
                <c:pt idx="2373">
                  <c:v>1396.1537559678336</c:v>
                </c:pt>
                <c:pt idx="2374">
                  <c:v>1395.2454704310423</c:v>
                </c:pt>
                <c:pt idx="2375">
                  <c:v>1394.3382690134522</c:v>
                </c:pt>
                <c:pt idx="2376">
                  <c:v>1393.4321661577781</c:v>
                </c:pt>
                <c:pt idx="2377">
                  <c:v>1392.5271761038537</c:v>
                </c:pt>
                <c:pt idx="2378">
                  <c:v>1391.6233128908805</c:v>
                </c:pt>
                <c:pt idx="2379">
                  <c:v>1390.7205903591421</c:v>
                </c:pt>
                <c:pt idx="2380">
                  <c:v>1389.8190221520181</c:v>
                </c:pt>
                <c:pt idx="2381">
                  <c:v>1388.9186217178401</c:v>
                </c:pt>
                <c:pt idx="2382">
                  <c:v>1388.0194023118902</c:v>
                </c:pt>
                <c:pt idx="2383">
                  <c:v>1387.1213769981011</c:v>
                </c:pt>
                <c:pt idx="2384">
                  <c:v>1386.224558651131</c:v>
                </c:pt>
                <c:pt idx="2385">
                  <c:v>1385.3289599580212</c:v>
                </c:pt>
                <c:pt idx="2386">
                  <c:v>1384.4345934200571</c:v>
                </c:pt>
                <c:pt idx="2387">
                  <c:v>1383.5414713546688</c:v>
                </c:pt>
                <c:pt idx="2388">
                  <c:v>1382.6496058971386</c:v>
                </c:pt>
                <c:pt idx="2389">
                  <c:v>1381.7590090023778</c:v>
                </c:pt>
                <c:pt idx="2390">
                  <c:v>1380.8696924467727</c:v>
                </c:pt>
                <c:pt idx="2391">
                  <c:v>1379.9816678298214</c:v>
                </c:pt>
                <c:pt idx="2392">
                  <c:v>1379.09494657593</c:v>
                </c:pt>
                <c:pt idx="2393">
                  <c:v>1378.2095399361378</c:v>
                </c:pt>
                <c:pt idx="2394">
                  <c:v>1377.3254589897333</c:v>
                </c:pt>
                <c:pt idx="2395">
                  <c:v>1376.4427146461305</c:v>
                </c:pt>
                <c:pt idx="2396">
                  <c:v>1375.5613176462462</c:v>
                </c:pt>
                <c:pt idx="2397">
                  <c:v>1374.6812785644518</c:v>
                </c:pt>
                <c:pt idx="2398">
                  <c:v>1373.802607810032</c:v>
                </c:pt>
                <c:pt idx="2399">
                  <c:v>1372.9253156289255</c:v>
                </c:pt>
                <c:pt idx="2400">
                  <c:v>1372.0494121052166</c:v>
                </c:pt>
                <c:pt idx="2401">
                  <c:v>1371.1749071628758</c:v>
                </c:pt>
                <c:pt idx="2402">
                  <c:v>1370.3018105671711</c:v>
                </c:pt>
                <c:pt idx="2403">
                  <c:v>1369.4301319264243</c:v>
                </c:pt>
                <c:pt idx="2404">
                  <c:v>1368.5598806934941</c:v>
                </c:pt>
                <c:pt idx="2405">
                  <c:v>1367.6910661672543</c:v>
                </c:pt>
                <c:pt idx="2406">
                  <c:v>1366.823697494214</c:v>
                </c:pt>
                <c:pt idx="2407">
                  <c:v>1365.9577836700762</c:v>
                </c:pt>
                <c:pt idx="2408">
                  <c:v>1365.0933335410041</c:v>
                </c:pt>
                <c:pt idx="2409">
                  <c:v>1364.2303558054764</c:v>
                </c:pt>
                <c:pt idx="2410">
                  <c:v>1363.3688590154047</c:v>
                </c:pt>
                <c:pt idx="2411">
                  <c:v>1362.50885157785</c:v>
                </c:pt>
                <c:pt idx="2412">
                  <c:v>1361.650341756397</c:v>
                </c:pt>
                <c:pt idx="2413">
                  <c:v>1360.7933376725121</c:v>
                </c:pt>
                <c:pt idx="2414">
                  <c:v>1359.9378473071515</c:v>
                </c:pt>
                <c:pt idx="2415">
                  <c:v>1359.0838785019525</c:v>
                </c:pt>
                <c:pt idx="2416">
                  <c:v>1358.2314389607975</c:v>
                </c:pt>
                <c:pt idx="2417">
                  <c:v>1357.3805362511357</c:v>
                </c:pt>
                <c:pt idx="2418">
                  <c:v>1356.5311778054893</c:v>
                </c:pt>
                <c:pt idx="2419">
                  <c:v>1355.6833709225143</c:v>
                </c:pt>
                <c:pt idx="2420">
                  <c:v>1354.8371227687305</c:v>
                </c:pt>
                <c:pt idx="2421">
                  <c:v>1353.9924403795897</c:v>
                </c:pt>
                <c:pt idx="2422">
                  <c:v>1353.14933066088</c:v>
                </c:pt>
                <c:pt idx="2423">
                  <c:v>1352.3078003900857</c:v>
                </c:pt>
                <c:pt idx="2424">
                  <c:v>1351.4678562176775</c:v>
                </c:pt>
                <c:pt idx="2425">
                  <c:v>1350.6295046683574</c:v>
                </c:pt>
                <c:pt idx="2426">
                  <c:v>1349.7927521424442</c:v>
                </c:pt>
                <c:pt idx="2427">
                  <c:v>1348.9576049170278</c:v>
                </c:pt>
                <c:pt idx="2428">
                  <c:v>1348.1240691472849</c:v>
                </c:pt>
                <c:pt idx="2429">
                  <c:v>1347.2921508677575</c:v>
                </c:pt>
                <c:pt idx="2430">
                  <c:v>1346.461855993465</c:v>
                </c:pt>
                <c:pt idx="2431">
                  <c:v>1345.6331903213757</c:v>
                </c:pt>
                <c:pt idx="2432">
                  <c:v>1344.8061595313143</c:v>
                </c:pt>
                <c:pt idx="2433">
                  <c:v>1343.9807691874519</c:v>
                </c:pt>
                <c:pt idx="2434">
                  <c:v>1343.1570247392601</c:v>
                </c:pt>
                <c:pt idx="2435">
                  <c:v>1342.3349315229229</c:v>
                </c:pt>
                <c:pt idx="2436">
                  <c:v>1341.5144947622841</c:v>
                </c:pt>
                <c:pt idx="2437">
                  <c:v>1340.6957195701998</c:v>
                </c:pt>
                <c:pt idx="2438">
                  <c:v>1339.8786109495595</c:v>
                </c:pt>
                <c:pt idx="2439">
                  <c:v>1339.0631737945346</c:v>
                </c:pt>
                <c:pt idx="2440">
                  <c:v>1338.249412891623</c:v>
                </c:pt>
                <c:pt idx="2441">
                  <c:v>1337.4373329207631</c:v>
                </c:pt>
                <c:pt idx="2442">
                  <c:v>1336.6269384566087</c:v>
                </c:pt>
                <c:pt idx="2443">
                  <c:v>1335.8182339693981</c:v>
                </c:pt>
                <c:pt idx="2444">
                  <c:v>1335.0112238261913</c:v>
                </c:pt>
                <c:pt idx="2445">
                  <c:v>1334.2059122919602</c:v>
                </c:pt>
                <c:pt idx="2446">
                  <c:v>1333.4023035305383</c:v>
                </c:pt>
                <c:pt idx="2447">
                  <c:v>1332.6004016058437</c:v>
                </c:pt>
                <c:pt idx="2448">
                  <c:v>1331.8002104828495</c:v>
                </c:pt>
                <c:pt idx="2449">
                  <c:v>1331.001734028602</c:v>
                </c:pt>
                <c:pt idx="2450">
                  <c:v>1330.2049760132816</c:v>
                </c:pt>
                <c:pt idx="2451">
                  <c:v>1329.409940111306</c:v>
                </c:pt>
                <c:pt idx="2452">
                  <c:v>1328.61662990217</c:v>
                </c:pt>
                <c:pt idx="2453">
                  <c:v>1327.8250488717142</c:v>
                </c:pt>
                <c:pt idx="2454">
                  <c:v>1327.0352004127933</c:v>
                </c:pt>
                <c:pt idx="2455">
                  <c:v>1326.2470878265519</c:v>
                </c:pt>
                <c:pt idx="2456">
                  <c:v>1325.4607143232663</c:v>
                </c:pt>
                <c:pt idx="2457">
                  <c:v>1324.676083023387</c:v>
                </c:pt>
                <c:pt idx="2458">
                  <c:v>1323.8931969583537</c:v>
                </c:pt>
                <c:pt idx="2459">
                  <c:v>1323.1120590717899</c:v>
                </c:pt>
                <c:pt idx="2460">
                  <c:v>1322.3326722202225</c:v>
                </c:pt>
                <c:pt idx="2461">
                  <c:v>1321.5550391741087</c:v>
                </c:pt>
                <c:pt idx="2462">
                  <c:v>1320.7791626188489</c:v>
                </c:pt>
                <c:pt idx="2463">
                  <c:v>1320.0050451555383</c:v>
                </c:pt>
                <c:pt idx="2464">
                  <c:v>1319.2326893020279</c:v>
                </c:pt>
                <c:pt idx="2465">
                  <c:v>1318.4620974937498</c:v>
                </c:pt>
                <c:pt idx="2466">
                  <c:v>1317.6932720845834</c:v>
                </c:pt>
                <c:pt idx="2467">
                  <c:v>1316.9262153478919</c:v>
                </c:pt>
                <c:pt idx="2468">
                  <c:v>1316.1609294771906</c:v>
                </c:pt>
                <c:pt idx="2469">
                  <c:v>1315.3974165872228</c:v>
                </c:pt>
                <c:pt idx="2470">
                  <c:v>1314.6356787146706</c:v>
                </c:pt>
                <c:pt idx="2471">
                  <c:v>1313.8757178190574</c:v>
                </c:pt>
                <c:pt idx="2472">
                  <c:v>1313.1175357837135</c:v>
                </c:pt>
                <c:pt idx="2473">
                  <c:v>1312.3611344163471</c:v>
                </c:pt>
                <c:pt idx="2474">
                  <c:v>1311.6065154502151</c:v>
                </c:pt>
                <c:pt idx="2475">
                  <c:v>1310.853680544677</c:v>
                </c:pt>
                <c:pt idx="2476">
                  <c:v>1310.1026312860927</c:v>
                </c:pt>
                <c:pt idx="2477">
                  <c:v>1309.3533691887262</c:v>
                </c:pt>
                <c:pt idx="2478">
                  <c:v>1308.6058956954373</c:v>
                </c:pt>
                <c:pt idx="2479">
                  <c:v>1307.8602121784941</c:v>
                </c:pt>
                <c:pt idx="2480">
                  <c:v>1307.1163199404223</c:v>
                </c:pt>
                <c:pt idx="2481">
                  <c:v>1306.3742202147573</c:v>
                </c:pt>
                <c:pt idx="2482">
                  <c:v>1305.6339141667349</c:v>
                </c:pt>
                <c:pt idx="2483">
                  <c:v>1304.8954028942019</c:v>
                </c:pt>
                <c:pt idx="2484">
                  <c:v>1304.1586874282716</c:v>
                </c:pt>
                <c:pt idx="2485">
                  <c:v>1303.4237687341483</c:v>
                </c:pt>
                <c:pt idx="2486">
                  <c:v>1302.6906477117911</c:v>
                </c:pt>
                <c:pt idx="2487">
                  <c:v>1301.9593251967426</c:v>
                </c:pt>
                <c:pt idx="2488">
                  <c:v>1301.2298019607556</c:v>
                </c:pt>
                <c:pt idx="2489">
                  <c:v>1300.5020787126762</c:v>
                </c:pt>
                <c:pt idx="2490">
                  <c:v>1299.7761560989813</c:v>
                </c:pt>
                <c:pt idx="2491">
                  <c:v>1299.0520347046493</c:v>
                </c:pt>
                <c:pt idx="2492">
                  <c:v>1298.3297150537212</c:v>
                </c:pt>
                <c:pt idx="2493">
                  <c:v>1297.6091976101716</c:v>
                </c:pt>
                <c:pt idx="2494">
                  <c:v>1296.8904827783974</c:v>
                </c:pt>
                <c:pt idx="2495">
                  <c:v>1296.1735709041175</c:v>
                </c:pt>
                <c:pt idx="2496">
                  <c:v>1295.4584622748955</c:v>
                </c:pt>
                <c:pt idx="2497">
                  <c:v>1294.7451571208824</c:v>
                </c:pt>
                <c:pt idx="2498">
                  <c:v>1294.0336556154703</c:v>
                </c:pt>
                <c:pt idx="2499">
                  <c:v>1293.3239578759221</c:v>
                </c:pt>
                <c:pt idx="2500">
                  <c:v>1292.6160639641403</c:v>
                </c:pt>
                <c:pt idx="2501">
                  <c:v>1291.9099738871471</c:v>
                </c:pt>
                <c:pt idx="2502">
                  <c:v>1291.2056875979235</c:v>
                </c:pt>
                <c:pt idx="2503">
                  <c:v>1290.5032049957963</c:v>
                </c:pt>
                <c:pt idx="2504">
                  <c:v>1289.8025259273861</c:v>
                </c:pt>
                <c:pt idx="2505">
                  <c:v>1289.1036501869294</c:v>
                </c:pt>
                <c:pt idx="2506">
                  <c:v>1288.4065775171459</c:v>
                </c:pt>
                <c:pt idx="2507">
                  <c:v>1287.711307609602</c:v>
                </c:pt>
                <c:pt idx="2508">
                  <c:v>1287.0178401056153</c:v>
                </c:pt>
                <c:pt idx="2509">
                  <c:v>1286.3261745966183</c:v>
                </c:pt>
                <c:pt idx="2510">
                  <c:v>1285.6363106247857</c:v>
                </c:pt>
                <c:pt idx="2511">
                  <c:v>1284.9482476838086</c:v>
                </c:pt>
                <c:pt idx="2512">
                  <c:v>1284.2619852193052</c:v>
                </c:pt>
                <c:pt idx="2513">
                  <c:v>1283.5775226293906</c:v>
                </c:pt>
                <c:pt idx="2514">
                  <c:v>1282.8948592653553</c:v>
                </c:pt>
                <c:pt idx="2515">
                  <c:v>1282.2139944322237</c:v>
                </c:pt>
                <c:pt idx="2516">
                  <c:v>1281.5349273892712</c:v>
                </c:pt>
                <c:pt idx="2517">
                  <c:v>1280.8576573505525</c:v>
                </c:pt>
                <c:pt idx="2518">
                  <c:v>1280.1821834855764</c:v>
                </c:pt>
                <c:pt idx="2519">
                  <c:v>1279.5085049197296</c:v>
                </c:pt>
                <c:pt idx="2520">
                  <c:v>1278.8366207349075</c:v>
                </c:pt>
                <c:pt idx="2521">
                  <c:v>1278.1665299700535</c:v>
                </c:pt>
                <c:pt idx="2522">
                  <c:v>1277.498231621533</c:v>
                </c:pt>
                <c:pt idx="2523">
                  <c:v>1276.8317246439653</c:v>
                </c:pt>
                <c:pt idx="2524">
                  <c:v>1276.1670079504431</c:v>
                </c:pt>
                <c:pt idx="2525">
                  <c:v>1275.5040804132036</c:v>
                </c:pt>
                <c:pt idx="2526">
                  <c:v>1274.8429408641925</c:v>
                </c:pt>
                <c:pt idx="2527">
                  <c:v>1274.1835880954397</c:v>
                </c:pt>
                <c:pt idx="2528">
                  <c:v>1273.5260208596239</c:v>
                </c:pt>
                <c:pt idx="2529">
                  <c:v>1272.8702378706228</c:v>
                </c:pt>
                <c:pt idx="2530">
                  <c:v>1272.2162378039095</c:v>
                </c:pt>
                <c:pt idx="2531">
                  <c:v>1271.5640192970993</c:v>
                </c:pt>
                <c:pt idx="2532">
                  <c:v>1270.9135809504885</c:v>
                </c:pt>
                <c:pt idx="2533">
                  <c:v>1270.2649213273971</c:v>
                </c:pt>
                <c:pt idx="2534">
                  <c:v>1269.6180389548022</c:v>
                </c:pt>
                <c:pt idx="2535">
                  <c:v>1268.9729323236977</c:v>
                </c:pt>
                <c:pt idx="2536">
                  <c:v>1268.329599889599</c:v>
                </c:pt>
                <c:pt idx="2537">
                  <c:v>1267.6880400729933</c:v>
                </c:pt>
                <c:pt idx="2538">
                  <c:v>1267.0482512598805</c:v>
                </c:pt>
                <c:pt idx="2539">
                  <c:v>1266.4102318020505</c:v>
                </c:pt>
                <c:pt idx="2540">
                  <c:v>1265.7739800177587</c:v>
                </c:pt>
                <c:pt idx="2541">
                  <c:v>1265.1394941919632</c:v>
                </c:pt>
                <c:pt idx="2542">
                  <c:v>1264.5067725769156</c:v>
                </c:pt>
                <c:pt idx="2543">
                  <c:v>1263.8758133925235</c:v>
                </c:pt>
                <c:pt idx="2544">
                  <c:v>1263.2466148268111</c:v>
                </c:pt>
                <c:pt idx="2545">
                  <c:v>1262.6191750363075</c:v>
                </c:pt>
                <c:pt idx="2546">
                  <c:v>1261.9934921465729</c:v>
                </c:pt>
                <c:pt idx="2547">
                  <c:v>1261.3695642524879</c:v>
                </c:pt>
                <c:pt idx="2548">
                  <c:v>1260.7473894187601</c:v>
                </c:pt>
                <c:pt idx="2549">
                  <c:v>1260.1269656802974</c:v>
                </c:pt>
                <c:pt idx="2550">
                  <c:v>1259.5082910426679</c:v>
                </c:pt>
                <c:pt idx="2551">
                  <c:v>1258.8913634824071</c:v>
                </c:pt>
                <c:pt idx="2552">
                  <c:v>1258.2761809475653</c:v>
                </c:pt>
                <c:pt idx="2553">
                  <c:v>1257.662741357939</c:v>
                </c:pt>
                <c:pt idx="2554">
                  <c:v>1257.0510426055662</c:v>
                </c:pt>
                <c:pt idx="2555">
                  <c:v>1256.4410825551204</c:v>
                </c:pt>
                <c:pt idx="2556">
                  <c:v>1255.8328590442886</c:v>
                </c:pt>
                <c:pt idx="2557">
                  <c:v>1255.2263698840625</c:v>
                </c:pt>
                <c:pt idx="2558">
                  <c:v>1254.6216128592744</c:v>
                </c:pt>
                <c:pt idx="2559">
                  <c:v>1254.0185857288141</c:v>
                </c:pt>
                <c:pt idx="2560">
                  <c:v>1253.4172862261257</c:v>
                </c:pt>
                <c:pt idx="2561">
                  <c:v>1252.8177120595308</c:v>
                </c:pt>
                <c:pt idx="2562">
                  <c:v>1252.2198609125594</c:v>
                </c:pt>
                <c:pt idx="2563">
                  <c:v>1251.6237304443061</c:v>
                </c:pt>
                <c:pt idx="2564">
                  <c:v>1251.02931828992</c:v>
                </c:pt>
                <c:pt idx="2565">
                  <c:v>1250.4366220607642</c:v>
                </c:pt>
                <c:pt idx="2566">
                  <c:v>1249.8456393449001</c:v>
                </c:pt>
                <c:pt idx="2567">
                  <c:v>1249.256367707387</c:v>
                </c:pt>
                <c:pt idx="2568">
                  <c:v>1248.6688046906195</c:v>
                </c:pt>
                <c:pt idx="2569">
                  <c:v>1248.0829478146652</c:v>
                </c:pt>
                <c:pt idx="2570">
                  <c:v>1247.4987945777016</c:v>
                </c:pt>
                <c:pt idx="2571">
                  <c:v>1246.9163424561405</c:v>
                </c:pt>
                <c:pt idx="2572">
                  <c:v>1246.3355889052061</c:v>
                </c:pt>
                <c:pt idx="2573">
                  <c:v>1245.7565313589826</c:v>
                </c:pt>
                <c:pt idx="2574">
                  <c:v>1245.1791672310965</c:v>
                </c:pt>
                <c:pt idx="2575">
                  <c:v>1244.60349391461</c:v>
                </c:pt>
                <c:pt idx="2576">
                  <c:v>1244.0295087827355</c:v>
                </c:pt>
                <c:pt idx="2577">
                  <c:v>1243.4572091889108</c:v>
                </c:pt>
                <c:pt idx="2578">
                  <c:v>1242.8865924671315</c:v>
                </c:pt>
                <c:pt idx="2579">
                  <c:v>1242.3176559323729</c:v>
                </c:pt>
                <c:pt idx="2580">
                  <c:v>1241.750396880813</c:v>
                </c:pt>
                <c:pt idx="2581">
                  <c:v>1241.184812590096</c:v>
                </c:pt>
                <c:pt idx="2582">
                  <c:v>1240.6209003197228</c:v>
                </c:pt>
                <c:pt idx="2583">
                  <c:v>1240.0586573113198</c:v>
                </c:pt>
                <c:pt idx="2584">
                  <c:v>1239.4980807888694</c:v>
                </c:pt>
                <c:pt idx="2585">
                  <c:v>1238.9391679590874</c:v>
                </c:pt>
                <c:pt idx="2586">
                  <c:v>1238.3819160116357</c:v>
                </c:pt>
                <c:pt idx="2587">
                  <c:v>1237.8263221194504</c:v>
                </c:pt>
                <c:pt idx="2588">
                  <c:v>1237.272383439057</c:v>
                </c:pt>
                <c:pt idx="2589">
                  <c:v>1236.7200971107625</c:v>
                </c:pt>
                <c:pt idx="2590">
                  <c:v>1236.1694602590112</c:v>
                </c:pt>
                <c:pt idx="2591">
                  <c:v>1235.6204699925547</c:v>
                </c:pt>
                <c:pt idx="2592">
                  <c:v>1235.0731234048669</c:v>
                </c:pt>
                <c:pt idx="2593">
                  <c:v>1234.5274175742572</c:v>
                </c:pt>
                <c:pt idx="2594">
                  <c:v>1233.9833495643038</c:v>
                </c:pt>
                <c:pt idx="2595">
                  <c:v>1233.440916423966</c:v>
                </c:pt>
                <c:pt idx="2596">
                  <c:v>1232.9001151879218</c:v>
                </c:pt>
                <c:pt idx="2597">
                  <c:v>1232.3609428767586</c:v>
                </c:pt>
                <c:pt idx="2598">
                  <c:v>1231.8233964973294</c:v>
                </c:pt>
                <c:pt idx="2599">
                  <c:v>1231.2874730429533</c:v>
                </c:pt>
                <c:pt idx="2600">
                  <c:v>1230.7531694936313</c:v>
                </c:pt>
                <c:pt idx="2601">
                  <c:v>1230.2204828163149</c:v>
                </c:pt>
                <c:pt idx="2602">
                  <c:v>1229.6894099652384</c:v>
                </c:pt>
                <c:pt idx="2603">
                  <c:v>1229.1599478819362</c:v>
                </c:pt>
                <c:pt idx="2604">
                  <c:v>1228.6320934957719</c:v>
                </c:pt>
                <c:pt idx="2605">
                  <c:v>1228.1058437239283</c:v>
                </c:pt>
                <c:pt idx="2606">
                  <c:v>1227.5811954718042</c:v>
                </c:pt>
                <c:pt idx="2607">
                  <c:v>1227.0581456331847</c:v>
                </c:pt>
                <c:pt idx="2608">
                  <c:v>1226.5366910904204</c:v>
                </c:pt>
                <c:pt idx="2609">
                  <c:v>1226.0168287147719</c:v>
                </c:pt>
                <c:pt idx="2610">
                  <c:v>1225.4985553664778</c:v>
                </c:pt>
                <c:pt idx="2611">
                  <c:v>1224.9818678951683</c:v>
                </c:pt>
                <c:pt idx="2612">
                  <c:v>1224.4667631399545</c:v>
                </c:pt>
                <c:pt idx="2613">
                  <c:v>1223.9532379296386</c:v>
                </c:pt>
                <c:pt idx="2614">
                  <c:v>1223.4412890830329</c:v>
                </c:pt>
                <c:pt idx="2615">
                  <c:v>1222.9309134090095</c:v>
                </c:pt>
                <c:pt idx="2616">
                  <c:v>1222.4221077069374</c:v>
                </c:pt>
                <c:pt idx="2617">
                  <c:v>1221.9148687666586</c:v>
                </c:pt>
                <c:pt idx="2618">
                  <c:v>1221.409193368876</c:v>
                </c:pt>
                <c:pt idx="2619">
                  <c:v>1220.9050782852664</c:v>
                </c:pt>
                <c:pt idx="2620">
                  <c:v>1220.4025202786272</c:v>
                </c:pt>
                <c:pt idx="2621">
                  <c:v>1219.9015161032828</c:v>
                </c:pt>
                <c:pt idx="2622">
                  <c:v>1219.4020625050453</c:v>
                </c:pt>
                <c:pt idx="2623">
                  <c:v>1218.9041562215662</c:v>
                </c:pt>
                <c:pt idx="2624">
                  <c:v>1218.4077939824381</c:v>
                </c:pt>
                <c:pt idx="2625">
                  <c:v>1217.9129725095072</c:v>
                </c:pt>
                <c:pt idx="2626">
                  <c:v>1217.4196885168992</c:v>
                </c:pt>
                <c:pt idx="2627">
                  <c:v>1216.927938711364</c:v>
                </c:pt>
                <c:pt idx="2628">
                  <c:v>1216.4377197923375</c:v>
                </c:pt>
                <c:pt idx="2629">
                  <c:v>1215.949028452216</c:v>
                </c:pt>
                <c:pt idx="2630">
                  <c:v>1215.4618613764974</c:v>
                </c:pt>
                <c:pt idx="2631">
                  <c:v>1214.9762152439703</c:v>
                </c:pt>
                <c:pt idx="2632">
                  <c:v>1214.4920867268631</c:v>
                </c:pt>
                <c:pt idx="2633">
                  <c:v>1214.0094724910775</c:v>
                </c:pt>
                <c:pt idx="2634">
                  <c:v>1213.5283691963461</c:v>
                </c:pt>
                <c:pt idx="2635">
                  <c:v>1213.0487734963242</c:v>
                </c:pt>
                <c:pt idx="2636">
                  <c:v>1212.5706820388878</c:v>
                </c:pt>
                <c:pt idx="2637">
                  <c:v>1212.0940914662638</c:v>
                </c:pt>
                <c:pt idx="2638">
                  <c:v>1211.6189984150853</c:v>
                </c:pt>
                <c:pt idx="2639">
                  <c:v>1211.1453995167526</c:v>
                </c:pt>
                <c:pt idx="2640">
                  <c:v>1210.6732913974181</c:v>
                </c:pt>
                <c:pt idx="2641">
                  <c:v>1210.2026706782999</c:v>
                </c:pt>
                <c:pt idx="2642">
                  <c:v>1209.7335339756551</c:v>
                </c:pt>
                <c:pt idx="2643">
                  <c:v>1209.2658779011319</c:v>
                </c:pt>
                <c:pt idx="2644">
                  <c:v>1208.7996990618342</c:v>
                </c:pt>
                <c:pt idx="2645">
                  <c:v>1208.3349940604471</c:v>
                </c:pt>
                <c:pt idx="2646">
                  <c:v>1207.8717594954887</c:v>
                </c:pt>
                <c:pt idx="2647">
                  <c:v>1207.4099919613448</c:v>
                </c:pt>
                <c:pt idx="2648">
                  <c:v>1206.9496880484814</c:v>
                </c:pt>
                <c:pt idx="2649">
                  <c:v>1206.4908443436389</c:v>
                </c:pt>
                <c:pt idx="2650">
                  <c:v>1206.0334574298849</c:v>
                </c:pt>
                <c:pt idx="2651">
                  <c:v>1205.5775238867705</c:v>
                </c:pt>
                <c:pt idx="2652">
                  <c:v>1205.1230402906008</c:v>
                </c:pt>
                <c:pt idx="2653">
                  <c:v>1204.6700032143769</c:v>
                </c:pt>
                <c:pt idx="2654">
                  <c:v>1204.2184092280988</c:v>
                </c:pt>
                <c:pt idx="2655">
                  <c:v>1203.7682548988303</c:v>
                </c:pt>
                <c:pt idx="2656">
                  <c:v>1203.3195367908609</c:v>
                </c:pt>
                <c:pt idx="2657">
                  <c:v>1202.8722514658025</c:v>
                </c:pt>
                <c:pt idx="2658">
                  <c:v>1202.4263954827952</c:v>
                </c:pt>
                <c:pt idx="2659">
                  <c:v>1201.9819653985817</c:v>
                </c:pt>
                <c:pt idx="2660">
                  <c:v>1201.5389577676688</c:v>
                </c:pt>
                <c:pt idx="2661">
                  <c:v>1201.0973691423692</c:v>
                </c:pt>
                <c:pt idx="2662">
                  <c:v>1200.6571960731274</c:v>
                </c:pt>
                <c:pt idx="2663">
                  <c:v>1200.218435108372</c:v>
                </c:pt>
                <c:pt idx="2664">
                  <c:v>1199.781082794957</c:v>
                </c:pt>
                <c:pt idx="2665">
                  <c:v>1199.3451356780026</c:v>
                </c:pt>
                <c:pt idx="2666">
                  <c:v>1198.9105903011505</c:v>
                </c:pt>
                <c:pt idx="2667">
                  <c:v>1198.477443206735</c:v>
                </c:pt>
                <c:pt idx="2668">
                  <c:v>1198.0456909357756</c:v>
                </c:pt>
                <c:pt idx="2669">
                  <c:v>1197.6153300281619</c:v>
                </c:pt>
                <c:pt idx="2670">
                  <c:v>1197.1863570227888</c:v>
                </c:pt>
                <c:pt idx="2671">
                  <c:v>1196.7587684576426</c:v>
                </c:pt>
                <c:pt idx="2672">
                  <c:v>1196.3325608699261</c:v>
                </c:pt>
                <c:pt idx="2673">
                  <c:v>1195.9077307961732</c:v>
                </c:pt>
                <c:pt idx="2674">
                  <c:v>1195.484274772338</c:v>
                </c:pt>
                <c:pt idx="2675">
                  <c:v>1195.0621893339244</c:v>
                </c:pt>
                <c:pt idx="2676">
                  <c:v>1194.6414710161039</c:v>
                </c:pt>
                <c:pt idx="2677">
                  <c:v>1194.2221163538161</c:v>
                </c:pt>
                <c:pt idx="2678">
                  <c:v>1193.8041218818692</c:v>
                </c:pt>
                <c:pt idx="2679">
                  <c:v>1193.3874841350307</c:v>
                </c:pt>
                <c:pt idx="2680">
                  <c:v>1192.9721996481924</c:v>
                </c:pt>
                <c:pt idx="2681">
                  <c:v>1192.5582649563642</c:v>
                </c:pt>
                <c:pt idx="2682">
                  <c:v>1192.1456765948956</c:v>
                </c:pt>
                <c:pt idx="2683">
                  <c:v>1191.7344310995541</c:v>
                </c:pt>
                <c:pt idx="2684">
                  <c:v>1191.3245250064783</c:v>
                </c:pt>
                <c:pt idx="2685">
                  <c:v>1190.9159548524635</c:v>
                </c:pt>
                <c:pt idx="2686">
                  <c:v>1190.5087171750235</c:v>
                </c:pt>
                <c:pt idx="2687">
                  <c:v>1190.1028085124003</c:v>
                </c:pt>
                <c:pt idx="2688">
                  <c:v>1189.698225403677</c:v>
                </c:pt>
                <c:pt idx="2689">
                  <c:v>1189.2949643889865</c:v>
                </c:pt>
                <c:pt idx="2690">
                  <c:v>1188.8930220094137</c:v>
                </c:pt>
                <c:pt idx="2691">
                  <c:v>1188.4923948072665</c:v>
                </c:pt>
                <c:pt idx="2692">
                  <c:v>1188.0930793260961</c:v>
                </c:pt>
                <c:pt idx="2693">
                  <c:v>1187.695072110743</c:v>
                </c:pt>
                <c:pt idx="2694">
                  <c:v>1187.2983697074762</c:v>
                </c:pt>
                <c:pt idx="2695">
                  <c:v>1186.9029686640574</c:v>
                </c:pt>
                <c:pt idx="2696">
                  <c:v>1186.508865529838</c:v>
                </c:pt>
                <c:pt idx="2697">
                  <c:v>1186.1160568559026</c:v>
                </c:pt>
                <c:pt idx="2698">
                  <c:v>1185.72453919497</c:v>
                </c:pt>
                <c:pt idx="2699">
                  <c:v>1185.3343091016975</c:v>
                </c:pt>
                <c:pt idx="2700">
                  <c:v>1184.9453631326651</c:v>
                </c:pt>
                <c:pt idx="2701">
                  <c:v>1184.5576978463782</c:v>
                </c:pt>
                <c:pt idx="2702">
                  <c:v>1184.1713098035168</c:v>
                </c:pt>
                <c:pt idx="2703">
                  <c:v>1183.786195566795</c:v>
                </c:pt>
                <c:pt idx="2704">
                  <c:v>1183.4023517013136</c:v>
                </c:pt>
                <c:pt idx="2705">
                  <c:v>1183.019774774383</c:v>
                </c:pt>
                <c:pt idx="2706">
                  <c:v>1182.6384613557384</c:v>
                </c:pt>
                <c:pt idx="2707">
                  <c:v>1182.258408017565</c:v>
                </c:pt>
                <c:pt idx="2708">
                  <c:v>1181.8796113345916</c:v>
                </c:pt>
                <c:pt idx="2709">
                  <c:v>1181.5020678841972</c:v>
                </c:pt>
                <c:pt idx="2710">
                  <c:v>1181.1257742463831</c:v>
                </c:pt>
                <c:pt idx="2711">
                  <c:v>1180.7507270039412</c:v>
                </c:pt>
                <c:pt idx="2712">
                  <c:v>1180.376922742478</c:v>
                </c:pt>
                <c:pt idx="2713">
                  <c:v>1180.0043580504482</c:v>
                </c:pt>
                <c:pt idx="2714">
                  <c:v>1179.6330295193561</c:v>
                </c:pt>
                <c:pt idx="2715">
                  <c:v>1179.2629337436902</c:v>
                </c:pt>
                <c:pt idx="2716">
                  <c:v>1178.8940673210009</c:v>
                </c:pt>
                <c:pt idx="2717">
                  <c:v>1178.5264268520546</c:v>
                </c:pt>
                <c:pt idx="2718">
                  <c:v>1178.1600089407957</c:v>
                </c:pt>
                <c:pt idx="2719">
                  <c:v>1177.7948101945067</c:v>
                </c:pt>
                <c:pt idx="2720">
                  <c:v>1177.4308272237865</c:v>
                </c:pt>
                <c:pt idx="2721">
                  <c:v>1177.0680566426397</c:v>
                </c:pt>
                <c:pt idx="2722">
                  <c:v>1176.7064950685713</c:v>
                </c:pt>
                <c:pt idx="2723">
                  <c:v>1176.3461391226374</c:v>
                </c:pt>
                <c:pt idx="2724">
                  <c:v>1175.9869854294575</c:v>
                </c:pt>
                <c:pt idx="2725">
                  <c:v>1175.6290306172691</c:v>
                </c:pt>
                <c:pt idx="2726">
                  <c:v>1175.2722713181508</c:v>
                </c:pt>
                <c:pt idx="2727">
                  <c:v>1174.9167041677961</c:v>
                </c:pt>
                <c:pt idx="2728">
                  <c:v>1174.5623258058479</c:v>
                </c:pt>
                <c:pt idx="2729">
                  <c:v>1174.209132875749</c:v>
                </c:pt>
                <c:pt idx="2730">
                  <c:v>1173.8571220249339</c:v>
                </c:pt>
                <c:pt idx="2731">
                  <c:v>1173.5062899047655</c:v>
                </c:pt>
                <c:pt idx="2732">
                  <c:v>1173.1566331707807</c:v>
                </c:pt>
                <c:pt idx="2733">
                  <c:v>1172.8081484824172</c:v>
                </c:pt>
                <c:pt idx="2734">
                  <c:v>1172.4608325034603</c:v>
                </c:pt>
                <c:pt idx="2735">
                  <c:v>1172.1146819017295</c:v>
                </c:pt>
                <c:pt idx="2736">
                  <c:v>1171.7696933494537</c:v>
                </c:pt>
                <c:pt idx="2737">
                  <c:v>1171.4258635230235</c:v>
                </c:pt>
                <c:pt idx="2738">
                  <c:v>1171.0831891032358</c:v>
                </c:pt>
                <c:pt idx="2739">
                  <c:v>1170.7416667753103</c:v>
                </c:pt>
                <c:pt idx="2740">
                  <c:v>1170.4012932288867</c:v>
                </c:pt>
                <c:pt idx="2741">
                  <c:v>1170.0620651580671</c:v>
                </c:pt>
                <c:pt idx="2742">
                  <c:v>1169.7239792615685</c:v>
                </c:pt>
                <c:pt idx="2743">
                  <c:v>1169.3870322426487</c:v>
                </c:pt>
                <c:pt idx="2744">
                  <c:v>1169.0512208091684</c:v>
                </c:pt>
                <c:pt idx="2745">
                  <c:v>1168.7165416736843</c:v>
                </c:pt>
                <c:pt idx="2746">
                  <c:v>1168.3829915534991</c:v>
                </c:pt>
                <c:pt idx="2747">
                  <c:v>1168.0505671706403</c:v>
                </c:pt>
                <c:pt idx="2748">
                  <c:v>1167.7192652519889</c:v>
                </c:pt>
                <c:pt idx="2749">
                  <c:v>1167.3890825291376</c:v>
                </c:pt>
                <c:pt idx="2750">
                  <c:v>1167.0600157387439</c:v>
                </c:pt>
                <c:pt idx="2751">
                  <c:v>1166.7320616222764</c:v>
                </c:pt>
                <c:pt idx="2752">
                  <c:v>1166.4052169261847</c:v>
                </c:pt>
                <c:pt idx="2753">
                  <c:v>1166.0794784019454</c:v>
                </c:pt>
                <c:pt idx="2754">
                  <c:v>1165.7548428060679</c:v>
                </c:pt>
                <c:pt idx="2755">
                  <c:v>1165.4313069001385</c:v>
                </c:pt>
                <c:pt idx="2756">
                  <c:v>1165.1088674508746</c:v>
                </c:pt>
                <c:pt idx="2757">
                  <c:v>1164.7875212301449</c:v>
                </c:pt>
                <c:pt idx="2758">
                  <c:v>1164.4672650149764</c:v>
                </c:pt>
                <c:pt idx="2759">
                  <c:v>1164.1480955876466</c:v>
                </c:pt>
                <c:pt idx="2760">
                  <c:v>1163.8300097357273</c:v>
                </c:pt>
                <c:pt idx="2761">
                  <c:v>1163.5130042520248</c:v>
                </c:pt>
                <c:pt idx="2762">
                  <c:v>1163.197075934758</c:v>
                </c:pt>
                <c:pt idx="2763">
                  <c:v>1162.8822215874018</c:v>
                </c:pt>
                <c:pt idx="2764">
                  <c:v>1162.5684380189207</c:v>
                </c:pt>
                <c:pt idx="2765">
                  <c:v>1162.2557220436465</c:v>
                </c:pt>
                <c:pt idx="2766">
                  <c:v>1161.9440704813817</c:v>
                </c:pt>
                <c:pt idx="2767">
                  <c:v>1161.633480157479</c:v>
                </c:pt>
                <c:pt idx="2768">
                  <c:v>1161.3239479027166</c:v>
                </c:pt>
                <c:pt idx="2769">
                  <c:v>1161.0154705535169</c:v>
                </c:pt>
                <c:pt idx="2770">
                  <c:v>1160.7080449517946</c:v>
                </c:pt>
                <c:pt idx="2771">
                  <c:v>1160.4016679451302</c:v>
                </c:pt>
                <c:pt idx="2772">
                  <c:v>1160.0963363867563</c:v>
                </c:pt>
                <c:pt idx="2773">
                  <c:v>1159.7920471355255</c:v>
                </c:pt>
                <c:pt idx="2774">
                  <c:v>1159.4887970560096</c:v>
                </c:pt>
                <c:pt idx="2775">
                  <c:v>1159.1865830185106</c:v>
                </c:pt>
                <c:pt idx="2776">
                  <c:v>1158.8854018990248</c:v>
                </c:pt>
                <c:pt idx="2777">
                  <c:v>1158.5852505794142</c:v>
                </c:pt>
                <c:pt idx="2778">
                  <c:v>1158.2861259472779</c:v>
                </c:pt>
                <c:pt idx="2779">
                  <c:v>1157.9880248960308</c:v>
                </c:pt>
                <c:pt idx="2780">
                  <c:v>1157.6909443249358</c:v>
                </c:pt>
                <c:pt idx="2781">
                  <c:v>1157.3948811392252</c:v>
                </c:pt>
                <c:pt idx="2782">
                  <c:v>1157.0998322498863</c:v>
                </c:pt>
                <c:pt idx="2783">
                  <c:v>1156.8057945738951</c:v>
                </c:pt>
                <c:pt idx="2784">
                  <c:v>1156.5127650342001</c:v>
                </c:pt>
                <c:pt idx="2785">
                  <c:v>1156.2207405596678</c:v>
                </c:pt>
                <c:pt idx="2786">
                  <c:v>1155.9297180851563</c:v>
                </c:pt>
                <c:pt idx="2787">
                  <c:v>1155.639694551568</c:v>
                </c:pt>
                <c:pt idx="2788">
                  <c:v>1155.3506669057704</c:v>
                </c:pt>
                <c:pt idx="2789">
                  <c:v>1155.0626321007592</c:v>
                </c:pt>
                <c:pt idx="2790">
                  <c:v>1154.7755870955345</c:v>
                </c:pt>
                <c:pt idx="2791">
                  <c:v>1154.4895288552382</c:v>
                </c:pt>
                <c:pt idx="2792">
                  <c:v>1154.2044543510988</c:v>
                </c:pt>
                <c:pt idx="2793">
                  <c:v>1153.9203605604375</c:v>
                </c:pt>
                <c:pt idx="2794">
                  <c:v>1153.6372444667879</c:v>
                </c:pt>
                <c:pt idx="2795">
                  <c:v>1153.3551030597891</c:v>
                </c:pt>
                <c:pt idx="2796">
                  <c:v>1153.0739333353524</c:v>
                </c:pt>
                <c:pt idx="2797">
                  <c:v>1152.7937322954429</c:v>
                </c:pt>
                <c:pt idx="2798">
                  <c:v>1152.5144969483983</c:v>
                </c:pt>
                <c:pt idx="2799">
                  <c:v>1152.2362243086709</c:v>
                </c:pt>
                <c:pt idx="2800">
                  <c:v>1151.9589113970499</c:v>
                </c:pt>
                <c:pt idx="2801">
                  <c:v>1151.6825552405451</c:v>
                </c:pt>
                <c:pt idx="2802">
                  <c:v>1151.4071528724273</c:v>
                </c:pt>
                <c:pt idx="2803">
                  <c:v>1151.1327013323264</c:v>
                </c:pt>
                <c:pt idx="2804">
                  <c:v>1150.8591976661307</c:v>
                </c:pt>
                <c:pt idx="2805">
                  <c:v>1150.5866389260748</c:v>
                </c:pt>
                <c:pt idx="2806">
                  <c:v>1150.3150221707483</c:v>
                </c:pt>
                <c:pt idx="2807">
                  <c:v>1150.0443444650364</c:v>
                </c:pt>
                <c:pt idx="2808">
                  <c:v>1149.7746028802328</c:v>
                </c:pt>
                <c:pt idx="2809">
                  <c:v>1149.5057944940254</c:v>
                </c:pt>
                <c:pt idx="2810">
                  <c:v>1149.2379163904743</c:v>
                </c:pt>
                <c:pt idx="2811">
                  <c:v>1148.9709656600262</c:v>
                </c:pt>
                <c:pt idx="2812">
                  <c:v>1148.7049393995753</c:v>
                </c:pt>
                <c:pt idx="2813">
                  <c:v>1148.4398347124295</c:v>
                </c:pt>
                <c:pt idx="2814">
                  <c:v>1148.1756487083132</c:v>
                </c:pt>
                <c:pt idx="2815">
                  <c:v>1147.912378503441</c:v>
                </c:pt>
                <c:pt idx="2816">
                  <c:v>1147.6500212204703</c:v>
                </c:pt>
                <c:pt idx="2817">
                  <c:v>1147.3885739885145</c:v>
                </c:pt>
                <c:pt idx="2818">
                  <c:v>1147.1280339431628</c:v>
                </c:pt>
                <c:pt idx="2819">
                  <c:v>1146.8683982265545</c:v>
                </c:pt>
                <c:pt idx="2820">
                  <c:v>1146.6096639872455</c:v>
                </c:pt>
                <c:pt idx="2821">
                  <c:v>1146.3518283803487</c:v>
                </c:pt>
                <c:pt idx="2822">
                  <c:v>1146.0948885674927</c:v>
                </c:pt>
                <c:pt idx="2823">
                  <c:v>1145.8388417168223</c:v>
                </c:pt>
                <c:pt idx="2824">
                  <c:v>1145.5836850030048</c:v>
                </c:pt>
                <c:pt idx="2825">
                  <c:v>1145.3294156072773</c:v>
                </c:pt>
                <c:pt idx="2826">
                  <c:v>1145.0760307174037</c:v>
                </c:pt>
                <c:pt idx="2827">
                  <c:v>1144.8235275277229</c:v>
                </c:pt>
                <c:pt idx="2828">
                  <c:v>1144.5719032391071</c:v>
                </c:pt>
                <c:pt idx="2829">
                  <c:v>1144.3211550590086</c:v>
                </c:pt>
                <c:pt idx="2830">
                  <c:v>1144.071280201465</c:v>
                </c:pt>
                <c:pt idx="2831">
                  <c:v>1143.8222758871175</c:v>
                </c:pt>
                <c:pt idx="2832">
                  <c:v>1143.5741393431756</c:v>
                </c:pt>
                <c:pt idx="2833">
                  <c:v>1143.3268678034181</c:v>
                </c:pt>
                <c:pt idx="2834">
                  <c:v>1143.0804585082562</c:v>
                </c:pt>
                <c:pt idx="2835">
                  <c:v>1142.8349087047206</c:v>
                </c:pt>
                <c:pt idx="2836">
                  <c:v>1142.5902156463956</c:v>
                </c:pt>
                <c:pt idx="2837">
                  <c:v>1142.3463765935046</c:v>
                </c:pt>
                <c:pt idx="2838">
                  <c:v>1142.1033888129143</c:v>
                </c:pt>
                <c:pt idx="2839">
                  <c:v>1141.861249578119</c:v>
                </c:pt>
                <c:pt idx="2840">
                  <c:v>1141.6199561691922</c:v>
                </c:pt>
                <c:pt idx="2841">
                  <c:v>1141.379505872854</c:v>
                </c:pt>
                <c:pt idx="2842">
                  <c:v>1141.1398959824774</c:v>
                </c:pt>
                <c:pt idx="2843">
                  <c:v>1140.9011237980656</c:v>
                </c:pt>
                <c:pt idx="2844">
                  <c:v>1140.6631866262264</c:v>
                </c:pt>
                <c:pt idx="2845">
                  <c:v>1140.4260817802895</c:v>
                </c:pt>
                <c:pt idx="2846">
                  <c:v>1140.1898065801511</c:v>
                </c:pt>
                <c:pt idx="2847">
                  <c:v>1139.954358352385</c:v>
                </c:pt>
                <c:pt idx="2848">
                  <c:v>1139.7197344301769</c:v>
                </c:pt>
                <c:pt idx="2849">
                  <c:v>1139.4859321534782</c:v>
                </c:pt>
                <c:pt idx="2850">
                  <c:v>1139.2529488687458</c:v>
                </c:pt>
                <c:pt idx="2851">
                  <c:v>1139.02078192916</c:v>
                </c:pt>
                <c:pt idx="2852">
                  <c:v>1138.7894286945809</c:v>
                </c:pt>
                <c:pt idx="2853">
                  <c:v>1138.5588865314849</c:v>
                </c:pt>
                <c:pt idx="2854">
                  <c:v>1138.3291528129839</c:v>
                </c:pt>
                <c:pt idx="2855">
                  <c:v>1138.1002249189166</c:v>
                </c:pt>
                <c:pt idx="2856">
                  <c:v>1137.8721002357156</c:v>
                </c:pt>
                <c:pt idx="2857">
                  <c:v>1137.6447761564921</c:v>
                </c:pt>
                <c:pt idx="2858">
                  <c:v>1137.4182500810198</c:v>
                </c:pt>
                <c:pt idx="2859">
                  <c:v>1137.1925194157079</c:v>
                </c:pt>
                <c:pt idx="2860">
                  <c:v>1136.9675815736912</c:v>
                </c:pt>
                <c:pt idx="2861">
                  <c:v>1136.7434339746312</c:v>
                </c:pt>
                <c:pt idx="2862">
                  <c:v>1136.5200740449388</c:v>
                </c:pt>
                <c:pt idx="2863">
                  <c:v>1136.2974992176767</c:v>
                </c:pt>
                <c:pt idx="2864">
                  <c:v>1136.0757069325462</c:v>
                </c:pt>
                <c:pt idx="2865">
                  <c:v>1135.8546946358629</c:v>
                </c:pt>
                <c:pt idx="2866">
                  <c:v>1135.6344597806212</c:v>
                </c:pt>
                <c:pt idx="2867">
                  <c:v>1135.4149998264886</c:v>
                </c:pt>
                <c:pt idx="2868">
                  <c:v>1135.1963122397242</c:v>
                </c:pt>
                <c:pt idx="2869">
                  <c:v>1134.9783944932415</c:v>
                </c:pt>
                <c:pt idx="2870">
                  <c:v>1134.7612440666694</c:v>
                </c:pt>
                <c:pt idx="2871">
                  <c:v>1134.544858446139</c:v>
                </c:pt>
                <c:pt idx="2872">
                  <c:v>1134.3292351245379</c:v>
                </c:pt>
                <c:pt idx="2873">
                  <c:v>1134.1143716013171</c:v>
                </c:pt>
                <c:pt idx="2874">
                  <c:v>1133.9002653825778</c:v>
                </c:pt>
                <c:pt idx="2875">
                  <c:v>1133.6869139810635</c:v>
                </c:pt>
                <c:pt idx="2876">
                  <c:v>1133.4743149161009</c:v>
                </c:pt>
                <c:pt idx="2877">
                  <c:v>1133.2624657136814</c:v>
                </c:pt>
                <c:pt idx="2878">
                  <c:v>1133.0513639063549</c:v>
                </c:pt>
                <c:pt idx="2879">
                  <c:v>1132.8410070333689</c:v>
                </c:pt>
                <c:pt idx="2880">
                  <c:v>1132.6313926404457</c:v>
                </c:pt>
                <c:pt idx="2881">
                  <c:v>1132.4225182800913</c:v>
                </c:pt>
                <c:pt idx="2882">
                  <c:v>1132.2143815112111</c:v>
                </c:pt>
                <c:pt idx="2883">
                  <c:v>1132.0069798994721</c:v>
                </c:pt>
                <c:pt idx="2884">
                  <c:v>1131.8003110170453</c:v>
                </c:pt>
                <c:pt idx="2885">
                  <c:v>1131.5943724427302</c:v>
                </c:pt>
                <c:pt idx="2886">
                  <c:v>1131.3891617618244</c:v>
                </c:pt>
                <c:pt idx="2887">
                  <c:v>1131.1846765662742</c:v>
                </c:pt>
                <c:pt idx="2888">
                  <c:v>1130.9809144546243</c:v>
                </c:pt>
                <c:pt idx="2889">
                  <c:v>1130.7778730319144</c:v>
                </c:pt>
                <c:pt idx="2890">
                  <c:v>1130.5755499097377</c:v>
                </c:pt>
                <c:pt idx="2891">
                  <c:v>1130.3739427063247</c:v>
                </c:pt>
                <c:pt idx="2892">
                  <c:v>1130.1730490463681</c:v>
                </c:pt>
                <c:pt idx="2893">
                  <c:v>1129.9728665611544</c:v>
                </c:pt>
                <c:pt idx="2894">
                  <c:v>1129.773392888512</c:v>
                </c:pt>
                <c:pt idx="2895">
                  <c:v>1129.5746256727271</c:v>
                </c:pt>
                <c:pt idx="2896">
                  <c:v>1129.3765625647061</c:v>
                </c:pt>
                <c:pt idx="2897">
                  <c:v>1129.1792012218157</c:v>
                </c:pt>
                <c:pt idx="2898">
                  <c:v>1128.9825393079461</c:v>
                </c:pt>
                <c:pt idx="2899">
                  <c:v>1128.7865744934873</c:v>
                </c:pt>
                <c:pt idx="2900">
                  <c:v>1128.5913044553447</c:v>
                </c:pt>
                <c:pt idx="2901">
                  <c:v>1128.3967268769175</c:v>
                </c:pt>
                <c:pt idx="2902">
                  <c:v>1128.2028394480383</c:v>
                </c:pt>
                <c:pt idx="2903">
                  <c:v>1128.0096398651015</c:v>
                </c:pt>
                <c:pt idx="2904">
                  <c:v>1127.8171258309089</c:v>
                </c:pt>
                <c:pt idx="2905">
                  <c:v>1127.6252950547371</c:v>
                </c:pt>
                <c:pt idx="2906">
                  <c:v>1127.4341452523297</c:v>
                </c:pt>
                <c:pt idx="2907">
                  <c:v>1127.2436741458962</c:v>
                </c:pt>
                <c:pt idx="2908">
                  <c:v>1127.0538794640393</c:v>
                </c:pt>
                <c:pt idx="2909">
                  <c:v>1126.8647589418215</c:v>
                </c:pt>
                <c:pt idx="2910">
                  <c:v>1126.6763103207627</c:v>
                </c:pt>
                <c:pt idx="2911">
                  <c:v>1126.4885313487268</c:v>
                </c:pt>
                <c:pt idx="2912">
                  <c:v>1126.3014197800642</c:v>
                </c:pt>
                <c:pt idx="2913">
                  <c:v>1126.1149733754892</c:v>
                </c:pt>
                <c:pt idx="2914">
                  <c:v>1125.929189902093</c:v>
                </c:pt>
                <c:pt idx="2915">
                  <c:v>1125.7440671334041</c:v>
                </c:pt>
                <c:pt idx="2916">
                  <c:v>1125.5596028492753</c:v>
                </c:pt>
                <c:pt idx="2917">
                  <c:v>1125.3757948359334</c:v>
                </c:pt>
                <c:pt idx="2918">
                  <c:v>1125.1926408860249</c:v>
                </c:pt>
                <c:pt idx="2919">
                  <c:v>1125.0101387984525</c:v>
                </c:pt>
                <c:pt idx="2920">
                  <c:v>1124.8282863785612</c:v>
                </c:pt>
                <c:pt idx="2921">
                  <c:v>1124.6470814379384</c:v>
                </c:pt>
                <c:pt idx="2922">
                  <c:v>1124.4665217945851</c:v>
                </c:pt>
                <c:pt idx="2923">
                  <c:v>1124.2866052727375</c:v>
                </c:pt>
                <c:pt idx="2924">
                  <c:v>1124.1073297029996</c:v>
                </c:pt>
                <c:pt idx="2925">
                  <c:v>1123.9286929222421</c:v>
                </c:pt>
                <c:pt idx="2926">
                  <c:v>1123.750692773609</c:v>
                </c:pt>
                <c:pt idx="2927">
                  <c:v>1123.5733271065715</c:v>
                </c:pt>
                <c:pt idx="2928">
                  <c:v>1123.396593776818</c:v>
                </c:pt>
                <c:pt idx="2929">
                  <c:v>1123.2204906463551</c:v>
                </c:pt>
                <c:pt idx="2930">
                  <c:v>1123.0450155833664</c:v>
                </c:pt>
                <c:pt idx="2931">
                  <c:v>1122.8701664623832</c:v>
                </c:pt>
                <c:pt idx="2932">
                  <c:v>1122.6959411640512</c:v>
                </c:pt>
                <c:pt idx="2933">
                  <c:v>1122.5223375752864</c:v>
                </c:pt>
                <c:pt idx="2934">
                  <c:v>1122.3493535892578</c:v>
                </c:pt>
                <c:pt idx="2935">
                  <c:v>1122.1769871053014</c:v>
                </c:pt>
                <c:pt idx="2936">
                  <c:v>1122.0052360288987</c:v>
                </c:pt>
                <c:pt idx="2937">
                  <c:v>1121.8340982718187</c:v>
                </c:pt>
                <c:pt idx="2938">
                  <c:v>1121.6635717518971</c:v>
                </c:pt>
                <c:pt idx="2939">
                  <c:v>1121.4936543932088</c:v>
                </c:pt>
                <c:pt idx="2940">
                  <c:v>1121.3243441259342</c:v>
                </c:pt>
                <c:pt idx="2941">
                  <c:v>1121.1556388864146</c:v>
                </c:pt>
                <c:pt idx="2942">
                  <c:v>1120.9875366170909</c:v>
                </c:pt>
                <c:pt idx="2943">
                  <c:v>1120.8200352665961</c:v>
                </c:pt>
                <c:pt idx="2944">
                  <c:v>1120.6531327896087</c:v>
                </c:pt>
                <c:pt idx="2945">
                  <c:v>1120.4868271469336</c:v>
                </c:pt>
                <c:pt idx="2946">
                  <c:v>1120.321116305455</c:v>
                </c:pt>
                <c:pt idx="2947">
                  <c:v>1120.1559982381284</c:v>
                </c:pt>
                <c:pt idx="2948">
                  <c:v>1119.9914709239936</c:v>
                </c:pt>
                <c:pt idx="2949">
                  <c:v>1119.8275323481432</c:v>
                </c:pt>
                <c:pt idx="2950">
                  <c:v>1119.6641805017002</c:v>
                </c:pt>
                <c:pt idx="2951">
                  <c:v>1119.5014133818697</c:v>
                </c:pt>
                <c:pt idx="2952">
                  <c:v>1119.3392289918122</c:v>
                </c:pt>
                <c:pt idx="2953">
                  <c:v>1119.1776253407452</c:v>
                </c:pt>
                <c:pt idx="2954">
                  <c:v>1119.0166004438975</c:v>
                </c:pt>
                <c:pt idx="2955">
                  <c:v>1118.8561523224516</c:v>
                </c:pt>
                <c:pt idx="2956">
                  <c:v>1118.6962790035993</c:v>
                </c:pt>
                <c:pt idx="2957">
                  <c:v>1118.5369785204962</c:v>
                </c:pt>
                <c:pt idx="2958">
                  <c:v>1118.3782489122377</c:v>
                </c:pt>
                <c:pt idx="2959">
                  <c:v>1118.2200882238653</c:v>
                </c:pt>
                <c:pt idx="2960">
                  <c:v>1118.0624945063912</c:v>
                </c:pt>
                <c:pt idx="2961">
                  <c:v>1117.9054658167352</c:v>
                </c:pt>
                <c:pt idx="2962">
                  <c:v>1117.7490002177262</c:v>
                </c:pt>
                <c:pt idx="2963">
                  <c:v>1117.5930957780488</c:v>
                </c:pt>
                <c:pt idx="2964">
                  <c:v>1117.4377505723526</c:v>
                </c:pt>
                <c:pt idx="2965">
                  <c:v>1117.2829626811324</c:v>
                </c:pt>
                <c:pt idx="2966">
                  <c:v>1117.1287301907141</c:v>
                </c:pt>
                <c:pt idx="2967">
                  <c:v>1116.9750511933555</c:v>
                </c:pt>
                <c:pt idx="2968">
                  <c:v>1116.8219237870801</c:v>
                </c:pt>
                <c:pt idx="2969">
                  <c:v>1116.6693460758127</c:v>
                </c:pt>
                <c:pt idx="2970">
                  <c:v>1116.517316169206</c:v>
                </c:pt>
                <c:pt idx="2971">
                  <c:v>1116.3658321828107</c:v>
                </c:pt>
                <c:pt idx="2972">
                  <c:v>1116.2148922379167</c:v>
                </c:pt>
                <c:pt idx="2973">
                  <c:v>1116.0644944616504</c:v>
                </c:pt>
                <c:pt idx="2974">
                  <c:v>1115.9146369868358</c:v>
                </c:pt>
                <c:pt idx="2975">
                  <c:v>1115.7653179521355</c:v>
                </c:pt>
                <c:pt idx="2976">
                  <c:v>1115.6165355019057</c:v>
                </c:pt>
                <c:pt idx="2977">
                  <c:v>1115.4682877862672</c:v>
                </c:pt>
                <c:pt idx="2978">
                  <c:v>1115.3205729610368</c:v>
                </c:pt>
                <c:pt idx="2979">
                  <c:v>1115.1733891877823</c:v>
                </c:pt>
                <c:pt idx="2980">
                  <c:v>1115.0267346337573</c:v>
                </c:pt>
                <c:pt idx="2981">
                  <c:v>1114.8806074718632</c:v>
                </c:pt>
                <c:pt idx="2982">
                  <c:v>1114.7350058807447</c:v>
                </c:pt>
                <c:pt idx="2983">
                  <c:v>1114.5899280446627</c:v>
                </c:pt>
                <c:pt idx="2984">
                  <c:v>1114.4453721535447</c:v>
                </c:pt>
                <c:pt idx="2985">
                  <c:v>1114.301336402948</c:v>
                </c:pt>
                <c:pt idx="2986">
                  <c:v>1114.1578189940703</c:v>
                </c:pt>
                <c:pt idx="2987">
                  <c:v>1114.0148181337602</c:v>
                </c:pt>
                <c:pt idx="2988">
                  <c:v>1113.8723320343718</c:v>
                </c:pt>
                <c:pt idx="2989">
                  <c:v>1113.7303589139276</c:v>
                </c:pt>
                <c:pt idx="2990">
                  <c:v>1113.588896996024</c:v>
                </c:pt>
                <c:pt idx="2991">
                  <c:v>1113.4479445097675</c:v>
                </c:pt>
                <c:pt idx="2992">
                  <c:v>1113.3074996898945</c:v>
                </c:pt>
                <c:pt idx="2993">
                  <c:v>1113.1675607766342</c:v>
                </c:pt>
                <c:pt idx="2994">
                  <c:v>1113.0281260157749</c:v>
                </c:pt>
                <c:pt idx="2995">
                  <c:v>1112.8891936585567</c:v>
                </c:pt>
                <c:pt idx="2996">
                  <c:v>1112.7507619617886</c:v>
                </c:pt>
                <c:pt idx="2997">
                  <c:v>1112.6128291877492</c:v>
                </c:pt>
                <c:pt idx="2998">
                  <c:v>1112.4753936042107</c:v>
                </c:pt>
                <c:pt idx="2999">
                  <c:v>1112.3384534843569</c:v>
                </c:pt>
                <c:pt idx="3000">
                  <c:v>1112.2020071069196</c:v>
                </c:pt>
                <c:pt idx="3001">
                  <c:v>1112.066052755973</c:v>
                </c:pt>
                <c:pt idx="3002">
                  <c:v>1111.930588721103</c:v>
                </c:pt>
                <c:pt idx="3003">
                  <c:v>1111.7956132972618</c:v>
                </c:pt>
                <c:pt idx="3004">
                  <c:v>1111.6611247847723</c:v>
                </c:pt>
                <c:pt idx="3005">
                  <c:v>1111.5271214894469</c:v>
                </c:pt>
                <c:pt idx="3006">
                  <c:v>1111.3936017224191</c:v>
                </c:pt>
                <c:pt idx="3007">
                  <c:v>1111.2605638001603</c:v>
                </c:pt>
                <c:pt idx="3008">
                  <c:v>1111.1280060445424</c:v>
                </c:pt>
                <c:pt idx="3009">
                  <c:v>1110.9959267827553</c:v>
                </c:pt>
                <c:pt idx="3010">
                  <c:v>1110.86432434732</c:v>
                </c:pt>
                <c:pt idx="3011">
                  <c:v>1110.7331970760915</c:v>
                </c:pt>
                <c:pt idx="3012">
                  <c:v>1110.6025433122077</c:v>
                </c:pt>
                <c:pt idx="3013">
                  <c:v>1110.4723614040731</c:v>
                </c:pt>
                <c:pt idx="3014">
                  <c:v>1110.3426497054033</c:v>
                </c:pt>
                <c:pt idx="3015">
                  <c:v>1110.2134065751932</c:v>
                </c:pt>
                <c:pt idx="3016">
                  <c:v>1110.0846303776596</c:v>
                </c:pt>
                <c:pt idx="3017">
                  <c:v>1109.9563194822385</c:v>
                </c:pt>
                <c:pt idx="3018">
                  <c:v>1109.8284722636272</c:v>
                </c:pt>
                <c:pt idx="3019">
                  <c:v>1109.7010871017551</c:v>
                </c:pt>
                <c:pt idx="3020">
                  <c:v>1109.5741623817</c:v>
                </c:pt>
                <c:pt idx="3021">
                  <c:v>1109.4476964937508</c:v>
                </c:pt>
                <c:pt idx="3022">
                  <c:v>1109.3216878333878</c:v>
                </c:pt>
                <c:pt idx="3023">
                  <c:v>1109.1961348012248</c:v>
                </c:pt>
                <c:pt idx="3024">
                  <c:v>1109.0710358030299</c:v>
                </c:pt>
                <c:pt idx="3025">
                  <c:v>1108.9463892497392</c:v>
                </c:pt>
                <c:pt idx="3026">
                  <c:v>1108.8221935573727</c:v>
                </c:pt>
                <c:pt idx="3027">
                  <c:v>1108.6984471470951</c:v>
                </c:pt>
                <c:pt idx="3028">
                  <c:v>1108.5751484451437</c:v>
                </c:pt>
                <c:pt idx="3029">
                  <c:v>1108.4522958828363</c:v>
                </c:pt>
                <c:pt idx="3030">
                  <c:v>1108.3298878966382</c:v>
                </c:pt>
                <c:pt idx="3031">
                  <c:v>1108.2079229279484</c:v>
                </c:pt>
                <c:pt idx="3032">
                  <c:v>1108.086399423313</c:v>
                </c:pt>
                <c:pt idx="3033">
                  <c:v>1107.9653158342664</c:v>
                </c:pt>
                <c:pt idx="3034">
                  <c:v>1107.8446706173791</c:v>
                </c:pt>
                <c:pt idx="3035">
                  <c:v>1107.7244622342741</c:v>
                </c:pt>
                <c:pt idx="3036">
                  <c:v>1107.6046891514759</c:v>
                </c:pt>
                <c:pt idx="3037">
                  <c:v>1107.4853498405355</c:v>
                </c:pt>
                <c:pt idx="3038">
                  <c:v>1107.3664427780329</c:v>
                </c:pt>
                <c:pt idx="3039">
                  <c:v>1107.247966445427</c:v>
                </c:pt>
                <c:pt idx="3040">
                  <c:v>1107.1299193291416</c:v>
                </c:pt>
                <c:pt idx="3041">
                  <c:v>1107.0122999205746</c:v>
                </c:pt>
                <c:pt idx="3042">
                  <c:v>1106.8951067159865</c:v>
                </c:pt>
                <c:pt idx="3043">
                  <c:v>1106.7783382165594</c:v>
                </c:pt>
                <c:pt idx="3044">
                  <c:v>1106.6619929284025</c:v>
                </c:pt>
                <c:pt idx="3045">
                  <c:v>1106.5460693624543</c:v>
                </c:pt>
                <c:pt idx="3046">
                  <c:v>1106.4305660345808</c:v>
                </c:pt>
                <c:pt idx="3047">
                  <c:v>1106.3154814654504</c:v>
                </c:pt>
                <c:pt idx="3048">
                  <c:v>1106.2008141806029</c:v>
                </c:pt>
                <c:pt idx="3049">
                  <c:v>1106.0865627103951</c:v>
                </c:pt>
                <c:pt idx="3050">
                  <c:v>1105.9727255900441</c:v>
                </c:pt>
                <c:pt idx="3051">
                  <c:v>1105.8593013594857</c:v>
                </c:pt>
                <c:pt idx="3052">
                  <c:v>1105.7462885635234</c:v>
                </c:pt>
                <c:pt idx="3053">
                  <c:v>1105.6336857517156</c:v>
                </c:pt>
                <c:pt idx="3054">
                  <c:v>1105.5214914783953</c:v>
                </c:pt>
                <c:pt idx="3055">
                  <c:v>1105.4097043026136</c:v>
                </c:pt>
                <c:pt idx="3056">
                  <c:v>1105.298322788203</c:v>
                </c:pt>
                <c:pt idx="3057">
                  <c:v>1105.1873455036878</c:v>
                </c:pt>
                <c:pt idx="3058">
                  <c:v>1105.0767710223861</c:v>
                </c:pt>
                <c:pt idx="3059">
                  <c:v>1104.9665979221891</c:v>
                </c:pt>
                <c:pt idx="3060">
                  <c:v>1104.8568247858266</c:v>
                </c:pt>
                <c:pt idx="3061">
                  <c:v>1104.7474502005789</c:v>
                </c:pt>
                <c:pt idx="3062">
                  <c:v>1104.6384727584921</c:v>
                </c:pt>
                <c:pt idx="3063">
                  <c:v>1104.5298910561642</c:v>
                </c:pt>
                <c:pt idx="3064">
                  <c:v>1104.421703694911</c:v>
                </c:pt>
                <c:pt idx="3065">
                  <c:v>1104.3139092806309</c:v>
                </c:pt>
                <c:pt idx="3066">
                  <c:v>1104.2065064239075</c:v>
                </c:pt>
                <c:pt idx="3067">
                  <c:v>1104.099493739837</c:v>
                </c:pt>
                <c:pt idx="3068">
                  <c:v>1103.9928698481435</c:v>
                </c:pt>
                <c:pt idx="3069">
                  <c:v>1103.8866333731346</c:v>
                </c:pt>
                <c:pt idx="3070">
                  <c:v>1103.7807829436592</c:v>
                </c:pt>
                <c:pt idx="3071">
                  <c:v>1103.6753171931477</c:v>
                </c:pt>
                <c:pt idx="3072">
                  <c:v>1103.5702347595513</c:v>
                </c:pt>
                <c:pt idx="3073">
                  <c:v>1103.4655342853468</c:v>
                </c:pt>
                <c:pt idx="3074">
                  <c:v>1103.3612144175397</c:v>
                </c:pt>
                <c:pt idx="3075">
                  <c:v>1103.257273807609</c:v>
                </c:pt>
                <c:pt idx="3076">
                  <c:v>1103.1537111115686</c:v>
                </c:pt>
                <c:pt idx="3077">
                  <c:v>1103.050524989827</c:v>
                </c:pt>
                <c:pt idx="3078">
                  <c:v>1102.9477141073812</c:v>
                </c:pt>
                <c:pt idx="3079">
                  <c:v>1102.845277133533</c:v>
                </c:pt>
                <c:pt idx="3080">
                  <c:v>1102.7432127421669</c:v>
                </c:pt>
                <c:pt idx="3081">
                  <c:v>1102.6415196114594</c:v>
                </c:pt>
                <c:pt idx="3082">
                  <c:v>1102.5401964241059</c:v>
                </c:pt>
                <c:pt idx="3083">
                  <c:v>1102.4392418671432</c:v>
                </c:pt>
                <c:pt idx="3084">
                  <c:v>1102.3386546320464</c:v>
                </c:pt>
                <c:pt idx="3085">
                  <c:v>1102.2384334146154</c:v>
                </c:pt>
                <c:pt idx="3086">
                  <c:v>1102.138576915029</c:v>
                </c:pt>
                <c:pt idx="3087">
                  <c:v>1102.0390838378712</c:v>
                </c:pt>
                <c:pt idx="3088">
                  <c:v>1101.9399528919605</c:v>
                </c:pt>
                <c:pt idx="3089">
                  <c:v>1101.8411827905716</c:v>
                </c:pt>
                <c:pt idx="3090">
                  <c:v>1101.7427722511459</c:v>
                </c:pt>
                <c:pt idx="3091">
                  <c:v>1101.6447199955721</c:v>
                </c:pt>
                <c:pt idx="3092">
                  <c:v>1101.547024749975</c:v>
                </c:pt>
                <c:pt idx="3093">
                  <c:v>1101.4496852446955</c:v>
                </c:pt>
                <c:pt idx="3094">
                  <c:v>1101.3527002144003</c:v>
                </c:pt>
                <c:pt idx="3095">
                  <c:v>1101.25606839803</c:v>
                </c:pt>
                <c:pt idx="3096">
                  <c:v>1101.1597885387425</c:v>
                </c:pt>
                <c:pt idx="3097">
                  <c:v>1101.0638593838783</c:v>
                </c:pt>
                <c:pt idx="3098">
                  <c:v>1100.9682796851</c:v>
                </c:pt>
                <c:pt idx="3099">
                  <c:v>1100.8730481981679</c:v>
                </c:pt>
                <c:pt idx="3100">
                  <c:v>1100.7781636831144</c:v>
                </c:pt>
                <c:pt idx="3101">
                  <c:v>1100.6836249040728</c:v>
                </c:pt>
                <c:pt idx="3102">
                  <c:v>1100.5894306294308</c:v>
                </c:pt>
                <c:pt idx="3103">
                  <c:v>1100.4955796316895</c:v>
                </c:pt>
                <c:pt idx="3104">
                  <c:v>1100.4020706874851</c:v>
                </c:pt>
                <c:pt idx="3105">
                  <c:v>1100.3089025776085</c:v>
                </c:pt>
                <c:pt idx="3106">
                  <c:v>1100.2160740869467</c:v>
                </c:pt>
                <c:pt idx="3107">
                  <c:v>1100.1235840045326</c:v>
                </c:pt>
                <c:pt idx="3108">
                  <c:v>1100.0314311234515</c:v>
                </c:pt>
                <c:pt idx="3109">
                  <c:v>1099.9396142409228</c:v>
                </c:pt>
                <c:pt idx="3110">
                  <c:v>1099.8481321581796</c:v>
                </c:pt>
                <c:pt idx="3111">
                  <c:v>1099.756983680546</c:v>
                </c:pt>
                <c:pt idx="3112">
                  <c:v>1099.666167617409</c:v>
                </c:pt>
                <c:pt idx="3113">
                  <c:v>1099.5756827821774</c:v>
                </c:pt>
                <c:pt idx="3114">
                  <c:v>1099.4855279922774</c:v>
                </c:pt>
                <c:pt idx="3115">
                  <c:v>1099.3957020691403</c:v>
                </c:pt>
                <c:pt idx="3116">
                  <c:v>1099.3062038382423</c:v>
                </c:pt>
                <c:pt idx="3117">
                  <c:v>1099.2170321289955</c:v>
                </c:pt>
                <c:pt idx="3118">
                  <c:v>1099.1281857748111</c:v>
                </c:pt>
                <c:pt idx="3119">
                  <c:v>1099.0396636131075</c:v>
                </c:pt>
                <c:pt idx="3120">
                  <c:v>1098.9514644851477</c:v>
                </c:pt>
                <c:pt idx="3121">
                  <c:v>1098.8635872362556</c:v>
                </c:pt>
                <c:pt idx="3122">
                  <c:v>1098.7760307156368</c:v>
                </c:pt>
                <c:pt idx="3123">
                  <c:v>1098.6887937763836</c:v>
                </c:pt>
                <c:pt idx="3124">
                  <c:v>1098.6018752755485</c:v>
                </c:pt>
                <c:pt idx="3125">
                  <c:v>1098.515274074015</c:v>
                </c:pt>
                <c:pt idx="3126">
                  <c:v>1098.428989036654</c:v>
                </c:pt>
                <c:pt idx="3127">
                  <c:v>1098.3430190320864</c:v>
                </c:pt>
                <c:pt idx="3128">
                  <c:v>1098.2573629328867</c:v>
                </c:pt>
                <c:pt idx="3129">
                  <c:v>1098.172019615424</c:v>
                </c:pt>
                <c:pt idx="3130">
                  <c:v>1098.0869879599268</c:v>
                </c:pt>
                <c:pt idx="3131">
                  <c:v>1098.0022668504387</c:v>
                </c:pt>
                <c:pt idx="3132">
                  <c:v>1097.9178551748328</c:v>
                </c:pt>
                <c:pt idx="3133">
                  <c:v>1097.8337518247888</c:v>
                </c:pt>
                <c:pt idx="3134">
                  <c:v>1097.7499556957066</c:v>
                </c:pt>
                <c:pt idx="3135">
                  <c:v>1097.6664656868943</c:v>
                </c:pt>
                <c:pt idx="3136">
                  <c:v>1097.5832807013132</c:v>
                </c:pt>
                <c:pt idx="3137">
                  <c:v>1097.5003996457328</c:v>
                </c:pt>
                <c:pt idx="3138">
                  <c:v>1097.4178214306683</c:v>
                </c:pt>
                <c:pt idx="3139">
                  <c:v>1097.3355449703261</c:v>
                </c:pt>
                <c:pt idx="3140">
                  <c:v>1097.2535691827081</c:v>
                </c:pt>
                <c:pt idx="3141">
                  <c:v>1097.1718929894532</c:v>
                </c:pt>
                <c:pt idx="3142">
                  <c:v>1097.0905153159772</c:v>
                </c:pt>
                <c:pt idx="3143">
                  <c:v>1097.0094350912655</c:v>
                </c:pt>
                <c:pt idx="3144">
                  <c:v>1096.9286512481367</c:v>
                </c:pt>
                <c:pt idx="3145">
                  <c:v>1096.8481627229562</c:v>
                </c:pt>
                <c:pt idx="3146">
                  <c:v>1096.7679684557741</c:v>
                </c:pt>
                <c:pt idx="3147">
                  <c:v>1096.6880673903356</c:v>
                </c:pt>
                <c:pt idx="3148">
                  <c:v>1096.6084584739197</c:v>
                </c:pt>
                <c:pt idx="3149">
                  <c:v>1096.5291406574988</c:v>
                </c:pt>
                <c:pt idx="3150">
                  <c:v>1096.4501128956558</c:v>
                </c:pt>
                <c:pt idx="3151">
                  <c:v>1096.3713741465351</c:v>
                </c:pt>
                <c:pt idx="3152">
                  <c:v>1096.2929233719119</c:v>
                </c:pt>
                <c:pt idx="3153">
                  <c:v>1096.2147595370734</c:v>
                </c:pt>
                <c:pt idx="3154">
                  <c:v>1096.1368816109564</c:v>
                </c:pt>
                <c:pt idx="3155">
                  <c:v>1096.0592885660058</c:v>
                </c:pt>
                <c:pt idx="3156">
                  <c:v>1095.9819793781796</c:v>
                </c:pt>
                <c:pt idx="3157">
                  <c:v>1095.9049530270331</c:v>
                </c:pt>
                <c:pt idx="3158">
                  <c:v>1095.8282084956031</c:v>
                </c:pt>
                <c:pt idx="3159">
                  <c:v>1095.7517447704436</c:v>
                </c:pt>
                <c:pt idx="3160">
                  <c:v>1095.675560841632</c:v>
                </c:pt>
                <c:pt idx="3161">
                  <c:v>1095.5996557026924</c:v>
                </c:pt>
                <c:pt idx="3162">
                  <c:v>1095.5240283506621</c:v>
                </c:pt>
                <c:pt idx="3163">
                  <c:v>1095.4486777860147</c:v>
                </c:pt>
                <c:pt idx="3164">
                  <c:v>1095.3736030127179</c:v>
                </c:pt>
                <c:pt idx="3165">
                  <c:v>1095.2988030381598</c:v>
                </c:pt>
                <c:pt idx="3166">
                  <c:v>1095.2242768731551</c:v>
                </c:pt>
                <c:pt idx="3167">
                  <c:v>1095.1500235319934</c:v>
                </c:pt>
                <c:pt idx="3168">
                  <c:v>1095.0760420323134</c:v>
                </c:pt>
                <c:pt idx="3169">
                  <c:v>1095.0023313951906</c:v>
                </c:pt>
                <c:pt idx="3170">
                  <c:v>1094.9288906450972</c:v>
                </c:pt>
                <c:pt idx="3171">
                  <c:v>1094.8557188098587</c:v>
                </c:pt>
                <c:pt idx="3172">
                  <c:v>1094.7828149206989</c:v>
                </c:pt>
                <c:pt idx="3173">
                  <c:v>1094.7101780121804</c:v>
                </c:pt>
                <c:pt idx="3174">
                  <c:v>1094.6378071222459</c:v>
                </c:pt>
                <c:pt idx="3175">
                  <c:v>1094.5657012921415</c:v>
                </c:pt>
                <c:pt idx="3176">
                  <c:v>1094.4938595664842</c:v>
                </c:pt>
                <c:pt idx="3177">
                  <c:v>1094.4222809931478</c:v>
                </c:pt>
                <c:pt idx="3178">
                  <c:v>1094.3509646233772</c:v>
                </c:pt>
                <c:pt idx="3179">
                  <c:v>1094.2799095116902</c:v>
                </c:pt>
                <c:pt idx="3180">
                  <c:v>1094.2091147158612</c:v>
                </c:pt>
                <c:pt idx="3181">
                  <c:v>1094.1385792969691</c:v>
                </c:pt>
                <c:pt idx="3182">
                  <c:v>1094.068302319411</c:v>
                </c:pt>
                <c:pt idx="3183">
                  <c:v>1093.9982828507225</c:v>
                </c:pt>
                <c:pt idx="3184">
                  <c:v>1093.9285199617839</c:v>
                </c:pt>
                <c:pt idx="3185">
                  <c:v>1093.8590127266564</c:v>
                </c:pt>
                <c:pt idx="3186">
                  <c:v>1093.789760222651</c:v>
                </c:pt>
                <c:pt idx="3187">
                  <c:v>1093.7207615302802</c:v>
                </c:pt>
                <c:pt idx="3188">
                  <c:v>1093.6520157332923</c:v>
                </c:pt>
                <c:pt idx="3189">
                  <c:v>1093.5835219185496</c:v>
                </c:pt>
                <c:pt idx="3190">
                  <c:v>1093.5152791762205</c:v>
                </c:pt>
                <c:pt idx="3191">
                  <c:v>1093.4472865995319</c:v>
                </c:pt>
                <c:pt idx="3192">
                  <c:v>1093.3795432849304</c:v>
                </c:pt>
                <c:pt idx="3193">
                  <c:v>1093.3120483320129</c:v>
                </c:pt>
                <c:pt idx="3194">
                  <c:v>1093.2448008435247</c:v>
                </c:pt>
                <c:pt idx="3195">
                  <c:v>1093.1777999253111</c:v>
                </c:pt>
                <c:pt idx="3196">
                  <c:v>1093.1110446863777</c:v>
                </c:pt>
                <c:pt idx="3197">
                  <c:v>1093.0445342388209</c:v>
                </c:pt>
                <c:pt idx="3198">
                  <c:v>1092.9782676978512</c:v>
                </c:pt>
                <c:pt idx="3199">
                  <c:v>1092.9122441817431</c:v>
                </c:pt>
                <c:pt idx="3200">
                  <c:v>1092.846462811932</c:v>
                </c:pt>
                <c:pt idx="3201">
                  <c:v>1092.7809227128178</c:v>
                </c:pt>
                <c:pt idx="3202">
                  <c:v>1092.715623011956</c:v>
                </c:pt>
                <c:pt idx="3203">
                  <c:v>1092.6505628399225</c:v>
                </c:pt>
                <c:pt idx="3204">
                  <c:v>1092.5857413303099</c:v>
                </c:pt>
                <c:pt idx="3205">
                  <c:v>1092.5211576197883</c:v>
                </c:pt>
                <c:pt idx="3206">
                  <c:v>1092.4568108480362</c:v>
                </c:pt>
                <c:pt idx="3207">
                  <c:v>1092.3927001577135</c:v>
                </c:pt>
                <c:pt idx="3208">
                  <c:v>1092.3288246945349</c:v>
                </c:pt>
                <c:pt idx="3209">
                  <c:v>1092.2651836071898</c:v>
                </c:pt>
                <c:pt idx="3210">
                  <c:v>1092.2017760473523</c:v>
                </c:pt>
                <c:pt idx="3211">
                  <c:v>1092.138601169672</c:v>
                </c:pt>
                <c:pt idx="3212">
                  <c:v>1092.0756581317646</c:v>
                </c:pt>
                <c:pt idx="3213">
                  <c:v>1092.0129460941744</c:v>
                </c:pt>
                <c:pt idx="3214">
                  <c:v>1091.9504642204549</c:v>
                </c:pt>
                <c:pt idx="3215">
                  <c:v>1091.8882116770517</c:v>
                </c:pt>
                <c:pt idx="3216">
                  <c:v>1091.8261876333597</c:v>
                </c:pt>
                <c:pt idx="3217">
                  <c:v>1091.764391261629</c:v>
                </c:pt>
                <c:pt idx="3218">
                  <c:v>1091.702821737126</c:v>
                </c:pt>
                <c:pt idx="3219">
                  <c:v>1091.6414782379159</c:v>
                </c:pt>
                <c:pt idx="3220">
                  <c:v>1091.5803599450221</c:v>
                </c:pt>
                <c:pt idx="3221">
                  <c:v>1091.5194660423224</c:v>
                </c:pt>
                <c:pt idx="3222">
                  <c:v>1091.4587957165465</c:v>
                </c:pt>
                <c:pt idx="3223">
                  <c:v>1091.3983481573207</c:v>
                </c:pt>
                <c:pt idx="3224">
                  <c:v>1091.3381225571059</c:v>
                </c:pt>
                <c:pt idx="3225">
                  <c:v>1091.278118111198</c:v>
                </c:pt>
                <c:pt idx="3226">
                  <c:v>1091.218334017708</c:v>
                </c:pt>
                <c:pt idx="3227">
                  <c:v>1091.1587694776408</c:v>
                </c:pt>
                <c:pt idx="3228">
                  <c:v>1091.0994236947513</c:v>
                </c:pt>
                <c:pt idx="3229">
                  <c:v>1091.0402958756481</c:v>
                </c:pt>
                <c:pt idx="3230">
                  <c:v>1090.9813852296597</c:v>
                </c:pt>
                <c:pt idx="3231">
                  <c:v>1090.9226909689835</c:v>
                </c:pt>
                <c:pt idx="3232">
                  <c:v>1090.8642123085613</c:v>
                </c:pt>
                <c:pt idx="3233">
                  <c:v>1090.8059484660832</c:v>
                </c:pt>
                <c:pt idx="3234">
                  <c:v>1090.7478986620501</c:v>
                </c:pt>
                <c:pt idx="3235">
                  <c:v>1090.6900621196667</c:v>
                </c:pt>
                <c:pt idx="3236">
                  <c:v>1090.6324380648975</c:v>
                </c:pt>
                <c:pt idx="3237">
                  <c:v>1090.5750257264199</c:v>
                </c:pt>
                <c:pt idx="3238">
                  <c:v>1090.5178243357138</c:v>
                </c:pt>
                <c:pt idx="3239">
                  <c:v>1090.4608331268596</c:v>
                </c:pt>
                <c:pt idx="3240">
                  <c:v>1090.4040513367029</c:v>
                </c:pt>
                <c:pt idx="3241">
                  <c:v>1090.3474782047867</c:v>
                </c:pt>
                <c:pt idx="3242">
                  <c:v>1090.29111297336</c:v>
                </c:pt>
                <c:pt idx="3243">
                  <c:v>1090.2349548872846</c:v>
                </c:pt>
                <c:pt idx="3244">
                  <c:v>1090.1790031941625</c:v>
                </c:pt>
                <c:pt idx="3245">
                  <c:v>1090.1232571441972</c:v>
                </c:pt>
                <c:pt idx="3246">
                  <c:v>1090.0677159903253</c:v>
                </c:pt>
                <c:pt idx="3247">
                  <c:v>1090.012378988042</c:v>
                </c:pt>
                <c:pt idx="3248">
                  <c:v>1089.9572453954979</c:v>
                </c:pt>
                <c:pt idx="3249">
                  <c:v>1089.9023144735177</c:v>
                </c:pt>
                <c:pt idx="3250">
                  <c:v>1089.8475854855046</c:v>
                </c:pt>
                <c:pt idx="3251">
                  <c:v>1089.7930576974572</c:v>
                </c:pt>
                <c:pt idx="3252">
                  <c:v>1089.7387303779942</c:v>
                </c:pt>
                <c:pt idx="3253">
                  <c:v>1089.6846027983368</c:v>
                </c:pt>
                <c:pt idx="3254">
                  <c:v>1089.6306742322683</c:v>
                </c:pt>
                <c:pt idx="3255">
                  <c:v>1089.5769439561557</c:v>
                </c:pt>
                <c:pt idx="3256">
                  <c:v>1089.5234112489375</c:v>
                </c:pt>
                <c:pt idx="3257">
                  <c:v>1089.4700753920667</c:v>
                </c:pt>
                <c:pt idx="3258">
                  <c:v>1089.4169356696045</c:v>
                </c:pt>
                <c:pt idx="3259">
                  <c:v>1089.3639913681434</c:v>
                </c:pt>
                <c:pt idx="3260">
                  <c:v>1089.3112417767661</c:v>
                </c:pt>
                <c:pt idx="3261">
                  <c:v>1089.2586861870998</c:v>
                </c:pt>
                <c:pt idx="3262">
                  <c:v>1089.2063238932969</c:v>
                </c:pt>
                <c:pt idx="3263">
                  <c:v>1089.1541541920083</c:v>
                </c:pt>
                <c:pt idx="3264">
                  <c:v>1089.1021763823942</c:v>
                </c:pt>
                <c:pt idx="3265">
                  <c:v>1089.0503897660476</c:v>
                </c:pt>
                <c:pt idx="3266">
                  <c:v>1088.9987936471457</c:v>
                </c:pt>
                <c:pt idx="3267">
                  <c:v>1088.9473873322227</c:v>
                </c:pt>
                <c:pt idx="3268">
                  <c:v>1088.8961701303751</c:v>
                </c:pt>
                <c:pt idx="3269">
                  <c:v>1088.8451413531027</c:v>
                </c:pt>
                <c:pt idx="3270">
                  <c:v>1088.7943003143646</c:v>
                </c:pt>
                <c:pt idx="3271">
                  <c:v>1088.7436463305694</c:v>
                </c:pt>
                <c:pt idx="3272">
                  <c:v>1088.693178720514</c:v>
                </c:pt>
                <c:pt idx="3273">
                  <c:v>1088.6428968054649</c:v>
                </c:pt>
                <c:pt idx="3274">
                  <c:v>1088.5927999091168</c:v>
                </c:pt>
                <c:pt idx="3275">
                  <c:v>1088.5428873575365</c:v>
                </c:pt>
                <c:pt idx="3276">
                  <c:v>1088.4931584791666</c:v>
                </c:pt>
                <c:pt idx="3277">
                  <c:v>1088.4436126049281</c:v>
                </c:pt>
                <c:pt idx="3278">
                  <c:v>1088.3942490680054</c:v>
                </c:pt>
                <c:pt idx="3279">
                  <c:v>1088.345067204084</c:v>
                </c:pt>
                <c:pt idx="3280">
                  <c:v>1088.2960663511019</c:v>
                </c:pt>
                <c:pt idx="3281">
                  <c:v>1088.2472458494442</c:v>
                </c:pt>
                <c:pt idx="3282">
                  <c:v>1088.1986050418093</c:v>
                </c:pt>
                <c:pt idx="3283">
                  <c:v>1088.150143273202</c:v>
                </c:pt>
                <c:pt idx="3284">
                  <c:v>1088.1018598910459</c:v>
                </c:pt>
                <c:pt idx="3285">
                  <c:v>1088.0537542450329</c:v>
                </c:pt>
                <c:pt idx="3286">
                  <c:v>1088.0058256871403</c:v>
                </c:pt>
                <c:pt idx="3287">
                  <c:v>1087.958073571762</c:v>
                </c:pt>
                <c:pt idx="3288">
                  <c:v>1087.9104972555269</c:v>
                </c:pt>
                <c:pt idx="3289">
                  <c:v>1087.8630960973146</c:v>
                </c:pt>
                <c:pt idx="3290">
                  <c:v>1087.8158694584222</c:v>
                </c:pt>
                <c:pt idx="3291">
                  <c:v>1087.7688167023168</c:v>
                </c:pt>
                <c:pt idx="3292">
                  <c:v>1087.7219371947563</c:v>
                </c:pt>
                <c:pt idx="3293">
                  <c:v>1087.6752303038102</c:v>
                </c:pt>
                <c:pt idx="3294">
                  <c:v>1087.6286953997703</c:v>
                </c:pt>
                <c:pt idx="3295">
                  <c:v>1087.5823318551629</c:v>
                </c:pt>
                <c:pt idx="3296">
                  <c:v>1087.5361390447883</c:v>
                </c:pt>
                <c:pt idx="3297">
                  <c:v>1087.4901163456595</c:v>
                </c:pt>
                <c:pt idx="3298">
                  <c:v>1087.4442631370296</c:v>
                </c:pt>
                <c:pt idx="3299">
                  <c:v>1087.3985788003672</c:v>
                </c:pt>
                <c:pt idx="3300">
                  <c:v>1087.3530627193545</c:v>
                </c:pt>
                <c:pt idx="3301">
                  <c:v>1087.3077142798675</c:v>
                </c:pt>
                <c:pt idx="3302">
                  <c:v>1087.2625328700019</c:v>
                </c:pt>
                <c:pt idx="3303">
                  <c:v>1087.2175178799801</c:v>
                </c:pt>
                <c:pt idx="3304">
                  <c:v>1087.1726687022849</c:v>
                </c:pt>
                <c:pt idx="3305">
                  <c:v>1087.1279847315434</c:v>
                </c:pt>
                <c:pt idx="3306">
                  <c:v>1087.0834653645334</c:v>
                </c:pt>
                <c:pt idx="3307">
                  <c:v>1087.0391100001689</c:v>
                </c:pt>
                <c:pt idx="3308">
                  <c:v>1086.9949180396131</c:v>
                </c:pt>
                <c:pt idx="3309">
                  <c:v>1086.9508888860885</c:v>
                </c:pt>
                <c:pt idx="3310">
                  <c:v>1086.9070219449713</c:v>
                </c:pt>
                <c:pt idx="3311">
                  <c:v>1086.8633166237405</c:v>
                </c:pt>
                <c:pt idx="3312">
                  <c:v>1086.8197723320839</c:v>
                </c:pt>
                <c:pt idx="3313">
                  <c:v>1086.7763884817161</c:v>
                </c:pt>
                <c:pt idx="3314">
                  <c:v>1086.7331644865205</c:v>
                </c:pt>
                <c:pt idx="3315">
                  <c:v>1086.6900997624268</c:v>
                </c:pt>
                <c:pt idx="3316">
                  <c:v>1086.6471937274882</c:v>
                </c:pt>
                <c:pt idx="3317">
                  <c:v>1086.6044458018678</c:v>
                </c:pt>
                <c:pt idx="3318">
                  <c:v>1086.5618554077423</c:v>
                </c:pt>
                <c:pt idx="3319">
                  <c:v>1086.5194219694654</c:v>
                </c:pt>
                <c:pt idx="3320">
                  <c:v>1086.4771449133198</c:v>
                </c:pt>
                <c:pt idx="3321">
                  <c:v>1086.4350236677471</c:v>
                </c:pt>
                <c:pt idx="3322">
                  <c:v>1086.3930576632351</c:v>
                </c:pt>
                <c:pt idx="3323">
                  <c:v>1086.3512463322479</c:v>
                </c:pt>
                <c:pt idx="3324">
                  <c:v>1086.3095891093453</c:v>
                </c:pt>
                <c:pt idx="3325">
                  <c:v>1086.2680854311147</c:v>
                </c:pt>
                <c:pt idx="3326">
                  <c:v>1086.2267347361349</c:v>
                </c:pt>
                <c:pt idx="3327">
                  <c:v>1086.1855364650169</c:v>
                </c:pt>
                <c:pt idx="3328">
                  <c:v>1086.1444900604113</c:v>
                </c:pt>
                <c:pt idx="3329">
                  <c:v>1086.1035949668765</c:v>
                </c:pt>
                <c:pt idx="3330">
                  <c:v>1086.0628506311164</c:v>
                </c:pt>
                <c:pt idx="3331">
                  <c:v>1086.0222565016627</c:v>
                </c:pt>
                <c:pt idx="3332">
                  <c:v>1085.9818120291352</c:v>
                </c:pt>
                <c:pt idx="3333">
                  <c:v>1085.941516666092</c:v>
                </c:pt>
                <c:pt idx="3334">
                  <c:v>1085.9013698670685</c:v>
                </c:pt>
                <c:pt idx="3335">
                  <c:v>1085.8613710885538</c:v>
                </c:pt>
                <c:pt idx="3336">
                  <c:v>1085.8215197889965</c:v>
                </c:pt>
                <c:pt idx="3337">
                  <c:v>1085.781815428754</c:v>
                </c:pt>
                <c:pt idx="3338">
                  <c:v>1085.7422574702016</c:v>
                </c:pt>
                <c:pt idx="3339">
                  <c:v>1085.7028453775936</c:v>
                </c:pt>
                <c:pt idx="3340">
                  <c:v>1085.6635786171255</c:v>
                </c:pt>
                <c:pt idx="3341">
                  <c:v>1085.6244566569205</c:v>
                </c:pt>
                <c:pt idx="3342">
                  <c:v>1085.5854789669672</c:v>
                </c:pt>
                <c:pt idx="3343">
                  <c:v>1085.546645019255</c:v>
                </c:pt>
                <c:pt idx="3344">
                  <c:v>1085.5079542875769</c:v>
                </c:pt>
                <c:pt idx="3345">
                  <c:v>1085.4694062477138</c:v>
                </c:pt>
                <c:pt idx="3346">
                  <c:v>1085.4310003772296</c:v>
                </c:pt>
                <c:pt idx="3347">
                  <c:v>1085.3927361556757</c:v>
                </c:pt>
                <c:pt idx="3348">
                  <c:v>1085.3546130643906</c:v>
                </c:pt>
                <c:pt idx="3349">
                  <c:v>1085.3166305866409</c:v>
                </c:pt>
                <c:pt idx="3350">
                  <c:v>1085.2787882074963</c:v>
                </c:pt>
                <c:pt idx="3351">
                  <c:v>1085.2410854139491</c:v>
                </c:pt>
                <c:pt idx="3352">
                  <c:v>1085.2035216948043</c:v>
                </c:pt>
                <c:pt idx="3353">
                  <c:v>1085.1660965406988</c:v>
                </c:pt>
                <c:pt idx="3354">
                  <c:v>1085.1288094441488</c:v>
                </c:pt>
                <c:pt idx="3355">
                  <c:v>1085.0916598994295</c:v>
                </c:pt>
                <c:pt idx="3356">
                  <c:v>1085.0546474027176</c:v>
                </c:pt>
                <c:pt idx="3357">
                  <c:v>1085.0177714519259</c:v>
                </c:pt>
                <c:pt idx="3358">
                  <c:v>1084.9810315468626</c:v>
                </c:pt>
                <c:pt idx="3359">
                  <c:v>1084.9444271890839</c:v>
                </c:pt>
                <c:pt idx="3360">
                  <c:v>1084.9079578819637</c:v>
                </c:pt>
                <c:pt idx="3361">
                  <c:v>1084.8716231306512</c:v>
                </c:pt>
                <c:pt idx="3362">
                  <c:v>1084.8354224421146</c:v>
                </c:pt>
                <c:pt idx="3363">
                  <c:v>1084.7993553250526</c:v>
                </c:pt>
                <c:pt idx="3364">
                  <c:v>1084.7634212899868</c:v>
                </c:pt>
                <c:pt idx="3365">
                  <c:v>1084.7276198491395</c:v>
                </c:pt>
                <c:pt idx="3366">
                  <c:v>1084.6919505166136</c:v>
                </c:pt>
                <c:pt idx="3367">
                  <c:v>1084.6564128081193</c:v>
                </c:pt>
                <c:pt idx="3368">
                  <c:v>1084.6210062412133</c:v>
                </c:pt>
                <c:pt idx="3369">
                  <c:v>1084.5857303351725</c:v>
                </c:pt>
                <c:pt idx="3370">
                  <c:v>1084.5505846110084</c:v>
                </c:pt>
                <c:pt idx="3371">
                  <c:v>1084.5155685914353</c:v>
                </c:pt>
                <c:pt idx="3372">
                  <c:v>1084.4806818009527</c:v>
                </c:pt>
                <c:pt idx="3373">
                  <c:v>1084.4459237656843</c:v>
                </c:pt>
                <c:pt idx="3374">
                  <c:v>1084.4112940135749</c:v>
                </c:pt>
                <c:pt idx="3375">
                  <c:v>1084.3767920742112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A75-443A-B277-A7E168006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901503312"/>
        <c:axId val="-1675569344"/>
      </c:lineChart>
      <c:catAx>
        <c:axId val="-19015033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/>
                  <a:t>Time (s)</a:t>
                </a:r>
              </a:p>
            </c:rich>
          </c:tx>
          <c:layout>
            <c:manualLayout>
              <c:xMode val="edge"/>
              <c:yMode val="edge"/>
              <c:x val="0.49589040426971093"/>
              <c:y val="0.859404177961361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75569344"/>
        <c:crosses val="autoZero"/>
        <c:auto val="1"/>
        <c:lblAlgn val="ctr"/>
        <c:lblOffset val="100"/>
        <c:noMultiLvlLbl val="0"/>
      </c:catAx>
      <c:valAx>
        <c:axId val="-1675569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/>
                  <a:t>CO2  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015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b="0" i="0" baseline="0" dirty="0">
                <a:solidFill>
                  <a:schemeClr val="tx1"/>
                </a:solidFill>
                <a:effectLst/>
              </a:rPr>
              <a:t>CO</a:t>
            </a:r>
            <a:r>
              <a:rPr lang="en-IN" sz="2000" b="0" i="0" baseline="-25000" dirty="0">
                <a:solidFill>
                  <a:schemeClr val="tx1"/>
                </a:solidFill>
                <a:effectLst/>
              </a:rPr>
              <a:t>2</a:t>
            </a:r>
            <a:r>
              <a:rPr lang="en-IN" sz="2000" b="0" i="0" baseline="0" dirty="0">
                <a:solidFill>
                  <a:schemeClr val="tx1"/>
                </a:solidFill>
                <a:effectLst/>
              </a:rPr>
              <a:t> (ppm) vs Time(s)</a:t>
            </a:r>
            <a:r>
              <a:rPr lang="en-US" sz="2000" b="0" i="0" baseline="0" dirty="0">
                <a:solidFill>
                  <a:schemeClr val="tx1"/>
                </a:solidFill>
                <a:effectLst/>
              </a:rPr>
              <a:t> </a:t>
            </a:r>
            <a:endParaRPr lang="en-IN" sz="2000" dirty="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412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val>
            <c:numRef>
              <c:f>Sheet2!$C$1001:$C$2800</c:f>
              <c:numCache>
                <c:formatCode>General</c:formatCode>
                <c:ptCount val="1800"/>
                <c:pt idx="0">
                  <c:v>1015.6759880915057</c:v>
                </c:pt>
                <c:pt idx="1">
                  <c:v>1015.6144733275378</c:v>
                </c:pt>
                <c:pt idx="2">
                  <c:v>1015.553271927049</c:v>
                </c:pt>
                <c:pt idx="3">
                  <c:v>1015.4923820348258</c:v>
                </c:pt>
                <c:pt idx="4">
                  <c:v>1015.4318018081711</c:v>
                </c:pt>
                <c:pt idx="5">
                  <c:v>1015.3715294168985</c:v>
                </c:pt>
                <c:pt idx="6">
                  <c:v>1015.3115630431274</c:v>
                </c:pt>
                <c:pt idx="7">
                  <c:v>1015.2519008812702</c:v>
                </c:pt>
                <c:pt idx="8">
                  <c:v>1015.1925411379136</c:v>
                </c:pt>
                <c:pt idx="9">
                  <c:v>1015.1334820317405</c:v>
                </c:pt>
                <c:pt idx="10">
                  <c:v>1015.0747217934234</c:v>
                </c:pt>
                <c:pt idx="11">
                  <c:v>1015.0162586655392</c:v>
                </c:pt>
                <c:pt idx="12">
                  <c:v>1014.9580909024937</c:v>
                </c:pt>
                <c:pt idx="13">
                  <c:v>1014.9002167704202</c:v>
                </c:pt>
                <c:pt idx="14">
                  <c:v>1014.8426345471013</c:v>
                </c:pt>
                <c:pt idx="15">
                  <c:v>1014.7853425218783</c:v>
                </c:pt>
                <c:pt idx="16">
                  <c:v>1014.7283389955601</c:v>
                </c:pt>
                <c:pt idx="17">
                  <c:v>1014.6716222803574</c:v>
                </c:pt>
                <c:pt idx="18">
                  <c:v>1014.6151906997823</c:v>
                </c:pt>
                <c:pt idx="19">
                  <c:v>1014.5590425885587</c:v>
                </c:pt>
                <c:pt idx="20">
                  <c:v>1014.5031762925556</c:v>
                </c:pt>
                <c:pt idx="21">
                  <c:v>1014.4475901687042</c:v>
                </c:pt>
                <c:pt idx="22">
                  <c:v>1014.392282584919</c:v>
                </c:pt>
                <c:pt idx="23">
                  <c:v>1014.3372519199756</c:v>
                </c:pt>
                <c:pt idx="24">
                  <c:v>1014.2824965634904</c:v>
                </c:pt>
                <c:pt idx="25">
                  <c:v>1014.2280149158145</c:v>
                </c:pt>
                <c:pt idx="26">
                  <c:v>1014.1738053879349</c:v>
                </c:pt>
                <c:pt idx="27">
                  <c:v>1014.1198664014436</c:v>
                </c:pt>
                <c:pt idx="28">
                  <c:v>1014.0661963884058</c:v>
                </c:pt>
                <c:pt idx="29">
                  <c:v>1014.0127937913203</c:v>
                </c:pt>
                <c:pt idx="30">
                  <c:v>1013.959657063034</c:v>
                </c:pt>
                <c:pt idx="31">
                  <c:v>1013.9067846666564</c:v>
                </c:pt>
                <c:pt idx="32">
                  <c:v>1013.8541750754908</c:v>
                </c:pt>
                <c:pt idx="33">
                  <c:v>1013.8018267729641</c:v>
                </c:pt>
                <c:pt idx="34">
                  <c:v>1013.7497382525472</c:v>
                </c:pt>
                <c:pt idx="35">
                  <c:v>1013.6979080176795</c:v>
                </c:pt>
                <c:pt idx="36">
                  <c:v>1013.6463345816978</c:v>
                </c:pt>
                <c:pt idx="37">
                  <c:v>1013.595016467773</c:v>
                </c:pt>
                <c:pt idx="38">
                  <c:v>1013.5439522088185</c:v>
                </c:pt>
                <c:pt idx="39">
                  <c:v>1013.4931403474488</c:v>
                </c:pt>
                <c:pt idx="40">
                  <c:v>1013.4425794358698</c:v>
                </c:pt>
                <c:pt idx="41">
                  <c:v>1013.3922680358306</c:v>
                </c:pt>
                <c:pt idx="42">
                  <c:v>1013.3422047185735</c:v>
                </c:pt>
                <c:pt idx="43">
                  <c:v>1013.292388064718</c:v>
                </c:pt>
                <c:pt idx="44">
                  <c:v>1013.2428166642288</c:v>
                </c:pt>
                <c:pt idx="45">
                  <c:v>1013.1934891163509</c:v>
                </c:pt>
                <c:pt idx="46">
                  <c:v>1013.1444040294933</c:v>
                </c:pt>
                <c:pt idx="47">
                  <c:v>1013.0955600212142</c:v>
                </c:pt>
                <c:pt idx="48">
                  <c:v>1013.0469557181633</c:v>
                </c:pt>
                <c:pt idx="49">
                  <c:v>1012.9985897559498</c:v>
                </c:pt>
                <c:pt idx="50">
                  <c:v>1012.950460779142</c:v>
                </c:pt>
                <c:pt idx="51">
                  <c:v>1012.9025674411536</c:v>
                </c:pt>
                <c:pt idx="52">
                  <c:v>1012.8549084042256</c:v>
                </c:pt>
                <c:pt idx="53">
                  <c:v>1012.80748233933</c:v>
                </c:pt>
                <c:pt idx="54">
                  <c:v>1012.7602879261141</c:v>
                </c:pt>
                <c:pt idx="55">
                  <c:v>1012.7133238528371</c:v>
                </c:pt>
                <c:pt idx="56">
                  <c:v>1012.6665888163266</c:v>
                </c:pt>
                <c:pt idx="57">
                  <c:v>1012.6200815218816</c:v>
                </c:pt>
                <c:pt idx="58">
                  <c:v>1012.5738006832221</c:v>
                </c:pt>
                <c:pt idx="59">
                  <c:v>1012.5277450224589</c:v>
                </c:pt>
                <c:pt idx="60">
                  <c:v>1012.4819132700004</c:v>
                </c:pt>
                <c:pt idx="61">
                  <c:v>1012.4363041644933</c:v>
                </c:pt>
                <c:pt idx="62">
                  <c:v>1012.3909164527854</c:v>
                </c:pt>
                <c:pt idx="63">
                  <c:v>1012.3457488898325</c:v>
                </c:pt>
                <c:pt idx="64">
                  <c:v>1012.3008002386769</c:v>
                </c:pt>
                <c:pt idx="65">
                  <c:v>1012.2560692703724</c:v>
                </c:pt>
                <c:pt idx="66">
                  <c:v>1012.2115547639022</c:v>
                </c:pt>
                <c:pt idx="67">
                  <c:v>1012.1672555061759</c:v>
                </c:pt>
                <c:pt idx="68">
                  <c:v>1012.1231702919199</c:v>
                </c:pt>
                <c:pt idx="69">
                  <c:v>1012.0792979236592</c:v>
                </c:pt>
                <c:pt idx="70">
                  <c:v>1012.0356372116314</c:v>
                </c:pt>
                <c:pt idx="71">
                  <c:v>1011.99218697376</c:v>
                </c:pt>
                <c:pt idx="72">
                  <c:v>1011.9489460355569</c:v>
                </c:pt>
                <c:pt idx="73">
                  <c:v>1011.9059132301352</c:v>
                </c:pt>
                <c:pt idx="74">
                  <c:v>1011.8630873980667</c:v>
                </c:pt>
                <c:pt idx="75">
                  <c:v>1011.8204673874246</c:v>
                </c:pt>
                <c:pt idx="76">
                  <c:v>1011.7780520536493</c:v>
                </c:pt>
                <c:pt idx="77">
                  <c:v>1011.7358402595381</c:v>
                </c:pt>
                <c:pt idx="78">
                  <c:v>1011.6938308751627</c:v>
                </c:pt>
                <c:pt idx="79">
                  <c:v>1011.652022777884</c:v>
                </c:pt>
                <c:pt idx="80">
                  <c:v>1011.6104148521969</c:v>
                </c:pt>
                <c:pt idx="81">
                  <c:v>1011.5690059897785</c:v>
                </c:pt>
                <c:pt idx="82">
                  <c:v>1011.5503627534027</c:v>
                </c:pt>
                <c:pt idx="83">
                  <c:v>1011.5317444460491</c:v>
                </c:pt>
                <c:pt idx="84">
                  <c:v>1011.5131491732483</c:v>
                </c:pt>
                <c:pt idx="85">
                  <c:v>1011.4945757777826</c:v>
                </c:pt>
                <c:pt idx="86">
                  <c:v>1011.4760235582733</c:v>
                </c:pt>
                <c:pt idx="87">
                  <c:v>1011.4574921017447</c:v>
                </c:pt>
                <c:pt idx="88">
                  <c:v>1011.4389811822183</c:v>
                </c:pt>
                <c:pt idx="89">
                  <c:v>1011.4204906982276</c:v>
                </c:pt>
                <c:pt idx="90">
                  <c:v>1011.4020206333983</c:v>
                </c:pt>
                <c:pt idx="91">
                  <c:v>1011.3835710310404</c:v>
                </c:pt>
                <c:pt idx="92">
                  <c:v>1011.3651419774228</c:v>
                </c:pt>
                <c:pt idx="93">
                  <c:v>1011.3467335903404</c:v>
                </c:pt>
                <c:pt idx="94">
                  <c:v>1011.3283460112214</c:v>
                </c:pt>
                <c:pt idx="95">
                  <c:v>1011.3099793994571</c:v>
                </c:pt>
                <c:pt idx="96">
                  <c:v>1011.2916339282937</c:v>
                </c:pt>
                <c:pt idx="97">
                  <c:v>1011.2733097817024</c:v>
                </c:pt>
                <c:pt idx="98">
                  <c:v>1011.2550071520175</c:v>
                </c:pt>
                <c:pt idx="99">
                  <c:v>1011.2367262381349</c:v>
                </c:pt>
                <c:pt idx="100">
                  <c:v>1011.2184672440103</c:v>
                </c:pt>
                <c:pt idx="101">
                  <c:v>1011.200230377508</c:v>
                </c:pt>
                <c:pt idx="102">
                  <c:v>1011.1820158494691</c:v>
                </c:pt>
                <c:pt idx="103">
                  <c:v>1011.1638238728632</c:v>
                </c:pt>
                <c:pt idx="104">
                  <c:v>1011.145781997596</c:v>
                </c:pt>
                <c:pt idx="105">
                  <c:v>1011.1278883816991</c:v>
                </c:pt>
                <c:pt idx="106">
                  <c:v>1011.1101412087298</c:v>
                </c:pt>
                <c:pt idx="107">
                  <c:v>1011.0925386870222</c:v>
                </c:pt>
                <c:pt idx="108">
                  <c:v>1011.0750790491251</c:v>
                </c:pt>
                <c:pt idx="109">
                  <c:v>1011.0577605512412</c:v>
                </c:pt>
                <c:pt idx="110">
                  <c:v>1011.040581472752</c:v>
                </c:pt>
                <c:pt idx="111">
                  <c:v>1011.0235401156785</c:v>
                </c:pt>
                <c:pt idx="112">
                  <c:v>1011.0066348043107</c:v>
                </c:pt>
                <c:pt idx="113">
                  <c:v>1010.9898638847551</c:v>
                </c:pt>
                <c:pt idx="114">
                  <c:v>1010.9732257245377</c:v>
                </c:pt>
                <c:pt idx="115">
                  <c:v>1010.9567187122658</c:v>
                </c:pt>
                <c:pt idx="116">
                  <c:v>1010.9403412572296</c:v>
                </c:pt>
                <c:pt idx="117">
                  <c:v>1010.9240917891331</c:v>
                </c:pt>
                <c:pt idx="118">
                  <c:v>1010.9079687576764</c:v>
                </c:pt>
                <c:pt idx="119">
                  <c:v>1010.8919706323279</c:v>
                </c:pt>
                <c:pt idx="120">
                  <c:v>1010.8760959019982</c:v>
                </c:pt>
                <c:pt idx="121">
                  <c:v>1010.8603430747194</c:v>
                </c:pt>
                <c:pt idx="122">
                  <c:v>1010.8447106774324</c:v>
                </c:pt>
                <c:pt idx="123">
                  <c:v>1010.8291972556506</c:v>
                </c:pt>
                <c:pt idx="124">
                  <c:v>1010.8138013732366</c:v>
                </c:pt>
                <c:pt idx="125">
                  <c:v>1010.7985216121324</c:v>
                </c:pt>
                <c:pt idx="126">
                  <c:v>1010.7833570864075</c:v>
                </c:pt>
                <c:pt idx="127">
                  <c:v>1010.768306915284</c:v>
                </c:pt>
                <c:pt idx="128">
                  <c:v>1010.753370223048</c:v>
                </c:pt>
                <c:pt idx="129">
                  <c:v>1010.7385461390573</c:v>
                </c:pt>
                <c:pt idx="130">
                  <c:v>1010.7238337977171</c:v>
                </c:pt>
                <c:pt idx="131">
                  <c:v>1010.7092323384027</c:v>
                </c:pt>
                <c:pt idx="132">
                  <c:v>1010.694740905497</c:v>
                </c:pt>
                <c:pt idx="133">
                  <c:v>1010.6803586483159</c:v>
                </c:pt>
                <c:pt idx="134">
                  <c:v>1010.6660847211408</c:v>
                </c:pt>
                <c:pt idx="135">
                  <c:v>1010.6519182831245</c:v>
                </c:pt>
                <c:pt idx="136">
                  <c:v>1010.6378584983373</c:v>
                </c:pt>
                <c:pt idx="137">
                  <c:v>1010.6239045357022</c:v>
                </c:pt>
                <c:pt idx="138">
                  <c:v>1010.6100555690217</c:v>
                </c:pt>
                <c:pt idx="139">
                  <c:v>1010.5963107769154</c:v>
                </c:pt>
                <c:pt idx="140">
                  <c:v>1010.5826693428402</c:v>
                </c:pt>
                <c:pt idx="141">
                  <c:v>1010.5691304550454</c:v>
                </c:pt>
                <c:pt idx="142">
                  <c:v>1010.5556933065792</c:v>
                </c:pt>
                <c:pt idx="143">
                  <c:v>1010.5423570952707</c:v>
                </c:pt>
                <c:pt idx="144">
                  <c:v>1010.5291210237071</c:v>
                </c:pt>
                <c:pt idx="145">
                  <c:v>1010.5159842992309</c:v>
                </c:pt>
                <c:pt idx="146">
                  <c:v>1010.5029461339166</c:v>
                </c:pt>
                <c:pt idx="147">
                  <c:v>1010.4900057445567</c:v>
                </c:pt>
                <c:pt idx="148">
                  <c:v>1010.477162354756</c:v>
                </c:pt>
                <c:pt idx="149">
                  <c:v>1010.4644151947855</c:v>
                </c:pt>
                <c:pt idx="150">
                  <c:v>1010.4517635015895</c:v>
                </c:pt>
                <c:pt idx="151">
                  <c:v>1010.4392065186561</c:v>
                </c:pt>
                <c:pt idx="152">
                  <c:v>1010.4267434959337</c:v>
                </c:pt>
                <c:pt idx="153">
                  <c:v>1010.414373689789</c:v>
                </c:pt>
                <c:pt idx="154">
                  <c:v>1010.402096362918</c:v>
                </c:pt>
                <c:pt idx="155">
                  <c:v>1010.389910784295</c:v>
                </c:pt>
                <c:pt idx="156">
                  <c:v>1010.3778162290663</c:v>
                </c:pt>
                <c:pt idx="157">
                  <c:v>1010.3658119785034</c:v>
                </c:pt>
                <c:pt idx="158">
                  <c:v>1010.3538973199404</c:v>
                </c:pt>
                <c:pt idx="159">
                  <c:v>1010.3420715466974</c:v>
                </c:pt>
                <c:pt idx="160">
                  <c:v>1010.3303339580179</c:v>
                </c:pt>
                <c:pt idx="161">
                  <c:v>1010.318683858996</c:v>
                </c:pt>
                <c:pt idx="162">
                  <c:v>1010.3071205605479</c:v>
                </c:pt>
                <c:pt idx="163">
                  <c:v>1010.2956433793004</c:v>
                </c:pt>
                <c:pt idx="164">
                  <c:v>1010.2842516375604</c:v>
                </c:pt>
                <c:pt idx="165">
                  <c:v>1010.2729446632474</c:v>
                </c:pt>
                <c:pt idx="166">
                  <c:v>1010.2617217898329</c:v>
                </c:pt>
                <c:pt idx="167">
                  <c:v>1010.2505823562972</c:v>
                </c:pt>
                <c:pt idx="168">
                  <c:v>1010.2395257070339</c:v>
                </c:pt>
                <c:pt idx="169">
                  <c:v>1010.2285511918354</c:v>
                </c:pt>
                <c:pt idx="170">
                  <c:v>1010.2176581658242</c:v>
                </c:pt>
                <c:pt idx="171">
                  <c:v>1010.2068459894194</c:v>
                </c:pt>
                <c:pt idx="172">
                  <c:v>1010.1961140282602</c:v>
                </c:pt>
                <c:pt idx="173">
                  <c:v>1010.1854616532057</c:v>
                </c:pt>
                <c:pt idx="174">
                  <c:v>1010.1748882402397</c:v>
                </c:pt>
                <c:pt idx="175">
                  <c:v>1010.1643931704697</c:v>
                </c:pt>
                <c:pt idx="176">
                  <c:v>1010.1539758300599</c:v>
                </c:pt>
                <c:pt idx="177">
                  <c:v>1010.1436356101877</c:v>
                </c:pt>
                <c:pt idx="178">
                  <c:v>1010.1333719069984</c:v>
                </c:pt>
                <c:pt idx="179">
                  <c:v>1010.1231841215736</c:v>
                </c:pt>
                <c:pt idx="180">
                  <c:v>1010.1130716598976</c:v>
                </c:pt>
                <c:pt idx="181">
                  <c:v>1010.1030339327635</c:v>
                </c:pt>
                <c:pt idx="182">
                  <c:v>1010.0930703557976</c:v>
                </c:pt>
                <c:pt idx="183">
                  <c:v>1010.0831803493751</c:v>
                </c:pt>
                <c:pt idx="184">
                  <c:v>1010.0733633385929</c:v>
                </c:pt>
                <c:pt idx="185">
                  <c:v>1010.0636187532294</c:v>
                </c:pt>
                <c:pt idx="186">
                  <c:v>1010.0539460277064</c:v>
                </c:pt>
                <c:pt idx="187">
                  <c:v>1010.0443446010327</c:v>
                </c:pt>
                <c:pt idx="188">
                  <c:v>1010.0348139167825</c:v>
                </c:pt>
                <c:pt idx="189">
                  <c:v>1010.0253534230674</c:v>
                </c:pt>
                <c:pt idx="190">
                  <c:v>1010.015962572453</c:v>
                </c:pt>
                <c:pt idx="191">
                  <c:v>1010.0066408219564</c:v>
                </c:pt>
                <c:pt idx="192">
                  <c:v>1009.9973876330126</c:v>
                </c:pt>
                <c:pt idx="193">
                  <c:v>1009.9882024714171</c:v>
                </c:pt>
                <c:pt idx="194">
                  <c:v>1009.9790848072862</c:v>
                </c:pt>
                <c:pt idx="195">
                  <c:v>1009.9700341150324</c:v>
                </c:pt>
                <c:pt idx="196">
                  <c:v>1009.9610498733515</c:v>
                </c:pt>
                <c:pt idx="197">
                  <c:v>1009.9521315651087</c:v>
                </c:pt>
                <c:pt idx="198">
                  <c:v>1009.9432786773955</c:v>
                </c:pt>
                <c:pt idx="199">
                  <c:v>1009.9344907014442</c:v>
                </c:pt>
                <c:pt idx="200">
                  <c:v>1009.9257671325845</c:v>
                </c:pt>
                <c:pt idx="201">
                  <c:v>1009.9171074702294</c:v>
                </c:pt>
                <c:pt idx="202">
                  <c:v>1009.9085112178535</c:v>
                </c:pt>
                <c:pt idx="203">
                  <c:v>1009.8999778829241</c:v>
                </c:pt>
                <c:pt idx="204">
                  <c:v>1009.8915069768923</c:v>
                </c:pt>
                <c:pt idx="205">
                  <c:v>1009.8830980151392</c:v>
                </c:pt>
                <c:pt idx="206">
                  <c:v>1009.8747505169674</c:v>
                </c:pt>
                <c:pt idx="207">
                  <c:v>1009.8664640055561</c:v>
                </c:pt>
                <c:pt idx="208">
                  <c:v>1009.8582380079157</c:v>
                </c:pt>
                <c:pt idx="209">
                  <c:v>1009.8500720548886</c:v>
                </c:pt>
                <c:pt idx="210">
                  <c:v>1009.841965681074</c:v>
                </c:pt>
                <c:pt idx="211">
                  <c:v>1009.8339184248317</c:v>
                </c:pt>
                <c:pt idx="212">
                  <c:v>1009.8259298282354</c:v>
                </c:pt>
                <c:pt idx="213">
                  <c:v>1009.8179994370361</c:v>
                </c:pt>
                <c:pt idx="214">
                  <c:v>1009.8101268006474</c:v>
                </c:pt>
                <c:pt idx="215">
                  <c:v>1009.8023114721024</c:v>
                </c:pt>
                <c:pt idx="216">
                  <c:v>1009.794553008039</c:v>
                </c:pt>
                <c:pt idx="217">
                  <c:v>1009.7868509686251</c:v>
                </c:pt>
                <c:pt idx="218">
                  <c:v>1009.7792049175963</c:v>
                </c:pt>
                <c:pt idx="219">
                  <c:v>1009.7716144221865</c:v>
                </c:pt>
                <c:pt idx="220">
                  <c:v>1009.7640790530808</c:v>
                </c:pt>
                <c:pt idx="221">
                  <c:v>1009.7565983844237</c:v>
                </c:pt>
                <c:pt idx="222">
                  <c:v>1009.7491719938027</c:v>
                </c:pt>
                <c:pt idx="223">
                  <c:v>1009.7417994621467</c:v>
                </c:pt>
                <c:pt idx="224">
                  <c:v>1009.734480373774</c:v>
                </c:pt>
                <c:pt idx="225">
                  <c:v>1009.727214316334</c:v>
                </c:pt>
                <c:pt idx="226">
                  <c:v>1009.7200008807636</c:v>
                </c:pt>
                <c:pt idx="227">
                  <c:v>1009.7128396612954</c:v>
                </c:pt>
                <c:pt idx="228">
                  <c:v>1009.7057302553935</c:v>
                </c:pt>
                <c:pt idx="229">
                  <c:v>1009.6986722637723</c:v>
                </c:pt>
                <c:pt idx="230">
                  <c:v>1009.691665290306</c:v>
                </c:pt>
                <c:pt idx="231">
                  <c:v>1009.6847089420722</c:v>
                </c:pt>
                <c:pt idx="232">
                  <c:v>1009.6778028292678</c:v>
                </c:pt>
                <c:pt idx="233">
                  <c:v>1009.6709465652308</c:v>
                </c:pt>
                <c:pt idx="234">
                  <c:v>1009.6641397663567</c:v>
                </c:pt>
                <c:pt idx="235">
                  <c:v>1009.6573820521338</c:v>
                </c:pt>
                <c:pt idx="236">
                  <c:v>1009.650673045093</c:v>
                </c:pt>
                <c:pt idx="237">
                  <c:v>1009.6440123707607</c:v>
                </c:pt>
                <c:pt idx="238">
                  <c:v>1009.637399657664</c:v>
                </c:pt>
                <c:pt idx="239">
                  <c:v>1009.6308345373063</c:v>
                </c:pt>
                <c:pt idx="240">
                  <c:v>1009.6243166441066</c:v>
                </c:pt>
                <c:pt idx="241">
                  <c:v>1009.6178456154322</c:v>
                </c:pt>
                <c:pt idx="242">
                  <c:v>1009.6114210915192</c:v>
                </c:pt>
                <c:pt idx="243">
                  <c:v>1009.6050427154906</c:v>
                </c:pt>
                <c:pt idx="244">
                  <c:v>1009.5987101332951</c:v>
                </c:pt>
                <c:pt idx="245">
                  <c:v>1009.5924229937175</c:v>
                </c:pt>
                <c:pt idx="246">
                  <c:v>1009.5861809483433</c:v>
                </c:pt>
                <c:pt idx="247">
                  <c:v>1009.5799836515235</c:v>
                </c:pt>
                <c:pt idx="248">
                  <c:v>1009.5738307603669</c:v>
                </c:pt>
                <c:pt idx="249">
                  <c:v>1009.567721934723</c:v>
                </c:pt>
                <c:pt idx="250">
                  <c:v>1009.5616568371308</c:v>
                </c:pt>
                <c:pt idx="251">
                  <c:v>1009.5556351328329</c:v>
                </c:pt>
                <c:pt idx="252">
                  <c:v>1009.5496564897187</c:v>
                </c:pt>
                <c:pt idx="253">
                  <c:v>1009.5437205783313</c:v>
                </c:pt>
                <c:pt idx="254">
                  <c:v>1009.5378270718362</c:v>
                </c:pt>
                <c:pt idx="255">
                  <c:v>1009.5319756459836</c:v>
                </c:pt>
                <c:pt idx="256">
                  <c:v>1009.5261659791156</c:v>
                </c:pt>
                <c:pt idx="257">
                  <c:v>1009.5203977521188</c:v>
                </c:pt>
                <c:pt idx="258">
                  <c:v>1009.5146706484218</c:v>
                </c:pt>
                <c:pt idx="259">
                  <c:v>1009.5089843539745</c:v>
                </c:pt>
                <c:pt idx="260">
                  <c:v>1009.5033385572048</c:v>
                </c:pt>
                <c:pt idx="261">
                  <c:v>1009.4977329490312</c:v>
                </c:pt>
                <c:pt idx="262">
                  <c:v>1009.4921672228006</c:v>
                </c:pt>
                <c:pt idx="263">
                  <c:v>1009.4866410743282</c:v>
                </c:pt>
                <c:pt idx="264">
                  <c:v>1009.4811542018174</c:v>
                </c:pt>
                <c:pt idx="265">
                  <c:v>1009.4757063058672</c:v>
                </c:pt>
                <c:pt idx="266">
                  <c:v>1009.4702970894673</c:v>
                </c:pt>
                <c:pt idx="267">
                  <c:v>1009.4649262579368</c:v>
                </c:pt>
                <c:pt idx="268">
                  <c:v>1009.4595935189442</c:v>
                </c:pt>
                <c:pt idx="269">
                  <c:v>1009.4542985824899</c:v>
                </c:pt>
                <c:pt idx="270">
                  <c:v>1009.4490411608388</c:v>
                </c:pt>
                <c:pt idx="271">
                  <c:v>1009.4438209685638</c:v>
                </c:pt>
                <c:pt idx="272">
                  <c:v>1009.4386377224749</c:v>
                </c:pt>
                <c:pt idx="273">
                  <c:v>1009.433491141645</c:v>
                </c:pt>
                <c:pt idx="274">
                  <c:v>1009.4283809473535</c:v>
                </c:pt>
                <c:pt idx="275">
                  <c:v>1009.423306863102</c:v>
                </c:pt>
                <c:pt idx="276">
                  <c:v>1009.4182686145579</c:v>
                </c:pt>
                <c:pt idx="277">
                  <c:v>1009.4132659295846</c:v>
                </c:pt>
                <c:pt idx="278">
                  <c:v>1009.4082985381708</c:v>
                </c:pt>
                <c:pt idx="279">
                  <c:v>1009.4033661724468</c:v>
                </c:pt>
                <c:pt idx="280">
                  <c:v>1009.3984685666936</c:v>
                </c:pt>
                <c:pt idx="281">
                  <c:v>1009.3936054572342</c:v>
                </c:pt>
                <c:pt idx="282">
                  <c:v>1009.3887765825161</c:v>
                </c:pt>
                <c:pt idx="283">
                  <c:v>1009.3839816830432</c:v>
                </c:pt>
                <c:pt idx="284">
                  <c:v>1009.3792205013636</c:v>
                </c:pt>
                <c:pt idx="285">
                  <c:v>1009.3744927820634</c:v>
                </c:pt>
                <c:pt idx="286">
                  <c:v>1009.3697982717341</c:v>
                </c:pt>
                <c:pt idx="287">
                  <c:v>1009.3651367189746</c:v>
                </c:pt>
                <c:pt idx="288">
                  <c:v>1009.3605078743833</c:v>
                </c:pt>
                <c:pt idx="289">
                  <c:v>1009.3559114904868</c:v>
                </c:pt>
                <c:pt idx="290">
                  <c:v>1009.3513473217988</c:v>
                </c:pt>
                <c:pt idx="291">
                  <c:v>1009.3468151247549</c:v>
                </c:pt>
                <c:pt idx="292">
                  <c:v>1009.3423146577104</c:v>
                </c:pt>
                <c:pt idx="293">
                  <c:v>1009.3378456809145</c:v>
                </c:pt>
                <c:pt idx="294">
                  <c:v>1009.3334079565343</c:v>
                </c:pt>
                <c:pt idx="295">
                  <c:v>1009.3290012485792</c:v>
                </c:pt>
                <c:pt idx="296">
                  <c:v>1009.3246253229399</c:v>
                </c:pt>
                <c:pt idx="297">
                  <c:v>1009.3202799473263</c:v>
                </c:pt>
                <c:pt idx="298">
                  <c:v>1009.3159648913002</c:v>
                </c:pt>
                <c:pt idx="299">
                  <c:v>1009.3116799262318</c:v>
                </c:pt>
                <c:pt idx="300">
                  <c:v>1009.3074248252673</c:v>
                </c:pt>
                <c:pt idx="301">
                  <c:v>1009.3031993633796</c:v>
                </c:pt>
                <c:pt idx="302">
                  <c:v>1009.2990033172757</c:v>
                </c:pt>
                <c:pt idx="303">
                  <c:v>1009.2948364654271</c:v>
                </c:pt>
                <c:pt idx="304">
                  <c:v>1009.2906985880464</c:v>
                </c:pt>
                <c:pt idx="305">
                  <c:v>1009.2865894670974</c:v>
                </c:pt>
                <c:pt idx="306">
                  <c:v>1009.2825088862073</c:v>
                </c:pt>
                <c:pt idx="307">
                  <c:v>1009.2784566307548</c:v>
                </c:pt>
                <c:pt idx="308">
                  <c:v>1009.2744324877656</c:v>
                </c:pt>
                <c:pt idx="309">
                  <c:v>1009.270436245961</c:v>
                </c:pt>
                <c:pt idx="310">
                  <c:v>1009.2664676957168</c:v>
                </c:pt>
                <c:pt idx="311">
                  <c:v>1009.2625266290452</c:v>
                </c:pt>
                <c:pt idx="312">
                  <c:v>1009.2586128396038</c:v>
                </c:pt>
                <c:pt idx="313">
                  <c:v>1009.2547261226433</c:v>
                </c:pt>
                <c:pt idx="314">
                  <c:v>1009.2508662750507</c:v>
                </c:pt>
                <c:pt idx="315">
                  <c:v>1009.2470330952901</c:v>
                </c:pt>
                <c:pt idx="316">
                  <c:v>1009.243226383407</c:v>
                </c:pt>
                <c:pt idx="317">
                  <c:v>1009.239445941016</c:v>
                </c:pt>
                <c:pt idx="318">
                  <c:v>1009.2356915712882</c:v>
                </c:pt>
                <c:pt idx="319">
                  <c:v>1009.2319630789236</c:v>
                </c:pt>
                <c:pt idx="320">
                  <c:v>1009.2282602701748</c:v>
                </c:pt>
                <c:pt idx="321">
                  <c:v>1009.2245829527953</c:v>
                </c:pt>
                <c:pt idx="322">
                  <c:v>1009.220930936045</c:v>
                </c:pt>
                <c:pt idx="323">
                  <c:v>1009.2173040306795</c:v>
                </c:pt>
                <c:pt idx="324">
                  <c:v>1009.2137020489345</c:v>
                </c:pt>
                <c:pt idx="325">
                  <c:v>1009.2101248045143</c:v>
                </c:pt>
                <c:pt idx="326">
                  <c:v>1009.2065721125845</c:v>
                </c:pt>
                <c:pt idx="327">
                  <c:v>1009.2030437897487</c:v>
                </c:pt>
                <c:pt idx="328">
                  <c:v>1009.1995396540542</c:v>
                </c:pt>
                <c:pt idx="329">
                  <c:v>1009.1960595249672</c:v>
                </c:pt>
                <c:pt idx="330">
                  <c:v>1009.1926032233423</c:v>
                </c:pt>
                <c:pt idx="331">
                  <c:v>1009.1891705714779</c:v>
                </c:pt>
                <c:pt idx="332">
                  <c:v>1009.185761393029</c:v>
                </c:pt>
                <c:pt idx="333">
                  <c:v>1009.1823755130306</c:v>
                </c:pt>
                <c:pt idx="334">
                  <c:v>1009.1790127578848</c:v>
                </c:pt>
                <c:pt idx="335">
                  <c:v>1009.1756729553661</c:v>
                </c:pt>
                <c:pt idx="336">
                  <c:v>1009.1723559345701</c:v>
                </c:pt>
                <c:pt idx="337">
                  <c:v>1009.1690615259344</c:v>
                </c:pt>
                <c:pt idx="338">
                  <c:v>1009.165789561217</c:v>
                </c:pt>
                <c:pt idx="339">
                  <c:v>1009.1625398735008</c:v>
                </c:pt>
                <c:pt idx="340">
                  <c:v>1009.159312297159</c:v>
                </c:pt>
                <c:pt idx="341">
                  <c:v>1009.1561066678449</c:v>
                </c:pt>
                <c:pt idx="342">
                  <c:v>1009.152922822523</c:v>
                </c:pt>
                <c:pt idx="343">
                  <c:v>1009.1497605993961</c:v>
                </c:pt>
                <c:pt idx="344">
                  <c:v>1009.1466198379425</c:v>
                </c:pt>
                <c:pt idx="345">
                  <c:v>1009.1435003788993</c:v>
                </c:pt>
                <c:pt idx="346">
                  <c:v>1009.1404020642224</c:v>
                </c:pt>
                <c:pt idx="347">
                  <c:v>1009.1373247371117</c:v>
                </c:pt>
                <c:pt idx="348">
                  <c:v>1009.1342682419948</c:v>
                </c:pt>
                <c:pt idx="349">
                  <c:v>1009.1312324244872</c:v>
                </c:pt>
                <c:pt idx="350">
                  <c:v>1009.128217131436</c:v>
                </c:pt>
                <c:pt idx="351">
                  <c:v>1009.1252222108375</c:v>
                </c:pt>
                <c:pt idx="352">
                  <c:v>1009.1222475119177</c:v>
                </c:pt>
                <c:pt idx="353">
                  <c:v>1009.1192928850297</c:v>
                </c:pt>
                <c:pt idx="354">
                  <c:v>1009.1163581817267</c:v>
                </c:pt>
                <c:pt idx="355">
                  <c:v>1009.1134432546995</c:v>
                </c:pt>
                <c:pt idx="356">
                  <c:v>1009.1105479577702</c:v>
                </c:pt>
                <c:pt idx="357">
                  <c:v>1009.107672145929</c:v>
                </c:pt>
                <c:pt idx="358">
                  <c:v>1009.104815675258</c:v>
                </c:pt>
                <c:pt idx="359">
                  <c:v>1009.1019784029737</c:v>
                </c:pt>
                <c:pt idx="360">
                  <c:v>1009.0991601873977</c:v>
                </c:pt>
                <c:pt idx="361">
                  <c:v>1009.0963608879507</c:v>
                </c:pt>
                <c:pt idx="362">
                  <c:v>1009.0935803651522</c:v>
                </c:pt>
                <c:pt idx="363">
                  <c:v>1009.0908184805904</c:v>
                </c:pt>
                <c:pt idx="364">
                  <c:v>1009.0880750969378</c:v>
                </c:pt>
                <c:pt idx="365">
                  <c:v>1009.0853500779101</c:v>
                </c:pt>
                <c:pt idx="366">
                  <c:v>1009.0826432883063</c:v>
                </c:pt>
                <c:pt idx="367">
                  <c:v>1009.0799545939647</c:v>
                </c:pt>
                <c:pt idx="368">
                  <c:v>1009.0772838617526</c:v>
                </c:pt>
                <c:pt idx="369">
                  <c:v>1009.0746309595817</c:v>
                </c:pt>
                <c:pt idx="370">
                  <c:v>1009.0719957563754</c:v>
                </c:pt>
                <c:pt idx="371">
                  <c:v>1009.0693781220782</c:v>
                </c:pt>
                <c:pt idx="372">
                  <c:v>1009.0667779276404</c:v>
                </c:pt>
                <c:pt idx="373">
                  <c:v>1009.0641950450032</c:v>
                </c:pt>
                <c:pt idx="374">
                  <c:v>1009.0616293471197</c:v>
                </c:pt>
                <c:pt idx="375">
                  <c:v>1009.0590807078949</c:v>
                </c:pt>
                <c:pt idx="376">
                  <c:v>1009.056549002234</c:v>
                </c:pt>
                <c:pt idx="377">
                  <c:v>1009.0540341059968</c:v>
                </c:pt>
                <c:pt idx="378">
                  <c:v>1009.0515358960048</c:v>
                </c:pt>
                <c:pt idx="379">
                  <c:v>1009.0490542500345</c:v>
                </c:pt>
                <c:pt idx="380">
                  <c:v>1009.0465890468002</c:v>
                </c:pt>
                <c:pt idx="381">
                  <c:v>1009.0441401659598</c:v>
                </c:pt>
                <c:pt idx="382">
                  <c:v>1009.0417074880946</c:v>
                </c:pt>
                <c:pt idx="383">
                  <c:v>1009.0392908947107</c:v>
                </c:pt>
                <c:pt idx="384">
                  <c:v>1009.036890268227</c:v>
                </c:pt>
                <c:pt idx="385">
                  <c:v>1009.0345054919717</c:v>
                </c:pt>
                <c:pt idx="386">
                  <c:v>1009.0321364501704</c:v>
                </c:pt>
                <c:pt idx="387">
                  <c:v>1009.0297830279411</c:v>
                </c:pt>
                <c:pt idx="388">
                  <c:v>1009.0274451112924</c:v>
                </c:pt>
                <c:pt idx="389">
                  <c:v>1009.0251225871062</c:v>
                </c:pt>
                <c:pt idx="390">
                  <c:v>1009.0228153431333</c:v>
                </c:pt>
                <c:pt idx="391">
                  <c:v>1009.0205232680008</c:v>
                </c:pt>
                <c:pt idx="392">
                  <c:v>1009.0182462511826</c:v>
                </c:pt>
                <c:pt idx="393">
                  <c:v>1009.0159841830064</c:v>
                </c:pt>
                <c:pt idx="394">
                  <c:v>1009.0137369546388</c:v>
                </c:pt>
                <c:pt idx="395">
                  <c:v>1009.0115044581063</c:v>
                </c:pt>
                <c:pt idx="396">
                  <c:v>1009.0092865862351</c:v>
                </c:pt>
                <c:pt idx="397">
                  <c:v>1009.0070832327002</c:v>
                </c:pt>
                <c:pt idx="398">
                  <c:v>1009.0048942919721</c:v>
                </c:pt>
                <c:pt idx="399">
                  <c:v>1009.0027196593607</c:v>
                </c:pt>
                <c:pt idx="400">
                  <c:v>1009.0005592309544</c:v>
                </c:pt>
                <c:pt idx="401">
                  <c:v>1008.9984129036508</c:v>
                </c:pt>
                <c:pt idx="402">
                  <c:v>1008.996280575142</c:v>
                </c:pt>
                <c:pt idx="403">
                  <c:v>1008.9941621439068</c:v>
                </c:pt>
                <c:pt idx="404">
                  <c:v>1008.9920575091901</c:v>
                </c:pt>
                <c:pt idx="405">
                  <c:v>1008.9899665710268</c:v>
                </c:pt>
                <c:pt idx="406">
                  <c:v>1008.9878892302121</c:v>
                </c:pt>
                <c:pt idx="407">
                  <c:v>1008.9858253883011</c:v>
                </c:pt>
                <c:pt idx="408">
                  <c:v>1008.9837749476045</c:v>
                </c:pt>
                <c:pt idx="409">
                  <c:v>1008.9817378111777</c:v>
                </c:pt>
                <c:pt idx="410">
                  <c:v>1008.9797138828358</c:v>
                </c:pt>
                <c:pt idx="411">
                  <c:v>1008.9777030671091</c:v>
                </c:pt>
                <c:pt idx="412">
                  <c:v>1008.9757052692769</c:v>
                </c:pt>
                <c:pt idx="413">
                  <c:v>1008.9737203953309</c:v>
                </c:pt>
                <c:pt idx="414">
                  <c:v>1008.9717483519904</c:v>
                </c:pt>
                <c:pt idx="415">
                  <c:v>1008.9697890466895</c:v>
                </c:pt>
                <c:pt idx="416">
                  <c:v>1008.9678423875717</c:v>
                </c:pt>
                <c:pt idx="417">
                  <c:v>1008.9659082834783</c:v>
                </c:pt>
                <c:pt idx="418">
                  <c:v>1008.9639866439485</c:v>
                </c:pt>
                <c:pt idx="419">
                  <c:v>1008.9620773792068</c:v>
                </c:pt>
                <c:pt idx="420">
                  <c:v>1008.9601804001893</c:v>
                </c:pt>
                <c:pt idx="421">
                  <c:v>1008.9582956184827</c:v>
                </c:pt>
                <c:pt idx="422">
                  <c:v>1008.9564229463757</c:v>
                </c:pt>
                <c:pt idx="423">
                  <c:v>1008.9545622968017</c:v>
                </c:pt>
                <c:pt idx="424">
                  <c:v>1008.9527135833663</c:v>
                </c:pt>
                <c:pt idx="425">
                  <c:v>1008.9508767203595</c:v>
                </c:pt>
                <c:pt idx="426">
                  <c:v>1008.9490516226961</c:v>
                </c:pt>
                <c:pt idx="427">
                  <c:v>1008.9472382059511</c:v>
                </c:pt>
                <c:pt idx="428">
                  <c:v>1008.9454363863333</c:v>
                </c:pt>
                <c:pt idx="429">
                  <c:v>1008.9436460807141</c:v>
                </c:pt>
                <c:pt idx="430">
                  <c:v>1008.9418672065769</c:v>
                </c:pt>
                <c:pt idx="431">
                  <c:v>1008.9400996820481</c:v>
                </c:pt>
                <c:pt idx="432">
                  <c:v>1008.9383434258614</c:v>
                </c:pt>
                <c:pt idx="433">
                  <c:v>1008.9365983573992</c:v>
                </c:pt>
                <c:pt idx="434">
                  <c:v>1008.9348643966133</c:v>
                </c:pt>
                <c:pt idx="435">
                  <c:v>1008.9331414641169</c:v>
                </c:pt>
                <c:pt idx="436">
                  <c:v>1008.931429481085</c:v>
                </c:pt>
                <c:pt idx="437">
                  <c:v>1008.9297283693116</c:v>
                </c:pt>
                <c:pt idx="438">
                  <c:v>1008.9280380511894</c:v>
                </c:pt>
                <c:pt idx="439">
                  <c:v>1008.9263584496912</c:v>
                </c:pt>
                <c:pt idx="440">
                  <c:v>1008.9246894883835</c:v>
                </c:pt>
                <c:pt idx="441">
                  <c:v>1008.9230310914073</c:v>
                </c:pt>
                <c:pt idx="442">
                  <c:v>1008.921383183485</c:v>
                </c:pt>
                <c:pt idx="443">
                  <c:v>1008.9197456898979</c:v>
                </c:pt>
                <c:pt idx="444">
                  <c:v>1008.9181185365223</c:v>
                </c:pt>
                <c:pt idx="445">
                  <c:v>1008.9165016497755</c:v>
                </c:pt>
                <c:pt idx="446">
                  <c:v>1008.914894956639</c:v>
                </c:pt>
                <c:pt idx="447">
                  <c:v>1008.9132983846388</c:v>
                </c:pt>
                <c:pt idx="448">
                  <c:v>1008.9117118618794</c:v>
                </c:pt>
                <c:pt idx="449">
                  <c:v>1008.9101353169725</c:v>
                </c:pt>
                <c:pt idx="450">
                  <c:v>1008.908568679106</c:v>
                </c:pt>
                <c:pt idx="451">
                  <c:v>1008.9070118779861</c:v>
                </c:pt>
                <c:pt idx="452">
                  <c:v>1008.9054648438438</c:v>
                </c:pt>
                <c:pt idx="453">
                  <c:v>1008.903927507463</c:v>
                </c:pt>
                <c:pt idx="454">
                  <c:v>1008.9023998001311</c:v>
                </c:pt>
                <c:pt idx="455">
                  <c:v>1008.9008816536673</c:v>
                </c:pt>
                <c:pt idx="456">
                  <c:v>1008.899373000402</c:v>
                </c:pt>
                <c:pt idx="457">
                  <c:v>1008.8978737731778</c:v>
                </c:pt>
                <c:pt idx="458">
                  <c:v>1008.8963839053433</c:v>
                </c:pt>
                <c:pt idx="459">
                  <c:v>1008.894903330762</c:v>
                </c:pt>
                <c:pt idx="460">
                  <c:v>1008.8934319837772</c:v>
                </c:pt>
                <c:pt idx="461">
                  <c:v>1008.8919697992585</c:v>
                </c:pt>
                <c:pt idx="462">
                  <c:v>1008.8905167125388</c:v>
                </c:pt>
                <c:pt idx="463">
                  <c:v>1008.8890726594547</c:v>
                </c:pt>
                <c:pt idx="464">
                  <c:v>1008.8876375763107</c:v>
                </c:pt>
                <c:pt idx="465">
                  <c:v>1008.8862113999328</c:v>
                </c:pt>
                <c:pt idx="466">
                  <c:v>1008.8847940675697</c:v>
                </c:pt>
                <c:pt idx="467">
                  <c:v>1008.8833855169763</c:v>
                </c:pt>
                <c:pt idx="468">
                  <c:v>1008.8819856863911</c:v>
                </c:pt>
                <c:pt idx="469">
                  <c:v>1008.8805945144654</c:v>
                </c:pt>
                <c:pt idx="470">
                  <c:v>1008.8792119403734</c:v>
                </c:pt>
                <c:pt idx="471">
                  <c:v>1008.8778379037044</c:v>
                </c:pt>
                <c:pt idx="472">
                  <c:v>1008.8764723445247</c:v>
                </c:pt>
                <c:pt idx="473">
                  <c:v>1008.8751152033436</c:v>
                </c:pt>
                <c:pt idx="474">
                  <c:v>1008.8737664211214</c:v>
                </c:pt>
                <c:pt idx="475">
                  <c:v>1008.8724259392575</c:v>
                </c:pt>
                <c:pt idx="476">
                  <c:v>1008.8710936996049</c:v>
                </c:pt>
                <c:pt idx="477">
                  <c:v>1008.8697696444447</c:v>
                </c:pt>
                <c:pt idx="478">
                  <c:v>1008.8684537164912</c:v>
                </c:pt>
                <c:pt idx="479">
                  <c:v>1008.8671458588898</c:v>
                </c:pt>
                <c:pt idx="480">
                  <c:v>1008.8658460152119</c:v>
                </c:pt>
                <c:pt idx="481">
                  <c:v>1008.8645541294665</c:v>
                </c:pt>
                <c:pt idx="482">
                  <c:v>1008.8632701460698</c:v>
                </c:pt>
                <c:pt idx="483">
                  <c:v>1008.8619940098413</c:v>
                </c:pt>
                <c:pt idx="484">
                  <c:v>1008.8607256660578</c:v>
                </c:pt>
                <c:pt idx="485">
                  <c:v>1008.8594650603643</c:v>
                </c:pt>
                <c:pt idx="486">
                  <c:v>1008.858212138832</c:v>
                </c:pt>
                <c:pt idx="487">
                  <c:v>1008.8569668479329</c:v>
                </c:pt>
                <c:pt idx="488">
                  <c:v>1008.855729134548</c:v>
                </c:pt>
                <c:pt idx="489">
                  <c:v>1008.8544989459492</c:v>
                </c:pt>
                <c:pt idx="490">
                  <c:v>1008.8532762297982</c:v>
                </c:pt>
                <c:pt idx="491">
                  <c:v>1008.8520609341566</c:v>
                </c:pt>
                <c:pt idx="492">
                  <c:v>1008.850853007479</c:v>
                </c:pt>
                <c:pt idx="493">
                  <c:v>1008.8496523985976</c:v>
                </c:pt>
                <c:pt idx="494">
                  <c:v>1008.8484590567292</c:v>
                </c:pt>
                <c:pt idx="495">
                  <c:v>1008.8472729314656</c:v>
                </c:pt>
                <c:pt idx="496">
                  <c:v>1008.8460939727912</c:v>
                </c:pt>
                <c:pt idx="497">
                  <c:v>1008.8449221310457</c:v>
                </c:pt>
                <c:pt idx="498">
                  <c:v>1008.8437573569562</c:v>
                </c:pt>
                <c:pt idx="499">
                  <c:v>1008.842599601601</c:v>
                </c:pt>
                <c:pt idx="500">
                  <c:v>1008.8414488164403</c:v>
                </c:pt>
                <c:pt idx="501">
                  <c:v>1038.8570838150347</c:v>
                </c:pt>
                <c:pt idx="502">
                  <c:v>1068.6155664116359</c:v>
                </c:pt>
                <c:pt idx="503">
                  <c:v>1098.1219210184781</c:v>
                </c:pt>
                <c:pt idx="504">
                  <c:v>1127.3801662156641</c:v>
                </c:pt>
                <c:pt idx="505">
                  <c:v>1156.393689765835</c:v>
                </c:pt>
                <c:pt idx="506">
                  <c:v>1185.1654719676003</c:v>
                </c:pt>
                <c:pt idx="507">
                  <c:v>1213.6982209425221</c:v>
                </c:pt>
                <c:pt idx="508">
                  <c:v>1241.9944561749194</c:v>
                </c:pt>
                <c:pt idx="509">
                  <c:v>1270.0565612296737</c:v>
                </c:pt>
                <c:pt idx="510">
                  <c:v>1297.8868178253501</c:v>
                </c:pt>
                <c:pt idx="511">
                  <c:v>1325.4874284310729</c:v>
                </c:pt>
                <c:pt idx="512">
                  <c:v>1352.8605316625283</c:v>
                </c:pt>
                <c:pt idx="513">
                  <c:v>1380.0082130638948</c:v>
                </c:pt>
                <c:pt idx="514">
                  <c:v>1406.9325128671044</c:v>
                </c:pt>
                <c:pt idx="515">
                  <c:v>1433.6354317242694</c:v>
                </c:pt>
                <c:pt idx="516">
                  <c:v>1460.1189350492225</c:v>
                </c:pt>
                <c:pt idx="517">
                  <c:v>1486.3849563814922</c:v>
                </c:pt>
                <c:pt idx="518">
                  <c:v>1512.4354000482692</c:v>
                </c:pt>
                <c:pt idx="519">
                  <c:v>1538.2721433105967</c:v>
                </c:pt>
                <c:pt idx="520">
                  <c:v>1563.8970381236129</c:v>
                </c:pt>
                <c:pt idx="521">
                  <c:v>1589.3119126021093</c:v>
                </c:pt>
                <c:pt idx="522">
                  <c:v>1614.5185722575538</c:v>
                </c:pt>
                <c:pt idx="523">
                  <c:v>1639.538359116272</c:v>
                </c:pt>
                <c:pt idx="524">
                  <c:v>1664.3727194172898</c:v>
                </c:pt>
                <c:pt idx="525">
                  <c:v>1689.0230834448664</c:v>
                </c:pt>
                <c:pt idx="526">
                  <c:v>1713.4908661856664</c:v>
                </c:pt>
                <c:pt idx="527">
                  <c:v>1737.777467908174</c:v>
                </c:pt>
                <c:pt idx="528">
                  <c:v>1761.8842746770724</c:v>
                </c:pt>
                <c:pt idx="529">
                  <c:v>1785.8126588132657</c:v>
                </c:pt>
                <c:pt idx="530">
                  <c:v>1809.563979307608</c:v>
                </c:pt>
                <c:pt idx="531">
                  <c:v>1833.1395821953763</c:v>
                </c:pt>
                <c:pt idx="532">
                  <c:v>1856.5408008970676</c:v>
                </c:pt>
                <c:pt idx="533">
                  <c:v>1879.7689565298874</c:v>
                </c:pt>
                <c:pt idx="534">
                  <c:v>1902.825358194174</c:v>
                </c:pt>
                <c:pt idx="535">
                  <c:v>1925.7113032375646</c:v>
                </c:pt>
                <c:pt idx="536">
                  <c:v>1948.4280774999168</c:v>
                </c:pt>
                <c:pt idx="537">
                  <c:v>1970.9769555411949</c:v>
                </c:pt>
                <c:pt idx="538">
                  <c:v>1993.3592008541889</c:v>
                </c:pt>
                <c:pt idx="539">
                  <c:v>2015.576066063928</c:v>
                </c:pt>
                <c:pt idx="540">
                  <c:v>2037.6287931150068</c:v>
                </c:pt>
                <c:pt idx="541">
                  <c:v>2059.5186134484088</c:v>
                </c:pt>
                <c:pt idx="542">
                  <c:v>2081.2467481685062</c:v>
                </c:pt>
                <c:pt idx="543">
                  <c:v>2102.8144082014992</c:v>
                </c:pt>
                <c:pt idx="544">
                  <c:v>2124.2227944460246</c:v>
                </c:pt>
                <c:pt idx="545">
                  <c:v>2145.4731768667161</c:v>
                </c:pt>
                <c:pt idx="546">
                  <c:v>2166.5668137625853</c:v>
                </c:pt>
                <c:pt idx="547">
                  <c:v>2187.5049519293598</c:v>
                </c:pt>
                <c:pt idx="548">
                  <c:v>2208.2888268160668</c:v>
                </c:pt>
                <c:pt idx="549">
                  <c:v>2228.91966267614</c:v>
                </c:pt>
                <c:pt idx="550">
                  <c:v>2249.3986727136107</c:v>
                </c:pt>
                <c:pt idx="551">
                  <c:v>2269.7270592246532</c:v>
                </c:pt>
                <c:pt idx="552">
                  <c:v>2289.906013734796</c:v>
                </c:pt>
                <c:pt idx="553">
                  <c:v>2309.9367171322815</c:v>
                </c:pt>
                <c:pt idx="554">
                  <c:v>2329.8203397975722</c:v>
                </c:pt>
                <c:pt idx="555">
                  <c:v>2349.5580417293845</c:v>
                </c:pt>
                <c:pt idx="556">
                  <c:v>2369.1509726675067</c:v>
                </c:pt>
                <c:pt idx="557">
                  <c:v>2388.6002722124949</c:v>
                </c:pt>
                <c:pt idx="558">
                  <c:v>2407.907069942456</c:v>
                </c:pt>
                <c:pt idx="559">
                  <c:v>2427.0724855272501</c:v>
                </c:pt>
                <c:pt idx="560">
                  <c:v>2446.0976288398701</c:v>
                </c:pt>
                <c:pt idx="561">
                  <c:v>2464.9836000656373</c:v>
                </c:pt>
                <c:pt idx="562">
                  <c:v>2483.7314898088589</c:v>
                </c:pt>
                <c:pt idx="563">
                  <c:v>2502.3423791974233</c:v>
                </c:pt>
                <c:pt idx="564">
                  <c:v>2520.8173399853263</c:v>
                </c:pt>
                <c:pt idx="565">
                  <c:v>2539.1574346530324</c:v>
                </c:pt>
                <c:pt idx="566">
                  <c:v>2557.3637165061896</c:v>
                </c:pt>
                <c:pt idx="567">
                  <c:v>2575.4372300908958</c:v>
                </c:pt>
                <c:pt idx="568">
                  <c:v>2593.3790112785773</c:v>
                </c:pt>
                <c:pt idx="569">
                  <c:v>2611.1900873490858</c:v>
                </c:pt>
                <c:pt idx="570">
                  <c:v>2628.8714770726465</c:v>
                </c:pt>
                <c:pt idx="571">
                  <c:v>2646.4241907902592</c:v>
                </c:pt>
                <c:pt idx="572">
                  <c:v>2663.8492304930719</c:v>
                </c:pt>
                <c:pt idx="573">
                  <c:v>2681.1475899002262</c:v>
                </c:pt>
                <c:pt idx="574">
                  <c:v>2698.3202545358304</c:v>
                </c:pt>
                <c:pt idx="575">
                  <c:v>2715.3682018044947</c:v>
                </c:pt>
                <c:pt idx="576">
                  <c:v>2732.2924010660627</c:v>
                </c:pt>
                <c:pt idx="577">
                  <c:v>2749.0938137091098</c:v>
                </c:pt>
                <c:pt idx="578">
                  <c:v>2765.7733932233914</c:v>
                </c:pt>
                <c:pt idx="579">
                  <c:v>2782.3320852714496</c:v>
                </c:pt>
                <c:pt idx="580">
                  <c:v>2798.7708277592192</c:v>
                </c:pt>
                <c:pt idx="581">
                  <c:v>2815.0905509055951</c:v>
                </c:pt>
                <c:pt idx="582">
                  <c:v>2831.2921773113098</c:v>
                </c:pt>
                <c:pt idx="583">
                  <c:v>2847.3766220267198</c:v>
                </c:pt>
                <c:pt idx="584">
                  <c:v>2863.3447926189097</c:v>
                </c:pt>
                <c:pt idx="585">
                  <c:v>2879.1975892380256</c:v>
                </c:pt>
                <c:pt idx="586">
                  <c:v>2894.9359046825916</c:v>
                </c:pt>
                <c:pt idx="587">
                  <c:v>2910.5606244641426</c:v>
                </c:pt>
                <c:pt idx="588">
                  <c:v>2926.0726268713402</c:v>
                </c:pt>
                <c:pt idx="589">
                  <c:v>2941.4727830341913</c:v>
                </c:pt>
                <c:pt idx="590">
                  <c:v>2956.7619569879794</c:v>
                </c:pt>
                <c:pt idx="591">
                  <c:v>2971.9410057360183</c:v>
                </c:pt>
                <c:pt idx="592">
                  <c:v>2987.0107793119187</c:v>
                </c:pt>
                <c:pt idx="593">
                  <c:v>3001.9721208411393</c:v>
                </c:pt>
                <c:pt idx="594">
                  <c:v>3016.8258666016714</c:v>
                </c:pt>
                <c:pt idx="595">
                  <c:v>3031.5728460842734</c:v>
                </c:pt>
                <c:pt idx="596">
                  <c:v>3046.2138820518257</c:v>
                </c:pt>
                <c:pt idx="597">
                  <c:v>3060.7497905980094</c:v>
                </c:pt>
                <c:pt idx="598">
                  <c:v>3075.1813812056535</c:v>
                </c:pt>
                <c:pt idx="599">
                  <c:v>3089.5094568041077</c:v>
                </c:pt>
                <c:pt idx="600">
                  <c:v>3103.7348138260536</c:v>
                </c:pt>
                <c:pt idx="601">
                  <c:v>3117.8582422639338</c:v>
                </c:pt>
                <c:pt idx="602">
                  <c:v>3131.8805257255563</c:v>
                </c:pt>
                <c:pt idx="603">
                  <c:v>3145.8024414891393</c:v>
                </c:pt>
                <c:pt idx="604">
                  <c:v>3159.6247605579188</c:v>
                </c:pt>
                <c:pt idx="605">
                  <c:v>3173.3482477139728</c:v>
                </c:pt>
                <c:pt idx="606">
                  <c:v>3186.9736615717493</c:v>
                </c:pt>
                <c:pt idx="607">
                  <c:v>3200.5017546308777</c:v>
                </c:pt>
                <c:pt idx="608">
                  <c:v>3213.9332733284723</c:v>
                </c:pt>
                <c:pt idx="609">
                  <c:v>3227.2689580908495</c:v>
                </c:pt>
                <c:pt idx="610">
                  <c:v>3240.5095433849019</c:v>
                </c:pt>
                <c:pt idx="611">
                  <c:v>3253.6557577688604</c:v>
                </c:pt>
                <c:pt idx="612">
                  <c:v>3266.7083239424237</c:v>
                </c:pt>
                <c:pt idx="613">
                  <c:v>3279.6679587966796</c:v>
                </c:pt>
                <c:pt idx="614">
                  <c:v>3292.5353734633468</c:v>
                </c:pt>
                <c:pt idx="615">
                  <c:v>3305.3112733634962</c:v>
                </c:pt>
                <c:pt idx="616">
                  <c:v>3317.9963582560758</c:v>
                </c:pt>
                <c:pt idx="617">
                  <c:v>3330.5913222855725</c:v>
                </c:pt>
                <c:pt idx="618">
                  <c:v>3343.096854029659</c:v>
                </c:pt>
                <c:pt idx="619">
                  <c:v>3355.5136365458734</c:v>
                </c:pt>
                <c:pt idx="620">
                  <c:v>3367.8423474185274</c:v>
                </c:pt>
                <c:pt idx="621">
                  <c:v>3380.0836588044531</c:v>
                </c:pt>
                <c:pt idx="622">
                  <c:v>3392.2382374788112</c:v>
                </c:pt>
                <c:pt idx="623">
                  <c:v>3404.306744880299</c:v>
                </c:pt>
                <c:pt idx="624">
                  <c:v>3416.289837156005</c:v>
                </c:pt>
                <c:pt idx="625">
                  <c:v>3428.1881652056768</c:v>
                </c:pt>
                <c:pt idx="626">
                  <c:v>3440.0023747257651</c:v>
                </c:pt>
                <c:pt idx="627">
                  <c:v>3451.7331062530834</c:v>
                </c:pt>
                <c:pt idx="628">
                  <c:v>3463.3809952077895</c:v>
                </c:pt>
                <c:pt idx="629">
                  <c:v>3474.9466719363254</c:v>
                </c:pt>
                <c:pt idx="630">
                  <c:v>3486.4307617537288</c:v>
                </c:pt>
                <c:pt idx="631">
                  <c:v>3497.8338849855932</c:v>
                </c:pt>
                <c:pt idx="632">
                  <c:v>3509.1566570097284</c:v>
                </c:pt>
                <c:pt idx="633">
                  <c:v>3520.3996882974729</c:v>
                </c:pt>
                <c:pt idx="634">
                  <c:v>3531.5635844543594</c:v>
                </c:pt>
                <c:pt idx="635">
                  <c:v>3542.6489462607778</c:v>
                </c:pt>
                <c:pt idx="636">
                  <c:v>3553.6563697120528</c:v>
                </c:pt>
                <c:pt idx="637">
                  <c:v>3564.5864460580888</c:v>
                </c:pt>
                <c:pt idx="638">
                  <c:v>3575.4397618430621</c:v>
                </c:pt>
                <c:pt idx="639">
                  <c:v>3586.2168989441484</c:v>
                </c:pt>
                <c:pt idx="640">
                  <c:v>3596.9184346104694</c:v>
                </c:pt>
                <c:pt idx="641">
                  <c:v>3607.5449415013181</c:v>
                </c:pt>
                <c:pt idx="642">
                  <c:v>3618.0969877242987</c:v>
                </c:pt>
                <c:pt idx="643">
                  <c:v>3628.575136872852</c:v>
                </c:pt>
                <c:pt idx="644">
                  <c:v>3638.9799480637789</c:v>
                </c:pt>
                <c:pt idx="645">
                  <c:v>3649.3119759740584</c:v>
                </c:pt>
                <c:pt idx="646">
                  <c:v>3659.5717708777838</c:v>
                </c:pt>
                <c:pt idx="647">
                  <c:v>3669.759878682305</c:v>
                </c:pt>
                <c:pt idx="648">
                  <c:v>3679.8768409643844</c:v>
                </c:pt>
                <c:pt idx="649">
                  <c:v>3689.9231950059284</c:v>
                </c:pt>
                <c:pt idx="650">
                  <c:v>3699.8994738293791</c:v>
                </c:pt>
                <c:pt idx="651">
                  <c:v>3709.8062062327995</c:v>
                </c:pt>
                <c:pt idx="652">
                  <c:v>3719.6439168247543</c:v>
                </c:pt>
                <c:pt idx="653">
                  <c:v>3729.4131260587155</c:v>
                </c:pt>
                <c:pt idx="654">
                  <c:v>3739.1143502672785</c:v>
                </c:pt>
                <c:pt idx="655">
                  <c:v>3748.7481016961092</c:v>
                </c:pt>
                <c:pt idx="656">
                  <c:v>3758.3148885374735</c:v>
                </c:pt>
                <c:pt idx="657">
                  <c:v>3767.8152149635876</c:v>
                </c:pt>
                <c:pt idx="658">
                  <c:v>3777.2495811596577</c:v>
                </c:pt>
                <c:pt idx="659">
                  <c:v>3786.618483356558</c:v>
                </c:pt>
                <c:pt idx="660">
                  <c:v>3795.9224138633449</c:v>
                </c:pt>
                <c:pt idx="661">
                  <c:v>3805.1618610993432</c:v>
                </c:pt>
                <c:pt idx="662">
                  <c:v>3814.3373096261307</c:v>
                </c:pt>
                <c:pt idx="663">
                  <c:v>3823.4492401790944</c:v>
                </c:pt>
                <c:pt idx="664">
                  <c:v>3832.4981296987976</c:v>
                </c:pt>
                <c:pt idx="665">
                  <c:v>3841.4844513620696</c:v>
                </c:pt>
                <c:pt idx="666">
                  <c:v>3850.4086746128005</c:v>
                </c:pt>
                <c:pt idx="667">
                  <c:v>3859.271265192398</c:v>
                </c:pt>
                <c:pt idx="668">
                  <c:v>3868.0726851703193</c:v>
                </c:pt>
                <c:pt idx="669">
                  <c:v>3876.8133929737369</c:v>
                </c:pt>
                <c:pt idx="670">
                  <c:v>3885.4938434176202</c:v>
                </c:pt>
                <c:pt idx="671">
                  <c:v>3894.1144877340648</c:v>
                </c:pt>
                <c:pt idx="672">
                  <c:v>3902.6757736016216</c:v>
                </c:pt>
                <c:pt idx="673">
                  <c:v>3911.1781451742877</c:v>
                </c:pt>
                <c:pt idx="674">
                  <c:v>3919.6220431102133</c:v>
                </c:pt>
                <c:pt idx="675">
                  <c:v>3928.0079046003543</c:v>
                </c:pt>
                <c:pt idx="676">
                  <c:v>3936.3361633966124</c:v>
                </c:pt>
                <c:pt idx="677">
                  <c:v>3944.6072498399221</c:v>
                </c:pt>
                <c:pt idx="678">
                  <c:v>3952.8215908880084</c:v>
                </c:pt>
                <c:pt idx="679">
                  <c:v>3960.979610143007</c:v>
                </c:pt>
                <c:pt idx="680">
                  <c:v>3969.0817278787817</c:v>
                </c:pt>
                <c:pt idx="681">
                  <c:v>3977.1283610679211</c:v>
                </c:pt>
                <c:pt idx="682">
                  <c:v>3985.1199234087076</c:v>
                </c:pt>
                <c:pt idx="683">
                  <c:v>3993.0568253516908</c:v>
                </c:pt>
                <c:pt idx="684">
                  <c:v>4000.9394741261508</c:v>
                </c:pt>
                <c:pt idx="685">
                  <c:v>4008.7682737662349</c:v>
                </c:pt>
                <c:pt idx="686">
                  <c:v>4016.5436251369233</c:v>
                </c:pt>
                <c:pt idx="687">
                  <c:v>4024.2659259598272</c:v>
                </c:pt>
                <c:pt idx="688">
                  <c:v>4031.9355708386302</c:v>
                </c:pt>
                <c:pt idx="689">
                  <c:v>4039.5529512844896</c:v>
                </c:pt>
                <c:pt idx="690">
                  <c:v>4047.118455741112</c:v>
                </c:pt>
                <c:pt idx="691">
                  <c:v>4054.6324696095699</c:v>
                </c:pt>
                <c:pt idx="692">
                  <c:v>4062.0953752731007</c:v>
                </c:pt>
                <c:pt idx="693">
                  <c:v>4069.5075521214562</c:v>
                </c:pt>
                <c:pt idx="694">
                  <c:v>4076.869376575266</c:v>
                </c:pt>
                <c:pt idx="695">
                  <c:v>4084.181222110004</c:v>
                </c:pt>
                <c:pt idx="696">
                  <c:v>4091.443459280003</c:v>
                </c:pt>
                <c:pt idx="697">
                  <c:v>4098.6564557419424</c:v>
                </c:pt>
                <c:pt idx="698">
                  <c:v>4105.82057627838</c:v>
                </c:pt>
                <c:pt idx="699">
                  <c:v>4112.936182820963</c:v>
                </c:pt>
                <c:pt idx="700">
                  <c:v>4120.0036344737218</c:v>
                </c:pt>
                <c:pt idx="701">
                  <c:v>4127.0232875355705</c:v>
                </c:pt>
                <c:pt idx="702">
                  <c:v>4133.9954955233161</c:v>
                </c:pt>
                <c:pt idx="703">
                  <c:v>4140.9206091940059</c:v>
                </c:pt>
                <c:pt idx="704">
                  <c:v>4147.7989765672655</c:v>
                </c:pt>
                <c:pt idx="705">
                  <c:v>4154.6309429473431</c:v>
                </c:pt>
                <c:pt idx="706">
                  <c:v>4161.416850945222</c:v>
                </c:pt>
                <c:pt idx="707">
                  <c:v>4168.1570405001712</c:v>
                </c:pt>
                <c:pt idx="708">
                  <c:v>4174.8518489014841</c:v>
                </c:pt>
                <c:pt idx="709">
                  <c:v>4181.5016108097407</c:v>
                </c:pt>
                <c:pt idx="710">
                  <c:v>4188.1066582781104</c:v>
                </c:pt>
                <c:pt idx="711">
                  <c:v>4194.6673207733384</c:v>
                </c:pt>
                <c:pt idx="712">
                  <c:v>4201.1839251965794</c:v>
                </c:pt>
                <c:pt idx="713">
                  <c:v>4207.6567959041977</c:v>
                </c:pt>
                <c:pt idx="714">
                  <c:v>4214.086254728144</c:v>
                </c:pt>
                <c:pt idx="715">
                  <c:v>4220.4726209964474</c:v>
                </c:pt>
                <c:pt idx="716">
                  <c:v>4226.816211553195</c:v>
                </c:pt>
                <c:pt idx="717">
                  <c:v>4233.1173407787401</c:v>
                </c:pt>
                <c:pt idx="718">
                  <c:v>4239.3763206094227</c:v>
                </c:pt>
                <c:pt idx="719">
                  <c:v>4245.5934605572911</c:v>
                </c:pt>
                <c:pt idx="720">
                  <c:v>4251.7690677295504</c:v>
                </c:pt>
                <c:pt idx="721">
                  <c:v>4257.9034468480713</c:v>
                </c:pt>
                <c:pt idx="722">
                  <c:v>4263.9969002683656</c:v>
                </c:pt>
                <c:pt idx="723">
                  <c:v>4270.0497279987949</c:v>
                </c:pt>
                <c:pt idx="724">
                  <c:v>4276.0622277193452</c:v>
                </c:pt>
                <c:pt idx="725">
                  <c:v>4282.0346948004126</c:v>
                </c:pt>
                <c:pt idx="726">
                  <c:v>4287.9674223212705</c:v>
                </c:pt>
                <c:pt idx="727">
                  <c:v>4293.8607010885862</c:v>
                </c:pt>
                <c:pt idx="728">
                  <c:v>4299.7148196545913</c:v>
                </c:pt>
                <c:pt idx="729">
                  <c:v>4305.5300643353085</c:v>
                </c:pt>
                <c:pt idx="730">
                  <c:v>4311.3067192283306</c:v>
                </c:pt>
                <c:pt idx="731">
                  <c:v>4317.0450662307176</c:v>
                </c:pt>
                <c:pt idx="732">
                  <c:v>4322.7453850567499</c:v>
                </c:pt>
                <c:pt idx="733">
                  <c:v>4328.407953255326</c:v>
                </c:pt>
                <c:pt idx="734">
                  <c:v>4334.0330462272796</c:v>
                </c:pt>
                <c:pt idx="735">
                  <c:v>4339.6209372427847</c:v>
                </c:pt>
                <c:pt idx="736">
                  <c:v>4345.1718974583064</c:v>
                </c:pt>
                <c:pt idx="737">
                  <c:v>4350.6861959335592</c:v>
                </c:pt>
                <c:pt idx="738">
                  <c:v>4356.1640996483584</c:v>
                </c:pt>
                <c:pt idx="739">
                  <c:v>4361.6058735192719</c:v>
                </c:pt>
                <c:pt idx="740">
                  <c:v>4367.0117804161309</c:v>
                </c:pt>
                <c:pt idx="741">
                  <c:v>4372.3820811783944</c:v>
                </c:pt>
                <c:pt idx="742">
                  <c:v>4377.717034631467</c:v>
                </c:pt>
                <c:pt idx="743">
                  <c:v>4383.0168976027817</c:v>
                </c:pt>
                <c:pt idx="744">
                  <c:v>4388.2819249378163</c:v>
                </c:pt>
                <c:pt idx="745">
                  <c:v>4393.5123695159509</c:v>
                </c:pt>
                <c:pt idx="746">
                  <c:v>4398.7084822661209</c:v>
                </c:pt>
                <c:pt idx="747">
                  <c:v>4403.8705121825324</c:v>
                </c:pt>
                <c:pt idx="748">
                  <c:v>4408.9987063401149</c:v>
                </c:pt>
                <c:pt idx="749">
                  <c:v>4414.0933099097283</c:v>
                </c:pt>
                <c:pt idx="750">
                  <c:v>4419.1545661735572</c:v>
                </c:pt>
                <c:pt idx="751">
                  <c:v>4424.18271654009</c:v>
                </c:pt>
                <c:pt idx="752">
                  <c:v>4429.1780005592118</c:v>
                </c:pt>
                <c:pt idx="753">
                  <c:v>4434.1406559368124</c:v>
                </c:pt>
                <c:pt idx="754">
                  <c:v>4439.0709185498254</c:v>
                </c:pt>
                <c:pt idx="755">
                  <c:v>4443.9690224605001</c:v>
                </c:pt>
                <c:pt idx="756">
                  <c:v>4448.8351999312381</c:v>
                </c:pt>
                <c:pt idx="757">
                  <c:v>4453.669681438646</c:v>
                </c:pt>
                <c:pt idx="758">
                  <c:v>4458.4726956879267</c:v>
                </c:pt>
                <c:pt idx="759">
                  <c:v>4463.2444696270395</c:v>
                </c:pt>
                <c:pt idx="760">
                  <c:v>4467.9852284606495</c:v>
                </c:pt>
                <c:pt idx="761">
                  <c:v>4472.695195664005</c:v>
                </c:pt>
                <c:pt idx="762">
                  <c:v>4477.3745929967963</c:v>
                </c:pt>
                <c:pt idx="763">
                  <c:v>4482.023640516848</c:v>
                </c:pt>
                <c:pt idx="764">
                  <c:v>4486.6425565935342</c:v>
                </c:pt>
                <c:pt idx="765">
                  <c:v>4491.2315579214137</c:v>
                </c:pt>
                <c:pt idx="766">
                  <c:v>4495.7908595333993</c:v>
                </c:pt>
                <c:pt idx="767">
                  <c:v>4500.320674814152</c:v>
                </c:pt>
                <c:pt idx="768">
                  <c:v>4504.8212155130459</c:v>
                </c:pt>
                <c:pt idx="769">
                  <c:v>4509.292691757295</c:v>
                </c:pt>
                <c:pt idx="770">
                  <c:v>4513.7353120648695</c:v>
                </c:pt>
                <c:pt idx="771">
                  <c:v>4518.1492833571601</c:v>
                </c:pt>
                <c:pt idx="772">
                  <c:v>4522.5348109719043</c:v>
                </c:pt>
                <c:pt idx="773">
                  <c:v>4526.892098675522</c:v>
                </c:pt>
                <c:pt idx="774">
                  <c:v>4531.2213486758401</c:v>
                </c:pt>
                <c:pt idx="775">
                  <c:v>4535.5227616343118</c:v>
                </c:pt>
                <c:pt idx="776">
                  <c:v>4539.7965366784283</c:v>
                </c:pt>
                <c:pt idx="777">
                  <c:v>4544.0428714138288</c:v>
                </c:pt>
                <c:pt idx="778">
                  <c:v>4548.261961936465</c:v>
                </c:pt>
                <c:pt idx="779">
                  <c:v>4552.4540028444462</c:v>
                </c:pt>
                <c:pt idx="780">
                  <c:v>4556.6191872501495</c:v>
                </c:pt>
                <c:pt idx="781">
                  <c:v>4560.7577067918392</c:v>
                </c:pt>
                <c:pt idx="782">
                  <c:v>4564.8697516454367</c:v>
                </c:pt>
                <c:pt idx="783">
                  <c:v>4568.9555105360905</c:v>
                </c:pt>
                <c:pt idx="784">
                  <c:v>4573.0151707497862</c:v>
                </c:pt>
                <c:pt idx="785">
                  <c:v>4577.0489181446337</c:v>
                </c:pt>
                <c:pt idx="786">
                  <c:v>4581.0569371622778</c:v>
                </c:pt>
                <c:pt idx="787">
                  <c:v>4585.0394108390647</c:v>
                </c:pt>
                <c:pt idx="788">
                  <c:v>4588.9965208172507</c:v>
                </c:pt>
                <c:pt idx="789">
                  <c:v>4592.9284473560037</c:v>
                </c:pt>
                <c:pt idx="790">
                  <c:v>4596.8353693424124</c:v>
                </c:pt>
                <c:pt idx="791">
                  <c:v>4600.7174643023181</c:v>
                </c:pt>
                <c:pt idx="792">
                  <c:v>4604.5749084110539</c:v>
                </c:pt>
                <c:pt idx="793">
                  <c:v>4608.4078765042213</c:v>
                </c:pt>
                <c:pt idx="794">
                  <c:v>4612.216542088293</c:v>
                </c:pt>
                <c:pt idx="795">
                  <c:v>4616.0010773510876</c:v>
                </c:pt>
                <c:pt idx="796">
                  <c:v>4619.7616531722088</c:v>
                </c:pt>
                <c:pt idx="797">
                  <c:v>4623.4984391333992</c:v>
                </c:pt>
                <c:pt idx="798">
                  <c:v>4627.2116035289073</c:v>
                </c:pt>
                <c:pt idx="799">
                  <c:v>4630.9013133755325</c:v>
                </c:pt>
                <c:pt idx="800">
                  <c:v>4634.5677344227224</c:v>
                </c:pt>
                <c:pt idx="801">
                  <c:v>4638.2110311627384</c:v>
                </c:pt>
                <c:pt idx="802">
                  <c:v>4641.8313668404671</c:v>
                </c:pt>
                <c:pt idx="803">
                  <c:v>4645.4289034633121</c:v>
                </c:pt>
                <c:pt idx="804">
                  <c:v>4649.0038018110026</c:v>
                </c:pt>
                <c:pt idx="805">
                  <c:v>4652.5562214452484</c:v>
                </c:pt>
                <c:pt idx="806">
                  <c:v>4656.0863207193379</c:v>
                </c:pt>
                <c:pt idx="807">
                  <c:v>4659.5942567877983</c:v>
                </c:pt>
                <c:pt idx="808">
                  <c:v>4663.0801856157059</c:v>
                </c:pt>
                <c:pt idx="809">
                  <c:v>4666.5442619881815</c:v>
                </c:pt>
                <c:pt idx="810">
                  <c:v>4669.9866395196323</c:v>
                </c:pt>
                <c:pt idx="811">
                  <c:v>4673.4074706630345</c:v>
                </c:pt>
                <c:pt idx="812">
                  <c:v>4676.8069067191491</c:v>
                </c:pt>
                <c:pt idx="813">
                  <c:v>4680.1850978454368</c:v>
                </c:pt>
                <c:pt idx="814">
                  <c:v>4683.5421930652465</c:v>
                </c:pt>
                <c:pt idx="815">
                  <c:v>4686.8783402766321</c:v>
                </c:pt>
                <c:pt idx="816">
                  <c:v>4690.1936862613329</c:v>
                </c:pt>
                <c:pt idx="817">
                  <c:v>4693.4883766934609</c:v>
                </c:pt>
                <c:pt idx="818">
                  <c:v>4696.7625561482992</c:v>
                </c:pt>
                <c:pt idx="819">
                  <c:v>4700.0163681109225</c:v>
                </c:pt>
                <c:pt idx="820">
                  <c:v>4703.2499549848026</c:v>
                </c:pt>
                <c:pt idx="821">
                  <c:v>4706.463458100292</c:v>
                </c:pt>
                <c:pt idx="822">
                  <c:v>4709.6570177231515</c:v>
                </c:pt>
                <c:pt idx="823">
                  <c:v>4712.8307730627439</c:v>
                </c:pt>
                <c:pt idx="824">
                  <c:v>4715.9848622806412</c:v>
                </c:pt>
                <c:pt idx="825">
                  <c:v>4719.119422498522</c:v>
                </c:pt>
                <c:pt idx="826">
                  <c:v>4722.2345898066369</c:v>
                </c:pt>
                <c:pt idx="827">
                  <c:v>4725.330499271774</c:v>
                </c:pt>
                <c:pt idx="828">
                  <c:v>4728.4072849452978</c:v>
                </c:pt>
                <c:pt idx="829">
                  <c:v>4731.4650798712146</c:v>
                </c:pt>
                <c:pt idx="830">
                  <c:v>4734.5040160939734</c:v>
                </c:pt>
                <c:pt idx="831">
                  <c:v>4737.5242246664866</c:v>
                </c:pt>
                <c:pt idx="832">
                  <c:v>4740.5258356577278</c:v>
                </c:pt>
                <c:pt idx="833">
                  <c:v>4743.5089781605466</c:v>
                </c:pt>
                <c:pt idx="834">
                  <c:v>4746.4737802993614</c:v>
                </c:pt>
                <c:pt idx="835">
                  <c:v>4749.4203692377559</c:v>
                </c:pt>
                <c:pt idx="836">
                  <c:v>4752.3488711858699</c:v>
                </c:pt>
                <c:pt idx="837">
                  <c:v>4755.2594114081767</c:v>
                </c:pt>
                <c:pt idx="838">
                  <c:v>4758.1521142305673</c:v>
                </c:pt>
                <c:pt idx="839">
                  <c:v>4761.0271030479407</c:v>
                </c:pt>
                <c:pt idx="840">
                  <c:v>4763.88450033148</c:v>
                </c:pt>
                <c:pt idx="841">
                  <c:v>4766.7244276357214</c:v>
                </c:pt>
                <c:pt idx="842">
                  <c:v>4769.5470056059648</c:v>
                </c:pt>
                <c:pt idx="843">
                  <c:v>4772.3523539852513</c:v>
                </c:pt>
                <c:pt idx="844">
                  <c:v>4775.140591621509</c:v>
                </c:pt>
                <c:pt idx="845">
                  <c:v>4777.9118364744818</c:v>
                </c:pt>
                <c:pt idx="846">
                  <c:v>4780.6662056227206</c:v>
                </c:pt>
                <c:pt idx="847">
                  <c:v>4783.4038152705634</c:v>
                </c:pt>
                <c:pt idx="848">
                  <c:v>4786.1247807548216</c:v>
                </c:pt>
                <c:pt idx="849">
                  <c:v>4788.8292165517487</c:v>
                </c:pt>
                <c:pt idx="850">
                  <c:v>4791.5172362836011</c:v>
                </c:pt>
                <c:pt idx="851">
                  <c:v>4794.1889527253879</c:v>
                </c:pt>
                <c:pt idx="852">
                  <c:v>4796.8444778115563</c:v>
                </c:pt>
                <c:pt idx="853">
                  <c:v>4799.4839226424674</c:v>
                </c:pt>
                <c:pt idx="854">
                  <c:v>4802.1073974909496</c:v>
                </c:pt>
                <c:pt idx="855">
                  <c:v>4804.7150118088375</c:v>
                </c:pt>
                <c:pt idx="856">
                  <c:v>4807.3068742332389</c:v>
                </c:pt>
                <c:pt idx="857">
                  <c:v>4809.8830925929806</c:v>
                </c:pt>
                <c:pt idx="858">
                  <c:v>4812.4437739150208</c:v>
                </c:pt>
                <c:pt idx="859">
                  <c:v>4814.9890244304897</c:v>
                </c:pt>
                <c:pt idx="860">
                  <c:v>4817.5189495811355</c:v>
                </c:pt>
                <c:pt idx="861">
                  <c:v>4820.0336540251974</c:v>
                </c:pt>
                <c:pt idx="862">
                  <c:v>4822.5332416438696</c:v>
                </c:pt>
                <c:pt idx="863">
                  <c:v>4825.0178155471185</c:v>
                </c:pt>
                <c:pt idx="864">
                  <c:v>4827.4874780796963</c:v>
                </c:pt>
                <c:pt idx="865">
                  <c:v>4829.9423308272981</c:v>
                </c:pt>
                <c:pt idx="866">
                  <c:v>4832.3824746222554</c:v>
                </c:pt>
                <c:pt idx="867">
                  <c:v>4834.8080095495525</c:v>
                </c:pt>
                <c:pt idx="868">
                  <c:v>4837.2190349525663</c:v>
                </c:pt>
                <c:pt idx="869">
                  <c:v>4839.6156494389343</c:v>
                </c:pt>
                <c:pt idx="870">
                  <c:v>4841.9979508861707</c:v>
                </c:pt>
                <c:pt idx="871">
                  <c:v>4844.3660364474108</c:v>
                </c:pt>
                <c:pt idx="872">
                  <c:v>4846.7200025571374</c:v>
                </c:pt>
                <c:pt idx="873">
                  <c:v>4849.0599449365754</c:v>
                </c:pt>
                <c:pt idx="874">
                  <c:v>4851.385958599386</c:v>
                </c:pt>
                <c:pt idx="875">
                  <c:v>4853.6981378572173</c:v>
                </c:pt>
                <c:pt idx="876">
                  <c:v>4855.9965763248993</c:v>
                </c:pt>
                <c:pt idx="877">
                  <c:v>4858.281366926286</c:v>
                </c:pt>
                <c:pt idx="878">
                  <c:v>4860.5526018991577</c:v>
                </c:pt>
                <c:pt idx="879">
                  <c:v>4862.8103728009191</c:v>
                </c:pt>
                <c:pt idx="880">
                  <c:v>4865.0547705136969</c:v>
                </c:pt>
                <c:pt idx="881">
                  <c:v>4867.2858852496765</c:v>
                </c:pt>
                <c:pt idx="882">
                  <c:v>4869.5038065561685</c:v>
                </c:pt>
                <c:pt idx="883">
                  <c:v>4871.7086233209902</c:v>
                </c:pt>
                <c:pt idx="884">
                  <c:v>4873.9004237773815</c:v>
                </c:pt>
                <c:pt idx="885">
                  <c:v>4876.0792955091738</c:v>
                </c:pt>
                <c:pt idx="886">
                  <c:v>4878.2453254558359</c:v>
                </c:pt>
                <c:pt idx="887">
                  <c:v>4880.3985999174638</c:v>
                </c:pt>
                <c:pt idx="888">
                  <c:v>4882.5392045596545</c:v>
                </c:pt>
                <c:pt idx="889">
                  <c:v>4884.6672244186129</c:v>
                </c:pt>
                <c:pt idx="890">
                  <c:v>4886.7827439058183</c:v>
                </c:pt>
                <c:pt idx="891">
                  <c:v>4888.8858468130702</c:v>
                </c:pt>
                <c:pt idx="892">
                  <c:v>4890.9766163170534</c:v>
                </c:pt>
                <c:pt idx="893">
                  <c:v>4893.0551349843645</c:v>
                </c:pt>
                <c:pt idx="894">
                  <c:v>4895.1214847760475</c:v>
                </c:pt>
                <c:pt idx="895">
                  <c:v>4897.1757470522753</c:v>
                </c:pt>
                <c:pt idx="896">
                  <c:v>4899.2180025771395</c:v>
                </c:pt>
                <c:pt idx="897">
                  <c:v>4901.2483315232248</c:v>
                </c:pt>
                <c:pt idx="898">
                  <c:v>4903.2668134760306</c:v>
                </c:pt>
                <c:pt idx="899">
                  <c:v>4905.2735274387633</c:v>
                </c:pt>
                <c:pt idx="900">
                  <c:v>4907.2685518365824</c:v>
                </c:pt>
                <c:pt idx="901">
                  <c:v>4909.2519645212396</c:v>
                </c:pt>
                <c:pt idx="902">
                  <c:v>4911.2238427754583</c:v>
                </c:pt>
                <c:pt idx="903">
                  <c:v>4913.1842633174138</c:v>
                </c:pt>
                <c:pt idx="904">
                  <c:v>4915.1333023048373</c:v>
                </c:pt>
                <c:pt idx="905">
                  <c:v>4917.0710353397071</c:v>
                </c:pt>
                <c:pt idx="906">
                  <c:v>4918.9975374722153</c:v>
                </c:pt>
                <c:pt idx="907">
                  <c:v>4920.9128832051947</c:v>
                </c:pt>
                <c:pt idx="908">
                  <c:v>4922.8171464984071</c:v>
                </c:pt>
                <c:pt idx="909">
                  <c:v>4924.7104007725138</c:v>
                </c:pt>
                <c:pt idx="910">
                  <c:v>4926.5927189133963</c:v>
                </c:pt>
                <c:pt idx="911">
                  <c:v>4928.4641732762684</c:v>
                </c:pt>
                <c:pt idx="912">
                  <c:v>4930.3248356897639</c:v>
                </c:pt>
                <c:pt idx="913">
                  <c:v>4932.1747774598307</c:v>
                </c:pt>
                <c:pt idx="914">
                  <c:v>4934.0140693740968</c:v>
                </c:pt>
                <c:pt idx="915">
                  <c:v>4935.8427817055117</c:v>
                </c:pt>
                <c:pt idx="916">
                  <c:v>4937.6609842165444</c:v>
                </c:pt>
                <c:pt idx="917">
                  <c:v>4939.4687461629701</c:v>
                </c:pt>
                <c:pt idx="918">
                  <c:v>4941.2661362978779</c:v>
                </c:pt>
                <c:pt idx="919">
                  <c:v>4943.0532228754691</c:v>
                </c:pt>
                <c:pt idx="920">
                  <c:v>4944.8300736549663</c:v>
                </c:pt>
                <c:pt idx="921">
                  <c:v>4946.5967559043138</c:v>
                </c:pt>
                <c:pt idx="922">
                  <c:v>4948.3533364039931</c:v>
                </c:pt>
                <c:pt idx="923">
                  <c:v>4950.0998814509139</c:v>
                </c:pt>
                <c:pt idx="924">
                  <c:v>4951.8364568618608</c:v>
                </c:pt>
                <c:pt idx="925">
                  <c:v>4953.5631279774534</c:v>
                </c:pt>
                <c:pt idx="926">
                  <c:v>4955.2799596655505</c:v>
                </c:pt>
                <c:pt idx="927">
                  <c:v>4956.9870163251708</c:v>
                </c:pt>
                <c:pt idx="928">
                  <c:v>4958.6843618897337</c:v>
                </c:pt>
                <c:pt idx="929">
                  <c:v>4960.3720598310138</c:v>
                </c:pt>
                <c:pt idx="930">
                  <c:v>4962.0501731623681</c:v>
                </c:pt>
                <c:pt idx="931">
                  <c:v>4963.7187644424612</c:v>
                </c:pt>
                <c:pt idx="932">
                  <c:v>4965.3778957786562</c:v>
                </c:pt>
                <c:pt idx="933">
                  <c:v>4967.0276288304785</c:v>
                </c:pt>
                <c:pt idx="934">
                  <c:v>4968.668024812986</c:v>
                </c:pt>
                <c:pt idx="935">
                  <c:v>4970.2991445004236</c:v>
                </c:pt>
                <c:pt idx="936">
                  <c:v>4971.9210482293056</c:v>
                </c:pt>
                <c:pt idx="937">
                  <c:v>4973.5337959018625</c:v>
                </c:pt>
                <c:pt idx="938">
                  <c:v>4975.1374469895154</c:v>
                </c:pt>
                <c:pt idx="939">
                  <c:v>4976.7320605359328</c:v>
                </c:pt>
                <c:pt idx="940">
                  <c:v>4978.3176951604628</c:v>
                </c:pt>
                <c:pt idx="941">
                  <c:v>4979.894409061375</c:v>
                </c:pt>
                <c:pt idx="942">
                  <c:v>4981.4622600189996</c:v>
                </c:pt>
                <c:pt idx="943">
                  <c:v>4983.0213053989737</c:v>
                </c:pt>
                <c:pt idx="944">
                  <c:v>4984.5716021553826</c:v>
                </c:pt>
                <c:pt idx="945">
                  <c:v>4986.1132068339793</c:v>
                </c:pt>
                <c:pt idx="946">
                  <c:v>4987.6461755751843</c:v>
                </c:pt>
                <c:pt idx="947">
                  <c:v>4989.1705641173385</c:v>
                </c:pt>
                <c:pt idx="948">
                  <c:v>4990.6864277995592</c:v>
                </c:pt>
                <c:pt idx="949">
                  <c:v>4992.1938215650353</c:v>
                </c:pt>
                <c:pt idx="950">
                  <c:v>4993.6927999638374</c:v>
                </c:pt>
                <c:pt idx="951">
                  <c:v>4995.1834171560067</c:v>
                </c:pt>
                <c:pt idx="952">
                  <c:v>4996.665726914579</c:v>
                </c:pt>
                <c:pt idx="953">
                  <c:v>4998.1397826284629</c:v>
                </c:pt>
                <c:pt idx="954">
                  <c:v>4999.6056373053307</c:v>
                </c:pt>
                <c:pt idx="955">
                  <c:v>5001.0633435746176</c:v>
                </c:pt>
                <c:pt idx="956">
                  <c:v>5002.512953690376</c:v>
                </c:pt>
                <c:pt idx="957">
                  <c:v>5003.9545195341116</c:v>
                </c:pt>
                <c:pt idx="958">
                  <c:v>5005.3880926176244</c:v>
                </c:pt>
                <c:pt idx="959">
                  <c:v>5006.8137240857923</c:v>
                </c:pt>
                <c:pt idx="960">
                  <c:v>5008.2314647195335</c:v>
                </c:pt>
                <c:pt idx="961">
                  <c:v>5009.641364938233</c:v>
                </c:pt>
                <c:pt idx="962">
                  <c:v>5011.0434748028656</c:v>
                </c:pt>
                <c:pt idx="963">
                  <c:v>5012.4378440184792</c:v>
                </c:pt>
                <c:pt idx="964">
                  <c:v>5013.824521937031</c:v>
                </c:pt>
                <c:pt idx="965">
                  <c:v>5015.2035575598684</c:v>
                </c:pt>
                <c:pt idx="966">
                  <c:v>5016.5749995407641</c:v>
                </c:pt>
                <c:pt idx="967">
                  <c:v>5017.9388961881059</c:v>
                </c:pt>
                <c:pt idx="968">
                  <c:v>5019.2952954679167</c:v>
                </c:pt>
                <c:pt idx="969">
                  <c:v>5020.6442450061058</c:v>
                </c:pt>
                <c:pt idx="970">
                  <c:v>5021.9857920914046</c:v>
                </c:pt>
                <c:pt idx="971">
                  <c:v>5023.3199836775639</c:v>
                </c:pt>
                <c:pt idx="972">
                  <c:v>5024.6468663861788</c:v>
                </c:pt>
                <c:pt idx="973">
                  <c:v>5025.9664865090963</c:v>
                </c:pt>
                <c:pt idx="974">
                  <c:v>5027.2788900108135</c:v>
                </c:pt>
                <c:pt idx="975">
                  <c:v>5028.5841225312106</c:v>
                </c:pt>
                <c:pt idx="976">
                  <c:v>5029.8822293876674</c:v>
                </c:pt>
                <c:pt idx="977">
                  <c:v>5031.1732555778917</c:v>
                </c:pt>
                <c:pt idx="978">
                  <c:v>5032.4572457819413</c:v>
                </c:pt>
                <c:pt idx="979">
                  <c:v>5033.7342443650141</c:v>
                </c:pt>
                <c:pt idx="980">
                  <c:v>5035.0042953794946</c:v>
                </c:pt>
                <c:pt idx="981">
                  <c:v>5036.2674425675432</c:v>
                </c:pt>
                <c:pt idx="982">
                  <c:v>5037.5237293633381</c:v>
                </c:pt>
                <c:pt idx="983">
                  <c:v>5038.7731988953774</c:v>
                </c:pt>
                <c:pt idx="984">
                  <c:v>5040.0158939889916</c:v>
                </c:pt>
                <c:pt idx="985">
                  <c:v>5041.2518571682594</c:v>
                </c:pt>
                <c:pt idx="986">
                  <c:v>5042.4811306587053</c:v>
                </c:pt>
                <c:pt idx="987">
                  <c:v>5043.7037563892391</c:v>
                </c:pt>
                <c:pt idx="988">
                  <c:v>5044.9197759945146</c:v>
                </c:pt>
                <c:pt idx="989">
                  <c:v>5046.1292308171242</c:v>
                </c:pt>
                <c:pt idx="990">
                  <c:v>5047.3321619098642</c:v>
                </c:pt>
                <c:pt idx="991">
                  <c:v>5048.5286100378125</c:v>
                </c:pt>
                <c:pt idx="992">
                  <c:v>5049.7186156806401</c:v>
                </c:pt>
                <c:pt idx="993">
                  <c:v>5050.9022190345377</c:v>
                </c:pt>
                <c:pt idx="994">
                  <c:v>5052.079460014651</c:v>
                </c:pt>
                <c:pt idx="995">
                  <c:v>5053.2503782568483</c:v>
                </c:pt>
                <c:pt idx="996">
                  <c:v>5054.4150131201632</c:v>
                </c:pt>
                <c:pt idx="997">
                  <c:v>5055.573403688657</c:v>
                </c:pt>
                <c:pt idx="998">
                  <c:v>5056.7255887735237</c:v>
                </c:pt>
                <c:pt idx="999">
                  <c:v>5057.8716069152197</c:v>
                </c:pt>
                <c:pt idx="1000">
                  <c:v>5059.0114963853639</c:v>
                </c:pt>
                <c:pt idx="1001">
                  <c:v>5060.1452951889169</c:v>
                </c:pt>
                <c:pt idx="1002">
                  <c:v>5061.2730410660588</c:v>
                </c:pt>
                <c:pt idx="1003">
                  <c:v>5062.3947714942769</c:v>
                </c:pt>
                <c:pt idx="1004">
                  <c:v>5063.51052369023</c:v>
                </c:pt>
                <c:pt idx="1005">
                  <c:v>5064.6203346117891</c:v>
                </c:pt>
                <c:pt idx="1006">
                  <c:v>5065.7242409599148</c:v>
                </c:pt>
                <c:pt idx="1007">
                  <c:v>5066.8222791806265</c:v>
                </c:pt>
                <c:pt idx="1008">
                  <c:v>5067.9144854669621</c:v>
                </c:pt>
                <c:pt idx="1009">
                  <c:v>5069.0008957607342</c:v>
                </c:pt>
                <c:pt idx="1010">
                  <c:v>5070.0815457545377</c:v>
                </c:pt>
                <c:pt idx="1011">
                  <c:v>5071.1564708935521</c:v>
                </c:pt>
                <c:pt idx="1012">
                  <c:v>5072.2257063774186</c:v>
                </c:pt>
                <c:pt idx="1013">
                  <c:v>5073.289287162097</c:v>
                </c:pt>
                <c:pt idx="1014">
                  <c:v>5074.3472479616275</c:v>
                </c:pt>
                <c:pt idx="1015">
                  <c:v>5075.3996232499303</c:v>
                </c:pt>
                <c:pt idx="1016">
                  <c:v>5076.4464472627906</c:v>
                </c:pt>
                <c:pt idx="1017">
                  <c:v>5077.4877539993677</c:v>
                </c:pt>
                <c:pt idx="1018">
                  <c:v>5078.5235772240685</c:v>
                </c:pt>
                <c:pt idx="1019">
                  <c:v>5079.5539504684284</c:v>
                </c:pt>
                <c:pt idx="1020">
                  <c:v>5080.5789070326855</c:v>
                </c:pt>
                <c:pt idx="1021">
                  <c:v>5081.5984799875223</c:v>
                </c:pt>
                <c:pt idx="1022">
                  <c:v>5082.6127021758693</c:v>
                </c:pt>
                <c:pt idx="1023">
                  <c:v>5083.621606214524</c:v>
                </c:pt>
                <c:pt idx="1024">
                  <c:v>5084.6252244959051</c:v>
                </c:pt>
                <c:pt idx="1025">
                  <c:v>5085.6235891896404</c:v>
                </c:pt>
                <c:pt idx="1026">
                  <c:v>5086.6167322442388</c:v>
                </c:pt>
                <c:pt idx="1027">
                  <c:v>5087.6046853888556</c:v>
                </c:pt>
                <c:pt idx="1028">
                  <c:v>5088.5874801347809</c:v>
                </c:pt>
                <c:pt idx="1029">
                  <c:v>5089.5651477771034</c:v>
                </c:pt>
                <c:pt idx="1030">
                  <c:v>5090.5377193963595</c:v>
                </c:pt>
                <c:pt idx="1031">
                  <c:v>5091.5052258600863</c:v>
                </c:pt>
                <c:pt idx="1032">
                  <c:v>5092.4676978244361</c:v>
                </c:pt>
                <c:pt idx="1033">
                  <c:v>5093.425165735719</c:v>
                </c:pt>
                <c:pt idx="1034">
                  <c:v>5094.3776598319928</c:v>
                </c:pt>
                <c:pt idx="1035">
                  <c:v>5095.3252101445223</c:v>
                </c:pt>
                <c:pt idx="1036">
                  <c:v>5096.2678464994897</c:v>
                </c:pt>
                <c:pt idx="1037">
                  <c:v>5097.2055985192856</c:v>
                </c:pt>
                <c:pt idx="1038">
                  <c:v>5098.1384956242055</c:v>
                </c:pt>
                <c:pt idx="1039">
                  <c:v>5099.0665670339313</c:v>
                </c:pt>
                <c:pt idx="1040">
                  <c:v>5099.9898417688892</c:v>
                </c:pt>
                <c:pt idx="1041">
                  <c:v>5100.9083486518075</c:v>
                </c:pt>
                <c:pt idx="1042">
                  <c:v>5101.8221163092994</c:v>
                </c:pt>
                <c:pt idx="1043">
                  <c:v>5102.7311731730179</c:v>
                </c:pt>
                <c:pt idx="1044">
                  <c:v>5103.6355474814582</c:v>
                </c:pt>
                <c:pt idx="1045">
                  <c:v>5104.5352672810741</c:v>
                </c:pt>
                <c:pt idx="1046">
                  <c:v>5105.4303604278402</c:v>
                </c:pt>
                <c:pt idx="1047">
                  <c:v>5106.3208545887783</c:v>
                </c:pt>
                <c:pt idx="1048">
                  <c:v>5107.2067772430628</c:v>
                </c:pt>
                <c:pt idx="1049">
                  <c:v>5108.0881556836748</c:v>
                </c:pt>
                <c:pt idx="1050">
                  <c:v>5108.9650170186142</c:v>
                </c:pt>
                <c:pt idx="1051">
                  <c:v>5109.8373881723237</c:v>
                </c:pt>
                <c:pt idx="1052">
                  <c:v>5110.7052958871354</c:v>
                </c:pt>
                <c:pt idx="1053">
                  <c:v>5111.5687667244347</c:v>
                </c:pt>
                <c:pt idx="1054">
                  <c:v>5112.4278270660643</c:v>
                </c:pt>
                <c:pt idx="1055">
                  <c:v>5113.2825031157045</c:v>
                </c:pt>
                <c:pt idx="1056">
                  <c:v>5114.1328209001686</c:v>
                </c:pt>
                <c:pt idx="1057">
                  <c:v>5114.9788062706521</c:v>
                </c:pt>
                <c:pt idx="1058">
                  <c:v>5115.8204849040676</c:v>
                </c:pt>
                <c:pt idx="1059">
                  <c:v>5116.6578823042437</c:v>
                </c:pt>
                <c:pt idx="1060">
                  <c:v>5117.4910238033635</c:v>
                </c:pt>
                <c:pt idx="1061">
                  <c:v>5118.3199345631438</c:v>
                </c:pt>
                <c:pt idx="1062">
                  <c:v>5119.1446395759649</c:v>
                </c:pt>
                <c:pt idx="1063">
                  <c:v>5119.9651636663084</c:v>
                </c:pt>
                <c:pt idx="1064">
                  <c:v>5120.7815314919326</c:v>
                </c:pt>
                <c:pt idx="1065">
                  <c:v>5121.5937675449723</c:v>
                </c:pt>
                <c:pt idx="1066">
                  <c:v>5122.4018961533748</c:v>
                </c:pt>
                <c:pt idx="1067">
                  <c:v>5123.2059414818614</c:v>
                </c:pt>
                <c:pt idx="1068">
                  <c:v>5124.0059275333397</c:v>
                </c:pt>
                <c:pt idx="1069">
                  <c:v>5124.8018781499813</c:v>
                </c:pt>
                <c:pt idx="1070">
                  <c:v>5125.59381701435</c:v>
                </c:pt>
                <c:pt idx="1071">
                  <c:v>5126.3817676507115</c:v>
                </c:pt>
                <c:pt idx="1072">
                  <c:v>5127.1657534261058</c:v>
                </c:pt>
                <c:pt idx="1073">
                  <c:v>5127.9457975513897</c:v>
                </c:pt>
                <c:pt idx="1074">
                  <c:v>5128.7219230826877</c:v>
                </c:pt>
                <c:pt idx="1075">
                  <c:v>5129.4941529222024</c:v>
                </c:pt>
                <c:pt idx="1076">
                  <c:v>5130.2625098195012</c:v>
                </c:pt>
                <c:pt idx="1077">
                  <c:v>5131.0270163725972</c:v>
                </c:pt>
                <c:pt idx="1078">
                  <c:v>5131.7876950290783</c:v>
                </c:pt>
                <c:pt idx="1079">
                  <c:v>5132.5445680871344</c:v>
                </c:pt>
                <c:pt idx="1080">
                  <c:v>5133.297657696774</c:v>
                </c:pt>
                <c:pt idx="1081">
                  <c:v>5134.0469858607757</c:v>
                </c:pt>
                <c:pt idx="1082">
                  <c:v>5134.7925744357972</c:v>
                </c:pt>
                <c:pt idx="1083">
                  <c:v>5135.5344451335277</c:v>
                </c:pt>
                <c:pt idx="1084">
                  <c:v>5136.2726195215901</c:v>
                </c:pt>
                <c:pt idx="1085">
                  <c:v>5137.0071190247554</c:v>
                </c:pt>
                <c:pt idx="1086">
                  <c:v>5137.7379649258446</c:v>
                </c:pt>
                <c:pt idx="1087">
                  <c:v>5138.465178366826</c:v>
                </c:pt>
                <c:pt idx="1088">
                  <c:v>5139.1887803498184</c:v>
                </c:pt>
                <c:pt idx="1089">
                  <c:v>5139.9087917382312</c:v>
                </c:pt>
                <c:pt idx="1090">
                  <c:v>5140.6252332574759</c:v>
                </c:pt>
                <c:pt idx="1091">
                  <c:v>5141.3381254963133</c:v>
                </c:pt>
                <c:pt idx="1092">
                  <c:v>5142.0474889075913</c:v>
                </c:pt>
                <c:pt idx="1093">
                  <c:v>5142.7533438093333</c:v>
                </c:pt>
                <c:pt idx="1094">
                  <c:v>5143.4557103857924</c:v>
                </c:pt>
                <c:pt idx="1095">
                  <c:v>5144.1546086882709</c:v>
                </c:pt>
                <c:pt idx="1096">
                  <c:v>5144.8500586360733</c:v>
                </c:pt>
                <c:pt idx="1097">
                  <c:v>5145.5420800177262</c:v>
                </c:pt>
                <c:pt idx="1098">
                  <c:v>5146.2306924915965</c:v>
                </c:pt>
                <c:pt idx="1099">
                  <c:v>5146.9159155870011</c:v>
                </c:pt>
                <c:pt idx="1100">
                  <c:v>5147.5977687051645</c:v>
                </c:pt>
                <c:pt idx="1101">
                  <c:v>5148.2762711200257</c:v>
                </c:pt>
                <c:pt idx="1102">
                  <c:v>5119.0580186653133</c:v>
                </c:pt>
                <c:pt idx="1103">
                  <c:v>5090.090726088295</c:v>
                </c:pt>
                <c:pt idx="1104">
                  <c:v>5061.3694980459704</c:v>
                </c:pt>
                <c:pt idx="1105">
                  <c:v>5032.890435626131</c:v>
                </c:pt>
                <c:pt idx="1106">
                  <c:v>5004.6502632616493</c:v>
                </c:pt>
                <c:pt idx="1107">
                  <c:v>4976.6461066255188</c:v>
                </c:pt>
                <c:pt idx="1108">
                  <c:v>4948.8753581908859</c:v>
                </c:pt>
                <c:pt idx="1109">
                  <c:v>4921.3355942965227</c:v>
                </c:pt>
                <c:pt idx="1110">
                  <c:v>4894.0245228848007</c:v>
                </c:pt>
                <c:pt idx="1111">
                  <c:v>4866.9399497892246</c:v>
                </c:pt>
                <c:pt idx="1112">
                  <c:v>4840.0797564352179</c:v>
                </c:pt>
                <c:pt idx="1113">
                  <c:v>4813.4418846983635</c:v>
                </c:pt>
                <c:pt idx="1114">
                  <c:v>4787.0243263452867</c:v>
                </c:pt>
                <c:pt idx="1115">
                  <c:v>4760.8251154737127</c:v>
                </c:pt>
                <c:pt idx="1116">
                  <c:v>4734.8423229603559</c:v>
                </c:pt>
                <c:pt idx="1117">
                  <c:v>4709.0740522847609</c:v>
                </c:pt>
                <c:pt idx="1118">
                  <c:v>4683.5184363174476</c:v>
                </c:pt>
                <c:pt idx="1119">
                  <c:v>4658.1736347993046</c:v>
                </c:pt>
                <c:pt idx="1120">
                  <c:v>4633.0378323263767</c:v>
                </c:pt>
                <c:pt idx="1121">
                  <c:v>4608.1092367122283</c:v>
                </c:pt>
                <c:pt idx="1122">
                  <c:v>4583.3860776366664</c:v>
                </c:pt>
                <c:pt idx="1123">
                  <c:v>4558.8666055157591</c:v>
                </c:pt>
                <c:pt idx="1124">
                  <c:v>4534.5296086155104</c:v>
                </c:pt>
                <c:pt idx="1125">
                  <c:v>4510.3736894864023</c:v>
                </c:pt>
                <c:pt idx="1126">
                  <c:v>4486.3974652211291</c:v>
                </c:pt>
                <c:pt idx="1127">
                  <c:v>4462.5995668700489</c:v>
                </c:pt>
                <c:pt idx="1128">
                  <c:v>4438.9786389304763</c:v>
                </c:pt>
                <c:pt idx="1129">
                  <c:v>4415.5333388967692</c:v>
                </c:pt>
                <c:pt idx="1130">
                  <c:v>4392.262336861022</c:v>
                </c:pt>
                <c:pt idx="1131">
                  <c:v>4369.1643151564613</c:v>
                </c:pt>
                <c:pt idx="1132">
                  <c:v>4346.2379680367376</c:v>
                </c:pt>
                <c:pt idx="1133">
                  <c:v>4323.4820013859289</c:v>
                </c:pt>
                <c:pt idx="1134">
                  <c:v>4300.8951324545696</c:v>
                </c:pt>
                <c:pt idx="1135">
                  <c:v>4278.4760896184034</c:v>
                </c:pt>
                <c:pt idx="1136">
                  <c:v>4256.2236121564301</c:v>
                </c:pt>
                <c:pt idx="1137">
                  <c:v>4234.136450046044</c:v>
                </c:pt>
                <c:pt idx="1138">
                  <c:v>4212.2133637727238</c:v>
                </c:pt>
                <c:pt idx="1139">
                  <c:v>4190.4531241528221</c:v>
                </c:pt>
                <c:pt idx="1140">
                  <c:v>4168.8545121676843</c:v>
                </c:pt>
                <c:pt idx="1141">
                  <c:v>4147.4163188077164</c:v>
                </c:pt>
                <c:pt idx="1142">
                  <c:v>4126.1373449256016</c:v>
                </c:pt>
                <c:pt idx="1143">
                  <c:v>4105.0164010971057</c:v>
                </c:pt>
                <c:pt idx="1144">
                  <c:v>4084.0523074893649</c:v>
                </c:pt>
                <c:pt idx="1145">
                  <c:v>4063.2438937351044</c:v>
                </c:pt>
                <c:pt idx="1146">
                  <c:v>4042.589920132164</c:v>
                </c:pt>
                <c:pt idx="1147">
                  <c:v>4022.0891581097817</c:v>
                </c:pt>
                <c:pt idx="1148">
                  <c:v>4001.7403900884824</c:v>
                </c:pt>
                <c:pt idx="1149">
                  <c:v>3981.5424093442421</c:v>
                </c:pt>
                <c:pt idx="1150">
                  <c:v>3961.4940198771046</c:v>
                </c:pt>
                <c:pt idx="1151">
                  <c:v>3941.5940362834817</c:v>
                </c:pt>
                <c:pt idx="1152">
                  <c:v>3921.8412836321763</c:v>
                </c:pt>
                <c:pt idx="1153">
                  <c:v>3902.2345973437177</c:v>
                </c:pt>
                <c:pt idx="1154">
                  <c:v>3882.7728230726339</c:v>
                </c:pt>
                <c:pt idx="1155">
                  <c:v>3863.4548165927827</c:v>
                </c:pt>
                <c:pt idx="1156">
                  <c:v>3844.2794436852228</c:v>
                </c:pt>
                <c:pt idx="1157">
                  <c:v>3825.2455800286775</c:v>
                </c:pt>
                <c:pt idx="1158">
                  <c:v>3806.3521110922375</c:v>
                </c:pt>
                <c:pt idx="1159">
                  <c:v>3787.5979320304609</c:v>
                </c:pt>
                <c:pt idx="1160">
                  <c:v>3768.9819475804088</c:v>
                </c:pt>
                <c:pt idx="1161">
                  <c:v>3750.5030719607248</c:v>
                </c:pt>
                <c:pt idx="1162">
                  <c:v>3732.1602287725832</c:v>
                </c:pt>
                <c:pt idx="1163">
                  <c:v>3713.9523509024684</c:v>
                </c:pt>
                <c:pt idx="1164">
                  <c:v>3695.8783804265204</c:v>
                </c:pt>
                <c:pt idx="1165">
                  <c:v>3677.9372685166736</c:v>
                </c:pt>
                <c:pt idx="1166">
                  <c:v>3660.1279753482422</c:v>
                </c:pt>
                <c:pt idx="1167">
                  <c:v>3642.4494700090136</c:v>
                </c:pt>
                <c:pt idx="1168">
                  <c:v>3624.9007300919397</c:v>
                </c:pt>
                <c:pt idx="1169">
                  <c:v>3607.4807416173458</c:v>
                </c:pt>
                <c:pt idx="1170">
                  <c:v>3590.1884989561654</c:v>
                </c:pt>
                <c:pt idx="1171">
                  <c:v>3573.0230047541777</c:v>
                </c:pt>
                <c:pt idx="1172">
                  <c:v>3555.9832698574692</c:v>
                </c:pt>
                <c:pt idx="1173">
                  <c:v>3539.0683132387121</c:v>
                </c:pt>
                <c:pt idx="1174">
                  <c:v>3522.2771619244108</c:v>
                </c:pt>
                <c:pt idx="1175">
                  <c:v>3505.6088509232682</c:v>
                </c:pt>
                <c:pt idx="1176">
                  <c:v>3489.0624231552219</c:v>
                </c:pt>
                <c:pt idx="1177">
                  <c:v>3472.6369293813991</c:v>
                </c:pt>
                <c:pt idx="1178">
                  <c:v>3456.3314281350449</c:v>
                </c:pt>
                <c:pt idx="1179">
                  <c:v>3440.1449856531135</c:v>
                </c:pt>
                <c:pt idx="1180">
                  <c:v>3424.0766758087534</c:v>
                </c:pt>
                <c:pt idx="1181">
                  <c:v>3408.1255800444414</c:v>
                </c:pt>
                <c:pt idx="1182">
                  <c:v>3392.2907873061486</c:v>
                </c:pt>
                <c:pt idx="1183">
                  <c:v>3376.5713939778198</c:v>
                </c:pt>
                <c:pt idx="1184">
                  <c:v>3360.9665038170028</c:v>
                </c:pt>
                <c:pt idx="1185">
                  <c:v>3345.4752278908954</c:v>
                </c:pt>
                <c:pt idx="1186">
                  <c:v>3330.0966845131488</c:v>
                </c:pt>
                <c:pt idx="1187">
                  <c:v>3314.8299991814188</c:v>
                </c:pt>
                <c:pt idx="1188">
                  <c:v>3299.6743045154331</c:v>
                </c:pt>
                <c:pt idx="1189">
                  <c:v>3284.628740195933</c:v>
                </c:pt>
                <c:pt idx="1190">
                  <c:v>3269.6924529025991</c:v>
                </c:pt>
                <c:pt idx="1191">
                  <c:v>3254.8645962530481</c:v>
                </c:pt>
                <c:pt idx="1192">
                  <c:v>3240.1443307422287</c:v>
                </c:pt>
                <c:pt idx="1193">
                  <c:v>3225.5308236825094</c:v>
                </c:pt>
                <c:pt idx="1194">
                  <c:v>3211.0232491444635</c:v>
                </c:pt>
                <c:pt idx="1195">
                  <c:v>3196.6207878982209</c:v>
                </c:pt>
                <c:pt idx="1196">
                  <c:v>3182.3226273554524</c:v>
                </c:pt>
                <c:pt idx="1197">
                  <c:v>3168.1279615119797</c:v>
                </c:pt>
                <c:pt idx="1198">
                  <c:v>3154.0359908908963</c:v>
                </c:pt>
                <c:pt idx="1199">
                  <c:v>3140.045922486313</c:v>
                </c:pt>
                <c:pt idx="1200">
                  <c:v>3126.1569697077925</c:v>
                </c:pt>
                <c:pt idx="1201">
                  <c:v>3112.3683523251066</c:v>
                </c:pt>
                <c:pt idx="1202">
                  <c:v>3098.6792964137035</c:v>
                </c:pt>
                <c:pt idx="1203">
                  <c:v>3085.0890343007968</c:v>
                </c:pt>
                <c:pt idx="1204">
                  <c:v>3071.5968045117688</c:v>
                </c:pt>
                <c:pt idx="1205">
                  <c:v>3058.2018517172678</c:v>
                </c:pt>
                <c:pt idx="1206">
                  <c:v>3044.9034266807803</c:v>
                </c:pt>
                <c:pt idx="1207">
                  <c:v>3031.7007862067835</c:v>
                </c:pt>
                <c:pt idx="1208">
                  <c:v>3018.593193089217</c:v>
                </c:pt>
                <c:pt idx="1209">
                  <c:v>3005.579916060693</c:v>
                </c:pt>
                <c:pt idx="1210">
                  <c:v>2992.660229741989</c:v>
                </c:pt>
                <c:pt idx="1211">
                  <c:v>2979.8334145922313</c:v>
                </c:pt>
                <c:pt idx="1212">
                  <c:v>2967.0987568593678</c:v>
                </c:pt>
                <c:pt idx="1213">
                  <c:v>2954.4555485311903</c:v>
                </c:pt>
                <c:pt idx="1214">
                  <c:v>2941.9030872868279</c:v>
                </c:pt>
                <c:pt idx="1215">
                  <c:v>2929.4406764486871</c:v>
                </c:pt>
                <c:pt idx="1216">
                  <c:v>2917.0676249348548</c:v>
                </c:pt>
                <c:pt idx="1217">
                  <c:v>2904.7832472118976</c:v>
                </c:pt>
                <c:pt idx="1218">
                  <c:v>2892.5868632480947</c:v>
                </c:pt>
                <c:pt idx="1219">
                  <c:v>2880.4777984673033</c:v>
                </c:pt>
                <c:pt idx="1220">
                  <c:v>2868.4553837028961</c:v>
                </c:pt>
                <c:pt idx="1221">
                  <c:v>2856.5189551524418</c:v>
                </c:pt>
                <c:pt idx="1222">
                  <c:v>2844.6678543326625</c:v>
                </c:pt>
                <c:pt idx="1223">
                  <c:v>2832.9014280347733</c:v>
                </c:pt>
                <c:pt idx="1224">
                  <c:v>2821.2190282803504</c:v>
                </c:pt>
                <c:pt idx="1225">
                  <c:v>2809.6200122774981</c:v>
                </c:pt>
                <c:pt idx="1226">
                  <c:v>2798.103742377501</c:v>
                </c:pt>
                <c:pt idx="1227">
                  <c:v>2786.6695860317263</c:v>
                </c:pt>
                <c:pt idx="1228">
                  <c:v>2775.3169157491134</c:v>
                </c:pt>
                <c:pt idx="1229">
                  <c:v>2764.0451090539223</c:v>
                </c:pt>
                <c:pt idx="1230">
                  <c:v>2752.8535484438589</c:v>
                </c:pt>
                <c:pt idx="1231">
                  <c:v>2741.7416213486517</c:v>
                </c:pt>
                <c:pt idx="1232">
                  <c:v>2730.70872008896</c:v>
                </c:pt>
                <c:pt idx="1233">
                  <c:v>2719.7542418356129</c:v>
                </c:pt>
                <c:pt idx="1234">
                  <c:v>2708.8775885693308</c:v>
                </c:pt>
                <c:pt idx="1235">
                  <c:v>2698.0781670406504</c:v>
                </c:pt>
                <c:pt idx="1236">
                  <c:v>2687.3553887303606</c:v>
                </c:pt>
                <c:pt idx="1237">
                  <c:v>2676.7086698101771</c:v>
                </c:pt>
                <c:pt idx="1238">
                  <c:v>2666.1374311038385</c:v>
                </c:pt>
                <c:pt idx="1239">
                  <c:v>2655.6410980484757</c:v>
                </c:pt>
                <c:pt idx="1240">
                  <c:v>2645.2191006564321</c:v>
                </c:pt>
                <c:pt idx="1241">
                  <c:v>2634.8708734773745</c:v>
                </c:pt>
                <c:pt idx="1242">
                  <c:v>2624.5958555606185</c:v>
                </c:pt>
                <c:pt idx="1243">
                  <c:v>2614.3934904179869</c:v>
                </c:pt>
                <c:pt idx="1244">
                  <c:v>2604.263225986901</c:v>
                </c:pt>
                <c:pt idx="1245">
                  <c:v>2594.2045145937295</c:v>
                </c:pt>
                <c:pt idx="1246">
                  <c:v>2584.2168129176507</c:v>
                </c:pt>
                <c:pt idx="1247">
                  <c:v>2574.2995819545754</c:v>
                </c:pt>
                <c:pt idx="1248">
                  <c:v>2564.4522869816155</c:v>
                </c:pt>
                <c:pt idx="1249">
                  <c:v>2554.6743975217537</c:v>
                </c:pt>
                <c:pt idx="1250">
                  <c:v>2544.9653873087718</c:v>
                </c:pt>
                <c:pt idx="1251">
                  <c:v>2535.3247342526988</c:v>
                </c:pt>
                <c:pt idx="1252">
                  <c:v>2525.7519204052523</c:v>
                </c:pt>
                <c:pt idx="1253">
                  <c:v>2516.2464319258606</c:v>
                </c:pt>
                <c:pt idx="1254">
                  <c:v>2506.8077590477801</c:v>
                </c:pt>
                <c:pt idx="1255">
                  <c:v>2497.435396044667</c:v>
                </c:pt>
                <c:pt idx="1256">
                  <c:v>2488.1288411973183</c:v>
                </c:pt>
                <c:pt idx="1257">
                  <c:v>2478.8875967607469</c:v>
                </c:pt>
                <c:pt idx="1258">
                  <c:v>2469.711168931578</c:v>
                </c:pt>
                <c:pt idx="1259">
                  <c:v>2460.5990678156113</c:v>
                </c:pt>
                <c:pt idx="1260">
                  <c:v>2451.5508073958504</c:v>
                </c:pt>
                <c:pt idx="1261">
                  <c:v>2442.565905500604</c:v>
                </c:pt>
                <c:pt idx="1262">
                  <c:v>2433.6438837720198</c:v>
                </c:pt>
                <c:pt idx="1263">
                  <c:v>2424.7842676348191</c:v>
                </c:pt>
                <c:pt idx="1264">
                  <c:v>2415.986586265285</c:v>
                </c:pt>
                <c:pt idx="1265">
                  <c:v>2407.2503725605643</c:v>
                </c:pt>
                <c:pt idx="1266">
                  <c:v>2398.5751631081926</c:v>
                </c:pt>
                <c:pt idx="1267">
                  <c:v>2389.9604981559519</c:v>
                </c:pt>
                <c:pt idx="1268">
                  <c:v>2381.405921581862</c:v>
                </c:pt>
                <c:pt idx="1269">
                  <c:v>2372.9109808645371</c:v>
                </c:pt>
                <c:pt idx="1270">
                  <c:v>2364.4752270537715</c:v>
                </c:pt>
                <c:pt idx="1271">
                  <c:v>2356.098214741347</c:v>
                </c:pt>
                <c:pt idx="1272">
                  <c:v>2347.7795020321309</c:v>
                </c:pt>
                <c:pt idx="1273">
                  <c:v>2339.5186505153556</c:v>
                </c:pt>
                <c:pt idx="1274">
                  <c:v>2331.3152252362233</c:v>
                </c:pt>
                <c:pt idx="1275">
                  <c:v>2323.1687946677112</c:v>
                </c:pt>
                <c:pt idx="1276">
                  <c:v>2315.0789306826077</c:v>
                </c:pt>
                <c:pt idx="1277">
                  <c:v>2307.0452085258175</c:v>
                </c:pt>
                <c:pt idx="1278">
                  <c:v>2299.0672067868363</c:v>
                </c:pt>
                <c:pt idx="1279">
                  <c:v>2291.1445073725936</c:v>
                </c:pt>
                <c:pt idx="1280">
                  <c:v>2283.2766954803419</c:v>
                </c:pt>
                <c:pt idx="1281">
                  <c:v>2275.4633595709497</c:v>
                </c:pt>
                <c:pt idx="1282">
                  <c:v>2267.7040913423111</c:v>
                </c:pt>
                <c:pt idx="1283">
                  <c:v>2259.9984857029904</c:v>
                </c:pt>
                <c:pt idx="1284">
                  <c:v>2252.3461407461855</c:v>
                </c:pt>
                <c:pt idx="1285">
                  <c:v>2244.7466577237496</c:v>
                </c:pt>
                <c:pt idx="1286">
                  <c:v>2237.1996410205993</c:v>
                </c:pt>
                <c:pt idx="1287">
                  <c:v>2229.7046981292033</c:v>
                </c:pt>
                <c:pt idx="1288">
                  <c:v>2222.2614396243912</c:v>
                </c:pt>
                <c:pt idx="1289">
                  <c:v>2214.8694791382859</c:v>
                </c:pt>
                <c:pt idx="1290">
                  <c:v>2207.5284333355185</c:v>
                </c:pt>
                <c:pt idx="1291">
                  <c:v>2200.237921888619</c:v>
                </c:pt>
                <c:pt idx="1292">
                  <c:v>2192.9975674536076</c:v>
                </c:pt>
                <c:pt idx="1293">
                  <c:v>2185.8069956458071</c:v>
                </c:pt>
                <c:pt idx="1294">
                  <c:v>2178.6658350158586</c:v>
                </c:pt>
                <c:pt idx="1295">
                  <c:v>2171.5737170259035</c:v>
                </c:pt>
                <c:pt idx="1296">
                  <c:v>2164.5302760260615</c:v>
                </c:pt>
                <c:pt idx="1297">
                  <c:v>2157.5351492309442</c:v>
                </c:pt>
                <c:pt idx="1298">
                  <c:v>2150.5879766965741</c:v>
                </c:pt>
                <c:pt idx="1299">
                  <c:v>2143.6884012972737</c:v>
                </c:pt>
                <c:pt idx="1300">
                  <c:v>2136.836068702934</c:v>
                </c:pt>
                <c:pt idx="1301">
                  <c:v>2130.0306273563615</c:v>
                </c:pt>
                <c:pt idx="1302">
                  <c:v>2123.2717284508799</c:v>
                </c:pt>
                <c:pt idx="1303">
                  <c:v>2116.5590259080541</c:v>
                </c:pt>
                <c:pt idx="1304">
                  <c:v>2109.8921763556582</c:v>
                </c:pt>
                <c:pt idx="1305">
                  <c:v>2103.2708391058059</c:v>
                </c:pt>
                <c:pt idx="1306">
                  <c:v>2096.6946761332824</c:v>
                </c:pt>
                <c:pt idx="1307">
                  <c:v>2090.1633520539749</c:v>
                </c:pt>
                <c:pt idx="1308">
                  <c:v>2083.6765341036225</c:v>
                </c:pt>
                <c:pt idx="1309">
                  <c:v>2077.2338921166101</c:v>
                </c:pt>
                <c:pt idx="1310">
                  <c:v>2070.8350985050311</c:v>
                </c:pt>
                <c:pt idx="1311">
                  <c:v>2064.4798282378933</c:v>
                </c:pt>
                <c:pt idx="1312">
                  <c:v>2058.1677588204425</c:v>
                </c:pt>
                <c:pt idx="1313">
                  <c:v>2051.8985702737741</c:v>
                </c:pt>
                <c:pt idx="1314">
                  <c:v>2045.6719451145082</c:v>
                </c:pt>
                <c:pt idx="1315">
                  <c:v>2039.4875683346966</c:v>
                </c:pt>
                <c:pt idx="1316">
                  <c:v>2033.3451273818653</c:v>
                </c:pt>
                <c:pt idx="1317">
                  <c:v>2027.24431213923</c:v>
                </c:pt>
                <c:pt idx="1318">
                  <c:v>2021.1848149061022</c:v>
                </c:pt>
                <c:pt idx="1319">
                  <c:v>2015.1663303783982</c:v>
                </c:pt>
                <c:pt idx="1320">
                  <c:v>2009.1885556293753</c:v>
                </c:pt>
                <c:pt idx="1321">
                  <c:v>2003.2511900904917</c:v>
                </c:pt>
                <c:pt idx="1322">
                  <c:v>1997.3539355324274</c:v>
                </c:pt>
                <c:pt idx="1323">
                  <c:v>1991.4964960462719</c:v>
                </c:pt>
                <c:pt idx="1324">
                  <c:v>1985.6785780248536</c:v>
                </c:pt>
                <c:pt idx="1325">
                  <c:v>1979.8998901442462</c:v>
                </c:pt>
                <c:pt idx="1326">
                  <c:v>1974.160143345418</c:v>
                </c:pt>
                <c:pt idx="1327">
                  <c:v>1968.4590508160095</c:v>
                </c:pt>
                <c:pt idx="1328">
                  <c:v>1962.7963279722849</c:v>
                </c:pt>
                <c:pt idx="1329">
                  <c:v>1957.1716924412747</c:v>
                </c:pt>
                <c:pt idx="1330">
                  <c:v>1951.584864042951</c:v>
                </c:pt>
                <c:pt idx="1331">
                  <c:v>1946.035564772681</c:v>
                </c:pt>
                <c:pt idx="1332">
                  <c:v>1940.5235187837279</c:v>
                </c:pt>
                <c:pt idx="1333">
                  <c:v>1935.0484523699395</c:v>
                </c:pt>
                <c:pt idx="1334">
                  <c:v>1929.6100939485971</c:v>
                </c:pt>
                <c:pt idx="1335">
                  <c:v>1924.2081740433562</c:v>
                </c:pt>
                <c:pt idx="1336">
                  <c:v>1918.8424252673672</c:v>
                </c:pt>
                <c:pt idx="1337">
                  <c:v>1913.5125823064977</c:v>
                </c:pt>
                <c:pt idx="1338">
                  <c:v>1908.2183819027603</c:v>
                </c:pt>
                <c:pt idx="1339">
                  <c:v>1902.9595628378047</c:v>
                </c:pt>
                <c:pt idx="1340">
                  <c:v>1897.7358659165623</c:v>
                </c:pt>
                <c:pt idx="1341">
                  <c:v>1892.5470339510921</c:v>
                </c:pt>
                <c:pt idx="1342">
                  <c:v>1887.39281174444</c:v>
                </c:pt>
                <c:pt idx="1343">
                  <c:v>1882.27294607473</c:v>
                </c:pt>
                <c:pt idx="1344">
                  <c:v>1877.1871856793598</c:v>
                </c:pt>
                <c:pt idx="1345">
                  <c:v>1872.1352812393125</c:v>
                </c:pt>
                <c:pt idx="1346">
                  <c:v>1867.1169853635777</c:v>
                </c:pt>
                <c:pt idx="1347">
                  <c:v>1862.1320525737688</c:v>
                </c:pt>
                <c:pt idx="1348">
                  <c:v>1857.1802392888064</c:v>
                </c:pt>
                <c:pt idx="1349">
                  <c:v>1852.261303809724</c:v>
                </c:pt>
                <c:pt idx="1350">
                  <c:v>1847.3750063046614</c:v>
                </c:pt>
                <c:pt idx="1351">
                  <c:v>1842.5211087939274</c:v>
                </c:pt>
                <c:pt idx="1352">
                  <c:v>1837.699375135157</c:v>
                </c:pt>
                <c:pt idx="1353">
                  <c:v>1832.9095710087001</c:v>
                </c:pt>
                <c:pt idx="1354">
                  <c:v>1828.1514639030072</c:v>
                </c:pt>
                <c:pt idx="1355">
                  <c:v>1823.4248231002148</c:v>
                </c:pt>
                <c:pt idx="1356">
                  <c:v>1818.7294196618057</c:v>
                </c:pt>
                <c:pt idx="1357">
                  <c:v>1814.0650264144231</c:v>
                </c:pt>
                <c:pt idx="1358">
                  <c:v>1809.4314179357737</c:v>
                </c:pt>
                <c:pt idx="1359">
                  <c:v>1804.8283705406448</c:v>
                </c:pt>
                <c:pt idx="1360">
                  <c:v>1800.2556622670613</c:v>
                </c:pt>
                <c:pt idx="1361">
                  <c:v>1795.7130728625441</c:v>
                </c:pt>
                <c:pt idx="1362">
                  <c:v>1791.2003837704406</c:v>
                </c:pt>
                <c:pt idx="1363">
                  <c:v>1786.7173781164436</c:v>
                </c:pt>
                <c:pt idx="1364">
                  <c:v>1782.2638406951776</c:v>
                </c:pt>
                <c:pt idx="1365">
                  <c:v>1777.8395579568637</c:v>
                </c:pt>
                <c:pt idx="1366">
                  <c:v>1773.4443179941547</c:v>
                </c:pt>
                <c:pt idx="1367">
                  <c:v>1769.0779105290765</c:v>
                </c:pt>
                <c:pt idx="1368">
                  <c:v>1764.7401268999611</c:v>
                </c:pt>
                <c:pt idx="1369">
                  <c:v>1760.4307600486839</c:v>
                </c:pt>
                <c:pt idx="1370">
                  <c:v>1756.1496045078222</c:v>
                </c:pt>
                <c:pt idx="1371">
                  <c:v>1751.8964563880236</c:v>
                </c:pt>
                <c:pt idx="1372">
                  <c:v>1747.6711133654401</c:v>
                </c:pt>
                <c:pt idx="1373">
                  <c:v>1743.4733746692643</c:v>
                </c:pt>
                <c:pt idx="1374">
                  <c:v>1739.3030410693882</c:v>
                </c:pt>
                <c:pt idx="1375">
                  <c:v>1735.1599148641615</c:v>
                </c:pt>
                <c:pt idx="1376">
                  <c:v>1731.043799868163</c:v>
                </c:pt>
                <c:pt idx="1377">
                  <c:v>1726.9545014002738</c:v>
                </c:pt>
                <c:pt idx="1378">
                  <c:v>1722.8918262715899</c:v>
                </c:pt>
                <c:pt idx="1379">
                  <c:v>1718.8555827736502</c:v>
                </c:pt>
                <c:pt idx="1380">
                  <c:v>1714.8455806666304</c:v>
                </c:pt>
                <c:pt idx="1381">
                  <c:v>1710.8616311677067</c:v>
                </c:pt>
                <c:pt idx="1382">
                  <c:v>1706.9035469394526</c:v>
                </c:pt>
                <c:pt idx="1383">
                  <c:v>1702.9711420783713</c:v>
                </c:pt>
                <c:pt idx="1384">
                  <c:v>1699.0642321035386</c:v>
                </c:pt>
                <c:pt idx="1385">
                  <c:v>1695.1826339452646</c:v>
                </c:pt>
                <c:pt idx="1386">
                  <c:v>1691.32616593393</c:v>
                </c:pt>
                <c:pt idx="1387">
                  <c:v>1687.4946477888627</c:v>
                </c:pt>
                <c:pt idx="1388">
                  <c:v>1683.6879006073168</c:v>
                </c:pt>
                <c:pt idx="1389">
                  <c:v>1679.9057468535573</c:v>
                </c:pt>
                <c:pt idx="1390">
                  <c:v>1676.1480103480064</c:v>
                </c:pt>
                <c:pt idx="1391">
                  <c:v>1672.4145162565005</c:v>
                </c:pt>
                <c:pt idx="1392">
                  <c:v>1668.7050910796167</c:v>
                </c:pt>
                <c:pt idx="1393">
                  <c:v>1665.0195626421053</c:v>
                </c:pt>
                <c:pt idx="1394">
                  <c:v>1661.3577600824058</c:v>
                </c:pt>
                <c:pt idx="1395">
                  <c:v>1657.7195138421989</c:v>
                </c:pt>
                <c:pt idx="1396">
                  <c:v>1654.1046556561332</c:v>
                </c:pt>
                <c:pt idx="1397">
                  <c:v>1650.5130185415644</c:v>
                </c:pt>
                <c:pt idx="1398">
                  <c:v>1646.9444367884171</c:v>
                </c:pt>
                <c:pt idx="1399">
                  <c:v>1643.3987459490561</c:v>
                </c:pt>
                <c:pt idx="1400">
                  <c:v>1639.8757828283865</c:v>
                </c:pt>
                <c:pt idx="1401">
                  <c:v>1636.3753854738536</c:v>
                </c:pt>
                <c:pt idx="1402">
                  <c:v>1632.8973931656765</c:v>
                </c:pt>
                <c:pt idx="1403">
                  <c:v>1629.4416464070748</c:v>
                </c:pt>
                <c:pt idx="1404">
                  <c:v>1626.0079869145873</c:v>
                </c:pt>
                <c:pt idx="1405">
                  <c:v>1622.5962576084964</c:v>
                </c:pt>
                <c:pt idx="1406">
                  <c:v>1619.2063026033045</c:v>
                </c:pt>
                <c:pt idx="1407">
                  <c:v>1615.8379671983027</c:v>
                </c:pt>
                <c:pt idx="1408">
                  <c:v>1612.4910978681958</c:v>
                </c:pt>
                <c:pt idx="1409">
                  <c:v>1609.165542253839</c:v>
                </c:pt>
                <c:pt idx="1410">
                  <c:v>1605.8611491530148</c:v>
                </c:pt>
                <c:pt idx="1411">
                  <c:v>1602.5777685112812</c:v>
                </c:pt>
                <c:pt idx="1412">
                  <c:v>1599.3152514129456</c:v>
                </c:pt>
                <c:pt idx="1413">
                  <c:v>1596.0734500720396</c:v>
                </c:pt>
                <c:pt idx="1414">
                  <c:v>1592.8522178234496</c:v>
                </c:pt>
                <c:pt idx="1415">
                  <c:v>1589.651409114012</c:v>
                </c:pt>
                <c:pt idx="1416">
                  <c:v>1586.4708794937853</c:v>
                </c:pt>
                <c:pt idx="1417">
                  <c:v>1583.3104856073512</c:v>
                </c:pt>
                <c:pt idx="1418">
                  <c:v>1580.1700851851431</c:v>
                </c:pt>
                <c:pt idx="1419">
                  <c:v>1577.0495370349415</c:v>
                </c:pt>
                <c:pt idx="1420">
                  <c:v>1573.9487010333321</c:v>
                </c:pt>
                <c:pt idx="1421">
                  <c:v>1570.8674381173118</c:v>
                </c:pt>
                <c:pt idx="1422">
                  <c:v>1567.8056102759242</c:v>
                </c:pt>
                <c:pt idx="1423">
                  <c:v>1564.7630805419597</c:v>
                </c:pt>
                <c:pt idx="1424">
                  <c:v>1561.7397129837789</c:v>
                </c:pt>
                <c:pt idx="1425">
                  <c:v>1558.7353726971012</c:v>
                </c:pt>
                <c:pt idx="1426">
                  <c:v>1555.7499257969491</c:v>
                </c:pt>
                <c:pt idx="1427">
                  <c:v>1552.7832394096345</c:v>
                </c:pt>
                <c:pt idx="1428">
                  <c:v>1549.8351816647501</c:v>
                </c:pt>
                <c:pt idx="1429">
                  <c:v>1546.9056216873414</c:v>
                </c:pt>
                <c:pt idx="1430">
                  <c:v>1543.9944295900364</c:v>
                </c:pt>
                <c:pt idx="1431">
                  <c:v>1541.1014764652807</c:v>
                </c:pt>
                <c:pt idx="1432">
                  <c:v>1538.2266343776371</c:v>
                </c:pt>
                <c:pt idx="1433">
                  <c:v>1535.3697763561584</c:v>
                </c:pt>
                <c:pt idx="1434">
                  <c:v>1532.5307763867875</c:v>
                </c:pt>
                <c:pt idx="1435">
                  <c:v>1529.709509404827</c:v>
                </c:pt>
                <c:pt idx="1436">
                  <c:v>1526.9058512875133</c:v>
                </c:pt>
                <c:pt idx="1437">
                  <c:v>1524.1196788466048</c:v>
                </c:pt>
                <c:pt idx="1438">
                  <c:v>1521.3508698210201</c:v>
                </c:pt>
                <c:pt idx="1439">
                  <c:v>1518.599302869588</c:v>
                </c:pt>
                <c:pt idx="1440">
                  <c:v>1515.8648575638188</c:v>
                </c:pt>
                <c:pt idx="1441">
                  <c:v>1513.147414380707</c:v>
                </c:pt>
                <c:pt idx="1442">
                  <c:v>1510.4468546957028</c:v>
                </c:pt>
                <c:pt idx="1443">
                  <c:v>1507.7630607755639</c:v>
                </c:pt>
                <c:pt idx="1444">
                  <c:v>1505.0959157714494</c:v>
                </c:pt>
                <c:pt idx="1445">
                  <c:v>1502.4453037119381</c:v>
                </c:pt>
                <c:pt idx="1446">
                  <c:v>1499.8111094961569</c:v>
                </c:pt>
                <c:pt idx="1447">
                  <c:v>1497.1932188869664</c:v>
                </c:pt>
                <c:pt idx="1448">
                  <c:v>1494.5915185041736</c:v>
                </c:pt>
                <c:pt idx="1449">
                  <c:v>1492.0058958178427</c:v>
                </c:pt>
                <c:pt idx="1450">
                  <c:v>1489.4362391416082</c:v>
                </c:pt>
                <c:pt idx="1451">
                  <c:v>1486.8824376260905</c:v>
                </c:pt>
                <c:pt idx="1452">
                  <c:v>1484.344381252311</c:v>
                </c:pt>
                <c:pt idx="1453">
                  <c:v>1481.8219608252211</c:v>
                </c:pt>
                <c:pt idx="1454">
                  <c:v>1479.3150679672435</c:v>
                </c:pt>
                <c:pt idx="1455">
                  <c:v>1476.8235951118659</c:v>
                </c:pt>
                <c:pt idx="1456">
                  <c:v>1474.3474354973075</c:v>
                </c:pt>
                <c:pt idx="1457">
                  <c:v>1471.8864831601988</c:v>
                </c:pt>
                <c:pt idx="1458">
                  <c:v>1469.4406329293747</c:v>
                </c:pt>
                <c:pt idx="1459">
                  <c:v>1467.0097804196587</c:v>
                </c:pt>
                <c:pt idx="1460">
                  <c:v>1464.5938220257021</c:v>
                </c:pt>
                <c:pt idx="1461">
                  <c:v>1462.1926549159314</c:v>
                </c:pt>
                <c:pt idx="1462">
                  <c:v>1459.8061770264533</c:v>
                </c:pt>
                <c:pt idx="1463">
                  <c:v>1457.4342870550972</c:v>
                </c:pt>
                <c:pt idx="1464">
                  <c:v>1455.0768844554368</c:v>
                </c:pt>
                <c:pt idx="1465">
                  <c:v>1452.7338694309005</c:v>
                </c:pt>
                <c:pt idx="1466">
                  <c:v>1450.4051429289232</c:v>
                </c:pt>
                <c:pt idx="1467">
                  <c:v>1448.0906066351238</c:v>
                </c:pt>
                <c:pt idx="1468">
                  <c:v>1445.7901629675537</c:v>
                </c:pt>
                <c:pt idx="1469">
                  <c:v>1443.5037150709795</c:v>
                </c:pt>
                <c:pt idx="1470">
                  <c:v>1441.2311668111997</c:v>
                </c:pt>
                <c:pt idx="1471">
                  <c:v>1438.9724227694551</c:v>
                </c:pt>
                <c:pt idx="1472">
                  <c:v>1436.7273882368163</c:v>
                </c:pt>
                <c:pt idx="1473">
                  <c:v>1434.4959692086729</c:v>
                </c:pt>
                <c:pt idx="1474">
                  <c:v>1432.2780723792096</c:v>
                </c:pt>
                <c:pt idx="1475">
                  <c:v>1430.0736051360075</c:v>
                </c:pt>
                <c:pt idx="1476">
                  <c:v>1427.8824755546152</c:v>
                </c:pt>
                <c:pt idx="1477">
                  <c:v>1425.7045923931871</c:v>
                </c:pt>
                <c:pt idx="1478">
                  <c:v>1423.5398650871696</c:v>
                </c:pt>
                <c:pt idx="1479">
                  <c:v>1421.3882037440426</c:v>
                </c:pt>
                <c:pt idx="1480">
                  <c:v>1419.2495191380665</c:v>
                </c:pt>
                <c:pt idx="1481">
                  <c:v>1417.1237227051161</c:v>
                </c:pt>
                <c:pt idx="1482">
                  <c:v>1415.0107265375127</c:v>
                </c:pt>
                <c:pt idx="1483">
                  <c:v>1412.9104433789223</c:v>
                </c:pt>
                <c:pt idx="1484">
                  <c:v>1410.8227866193022</c:v>
                </c:pt>
                <c:pt idx="1485">
                  <c:v>1408.7476702898516</c:v>
                </c:pt>
                <c:pt idx="1486">
                  <c:v>1406.6850090580556</c:v>
                </c:pt>
                <c:pt idx="1487">
                  <c:v>1404.6347182227175</c:v>
                </c:pt>
                <c:pt idx="1488">
                  <c:v>1402.596713709064</c:v>
                </c:pt>
                <c:pt idx="1489">
                  <c:v>1400.5709120638724</c:v>
                </c:pt>
                <c:pt idx="1490">
                  <c:v>1398.5572304506566</c:v>
                </c:pt>
                <c:pt idx="1491">
                  <c:v>1396.5555866448506</c:v>
                </c:pt>
                <c:pt idx="1492">
                  <c:v>1394.5658990290785</c:v>
                </c:pt>
                <c:pt idx="1493">
                  <c:v>1392.5880865884601</c:v>
                </c:pt>
                <c:pt idx="1494">
                  <c:v>1390.6220689058885</c:v>
                </c:pt>
                <c:pt idx="1495">
                  <c:v>1388.6677661574199</c:v>
                </c:pt>
                <c:pt idx="1496">
                  <c:v>1386.7250991076871</c:v>
                </c:pt>
                <c:pt idx="1497">
                  <c:v>1384.793989105297</c:v>
                </c:pt>
                <c:pt idx="1498">
                  <c:v>1382.8743580783425</c:v>
                </c:pt>
                <c:pt idx="1499">
                  <c:v>1380.9661285298857</c:v>
                </c:pt>
                <c:pt idx="1500">
                  <c:v>1379.0692235334966</c:v>
                </c:pt>
                <c:pt idx="1501">
                  <c:v>1377.1835667288751</c:v>
                </c:pt>
                <c:pt idx="1502">
                  <c:v>1375.3090823174109</c:v>
                </c:pt>
                <c:pt idx="1503">
                  <c:v>1373.4456950578699</c:v>
                </c:pt>
                <c:pt idx="1504">
                  <c:v>1371.5933302620606</c:v>
                </c:pt>
                <c:pt idx="1505">
                  <c:v>1369.751913790577</c:v>
                </c:pt>
                <c:pt idx="1506">
                  <c:v>1367.9213720485295</c:v>
                </c:pt>
                <c:pt idx="1507">
                  <c:v>1366.1016319813232</c:v>
                </c:pt>
                <c:pt idx="1508">
                  <c:v>1364.2926210705182</c:v>
                </c:pt>
                <c:pt idx="1509">
                  <c:v>1362.4942673296375</c:v>
                </c:pt>
                <c:pt idx="1510">
                  <c:v>1360.7064993000902</c:v>
                </c:pt>
                <c:pt idx="1511">
                  <c:v>1358.9292460470754</c:v>
                </c:pt>
                <c:pt idx="1512">
                  <c:v>1357.1624371555367</c:v>
                </c:pt>
                <c:pt idx="1513">
                  <c:v>1355.4060027261405</c:v>
                </c:pt>
                <c:pt idx="1514">
                  <c:v>1353.6598733712929</c:v>
                </c:pt>
                <c:pt idx="1515">
                  <c:v>1351.9239802112154</c:v>
                </c:pt>
                <c:pt idx="1516">
                  <c:v>1350.1982548699782</c:v>
                </c:pt>
                <c:pt idx="1517">
                  <c:v>1348.4826294716554</c:v>
                </c:pt>
                <c:pt idx="1518">
                  <c:v>1346.7770366364234</c:v>
                </c:pt>
                <c:pt idx="1519">
                  <c:v>1345.08140947678</c:v>
                </c:pt>
                <c:pt idx="1520">
                  <c:v>1343.3956815937147</c:v>
                </c:pt>
                <c:pt idx="1521">
                  <c:v>1341.7197870729474</c:v>
                </c:pt>
                <c:pt idx="1522">
                  <c:v>1340.0536604811991</c:v>
                </c:pt>
                <c:pt idx="1523">
                  <c:v>1338.3972368624827</c:v>
                </c:pt>
                <c:pt idx="1524">
                  <c:v>1336.7504517344164</c:v>
                </c:pt>
                <c:pt idx="1525">
                  <c:v>1335.1132410845971</c:v>
                </c:pt>
                <c:pt idx="1526">
                  <c:v>1333.4855413669454</c:v>
                </c:pt>
                <c:pt idx="1527">
                  <c:v>1331.8672894981521</c:v>
                </c:pt>
                <c:pt idx="1528">
                  <c:v>1330.2584228540943</c:v>
                </c:pt>
                <c:pt idx="1529">
                  <c:v>1328.6588792663001</c:v>
                </c:pt>
                <c:pt idx="1530">
                  <c:v>1327.06859701847</c:v>
                </c:pt>
                <c:pt idx="1531">
                  <c:v>1325.487514842951</c:v>
                </c:pt>
                <c:pt idx="1532">
                  <c:v>1323.9155719173352</c:v>
                </c:pt>
                <c:pt idx="1533">
                  <c:v>1322.3527078610023</c:v>
                </c:pt>
                <c:pt idx="1534">
                  <c:v>1320.7988627317432</c:v>
                </c:pt>
                <c:pt idx="1535">
                  <c:v>1319.2539770223771</c:v>
                </c:pt>
                <c:pt idx="1536">
                  <c:v>1317.7179916574257</c:v>
                </c:pt>
                <c:pt idx="1537">
                  <c:v>1316.1908479897918</c:v>
                </c:pt>
                <c:pt idx="1538">
                  <c:v>1314.6724877974432</c:v>
                </c:pt>
                <c:pt idx="1539">
                  <c:v>1313.1628532802072</c:v>
                </c:pt>
                <c:pt idx="1540">
                  <c:v>1311.6618870564705</c:v>
                </c:pt>
                <c:pt idx="1541">
                  <c:v>1310.1695321600153</c:v>
                </c:pt>
                <c:pt idx="1542">
                  <c:v>1308.6857320368015</c:v>
                </c:pt>
                <c:pt idx="1543">
                  <c:v>1307.2104305418231</c:v>
                </c:pt>
                <c:pt idx="1544">
                  <c:v>1305.743571935963</c:v>
                </c:pt>
                <c:pt idx="1545">
                  <c:v>1304.2851008828952</c:v>
                </c:pt>
                <c:pt idx="1546">
                  <c:v>1302.8349624459863</c:v>
                </c:pt>
                <c:pt idx="1547">
                  <c:v>1301.3931020852233</c:v>
                </c:pt>
                <c:pt idx="1548">
                  <c:v>1299.9594656542092</c:v>
                </c:pt>
                <c:pt idx="1549">
                  <c:v>1298.5339993971074</c:v>
                </c:pt>
                <c:pt idx="1550">
                  <c:v>1297.1166499457029</c:v>
                </c:pt>
                <c:pt idx="1551">
                  <c:v>1295.7073643163792</c:v>
                </c:pt>
                <c:pt idx="1552">
                  <c:v>1294.3060899072141</c:v>
                </c:pt>
                <c:pt idx="1553">
                  <c:v>1292.9127744950522</c:v>
                </c:pt>
                <c:pt idx="1554">
                  <c:v>1291.5273662325985</c:v>
                </c:pt>
                <c:pt idx="1555">
                  <c:v>1290.1498136455548</c:v>
                </c:pt>
                <c:pt idx="1556">
                  <c:v>1288.780065629777</c:v>
                </c:pt>
                <c:pt idx="1557">
                  <c:v>1287.4180714484194</c:v>
                </c:pt>
                <c:pt idx="1558">
                  <c:v>1286.0637807291557</c:v>
                </c:pt>
                <c:pt idx="1559">
                  <c:v>1284.7171434613842</c:v>
                </c:pt>
                <c:pt idx="1560">
                  <c:v>1283.378109993469</c:v>
                </c:pt>
                <c:pt idx="1561">
                  <c:v>1282.0466310299978</c:v>
                </c:pt>
                <c:pt idx="1562">
                  <c:v>1280.7226576290566</c:v>
                </c:pt>
                <c:pt idx="1563">
                  <c:v>1279.4061411995579</c:v>
                </c:pt>
                <c:pt idx="1564">
                  <c:v>1278.0970334985329</c:v>
                </c:pt>
                <c:pt idx="1565">
                  <c:v>1276.7952866285036</c:v>
                </c:pt>
                <c:pt idx="1566">
                  <c:v>1275.5008530348412</c:v>
                </c:pt>
                <c:pt idx="1567">
                  <c:v>1274.2136855031331</c:v>
                </c:pt>
                <c:pt idx="1568">
                  <c:v>1272.9337371566355</c:v>
                </c:pt>
                <c:pt idx="1569">
                  <c:v>1271.6609614536569</c:v>
                </c:pt>
                <c:pt idx="1570">
                  <c:v>1270.3953121850329</c:v>
                </c:pt>
                <c:pt idx="1571">
                  <c:v>1269.1367434715785</c:v>
                </c:pt>
                <c:pt idx="1572">
                  <c:v>1267.8852097616143</c:v>
                </c:pt>
                <c:pt idx="1573">
                  <c:v>1266.6406658284127</c:v>
                </c:pt>
                <c:pt idx="1574">
                  <c:v>1265.4030667677866</c:v>
                </c:pt>
                <c:pt idx="1575">
                  <c:v>1264.1723679955987</c:v>
                </c:pt>
                <c:pt idx="1576">
                  <c:v>1262.9485252453546</c:v>
                </c:pt>
                <c:pt idx="1577">
                  <c:v>1261.7314945657704</c:v>
                </c:pt>
                <c:pt idx="1578">
                  <c:v>1260.5212323183757</c:v>
                </c:pt>
                <c:pt idx="1579">
                  <c:v>1259.3176951751668</c:v>
                </c:pt>
                <c:pt idx="1580">
                  <c:v>1258.120840116211</c:v>
                </c:pt>
                <c:pt idx="1581">
                  <c:v>1256.9306244273387</c:v>
                </c:pt>
                <c:pt idx="1582">
                  <c:v>1255.7470056978043</c:v>
                </c:pt>
                <c:pt idx="1583">
                  <c:v>1254.5699418179988</c:v>
                </c:pt>
                <c:pt idx="1584">
                  <c:v>1253.3993909771573</c:v>
                </c:pt>
                <c:pt idx="1585">
                  <c:v>1252.2353116610946</c:v>
                </c:pt>
                <c:pt idx="1586">
                  <c:v>1251.0776626499496</c:v>
                </c:pt>
                <c:pt idx="1587">
                  <c:v>1249.9264030159866</c:v>
                </c:pt>
                <c:pt idx="1588">
                  <c:v>1248.7814921213362</c:v>
                </c:pt>
                <c:pt idx="1589">
                  <c:v>1247.6428896158293</c:v>
                </c:pt>
                <c:pt idx="1590">
                  <c:v>1246.5105554348272</c:v>
                </c:pt>
                <c:pt idx="1591">
                  <c:v>1245.3844497970319</c:v>
                </c:pt>
                <c:pt idx="1592">
                  <c:v>1244.2645332023678</c:v>
                </c:pt>
                <c:pt idx="1593">
                  <c:v>1243.1507664298381</c:v>
                </c:pt>
                <c:pt idx="1594">
                  <c:v>1242.0431105354176</c:v>
                </c:pt>
                <c:pt idx="1595">
                  <c:v>1240.9415268499777</c:v>
                </c:pt>
                <c:pt idx="1596">
                  <c:v>1239.845976977188</c:v>
                </c:pt>
                <c:pt idx="1597">
                  <c:v>1238.7564227914463</c:v>
                </c:pt>
                <c:pt idx="1598">
                  <c:v>1237.6728264358651</c:v>
                </c:pt>
                <c:pt idx="1599">
                  <c:v>1236.595150320228</c:v>
                </c:pt>
                <c:pt idx="1600">
                  <c:v>1235.5233571189688</c:v>
                </c:pt>
                <c:pt idx="1601">
                  <c:v>1234.4574097691848</c:v>
                </c:pt>
                <c:pt idx="1602">
                  <c:v>1233.397271468649</c:v>
                </c:pt>
                <c:pt idx="1603">
                  <c:v>1232.3429056738526</c:v>
                </c:pt>
                <c:pt idx="1604">
                  <c:v>1231.29427609805</c:v>
                </c:pt>
                <c:pt idx="1605">
                  <c:v>1230.2513467093204</c:v>
                </c:pt>
                <c:pt idx="1606">
                  <c:v>1229.214081728654</c:v>
                </c:pt>
                <c:pt idx="1607">
                  <c:v>1228.182445628041</c:v>
                </c:pt>
                <c:pt idx="1608">
                  <c:v>1227.1564031285943</c:v>
                </c:pt>
                <c:pt idx="1609">
                  <c:v>1226.1359191986469</c:v>
                </c:pt>
                <c:pt idx="1610">
                  <c:v>1225.1209590519338</c:v>
                </c:pt>
                <c:pt idx="1611">
                  <c:v>1224.1114881457022</c:v>
                </c:pt>
                <c:pt idx="1612">
                  <c:v>1223.1074721789191</c:v>
                </c:pt>
                <c:pt idx="1613">
                  <c:v>1222.1088770904248</c:v>
                </c:pt>
                <c:pt idx="1614">
                  <c:v>1221.1156690571343</c:v>
                </c:pt>
                <c:pt idx="1615">
                  <c:v>1220.1278144922751</c:v>
                </c:pt>
                <c:pt idx="1616">
                  <c:v>1219.1452800435716</c:v>
                </c:pt>
                <c:pt idx="1617">
                  <c:v>1218.1680325915297</c:v>
                </c:pt>
                <c:pt idx="1618">
                  <c:v>1217.1960392476426</c:v>
                </c:pt>
                <c:pt idx="1619">
                  <c:v>1216.2292673527002</c:v>
                </c:pt>
                <c:pt idx="1620">
                  <c:v>1215.2676844750301</c:v>
                </c:pt>
                <c:pt idx="1621">
                  <c:v>1214.311258408834</c:v>
                </c:pt>
                <c:pt idx="1622">
                  <c:v>1213.3599571724562</c:v>
                </c:pt>
                <c:pt idx="1623">
                  <c:v>1212.4137490067294</c:v>
                </c:pt>
                <c:pt idx="1624">
                  <c:v>1211.4726023732858</c:v>
                </c:pt>
                <c:pt idx="1625">
                  <c:v>1210.5364859529266</c:v>
                </c:pt>
                <c:pt idx="1626">
                  <c:v>1209.6053686439764</c:v>
                </c:pt>
                <c:pt idx="1627">
                  <c:v>1208.6792195606333</c:v>
                </c:pt>
                <c:pt idx="1628">
                  <c:v>1207.7580080313885</c:v>
                </c:pt>
                <c:pt idx="1629">
                  <c:v>1206.8417035973928</c:v>
                </c:pt>
                <c:pt idx="1630">
                  <c:v>1205.930276010886</c:v>
                </c:pt>
                <c:pt idx="1631">
                  <c:v>1205.0236952336113</c:v>
                </c:pt>
                <c:pt idx="1632">
                  <c:v>1204.1219314352509</c:v>
                </c:pt>
                <c:pt idx="1633">
                  <c:v>1203.2249549918752</c:v>
                </c:pt>
                <c:pt idx="1634">
                  <c:v>1202.3327364844029</c:v>
                </c:pt>
                <c:pt idx="1635">
                  <c:v>1201.4452466970661</c:v>
                </c:pt>
                <c:pt idx="1636">
                  <c:v>1200.562456615902</c:v>
                </c:pt>
                <c:pt idx="1637">
                  <c:v>1199.684337427231</c:v>
                </c:pt>
                <c:pt idx="1638">
                  <c:v>1198.8108605161881</c:v>
                </c:pt>
                <c:pt idx="1639">
                  <c:v>1197.9419974652249</c:v>
                </c:pt>
                <c:pt idx="1640">
                  <c:v>1197.0777200526361</c:v>
                </c:pt>
                <c:pt idx="1641">
                  <c:v>1196.2180002511138</c:v>
                </c:pt>
                <c:pt idx="1642">
                  <c:v>1195.3628102262937</c:v>
                </c:pt>
                <c:pt idx="1643">
                  <c:v>1194.5121223353094</c:v>
                </c:pt>
                <c:pt idx="1644">
                  <c:v>1193.6659091253887</c:v>
                </c:pt>
                <c:pt idx="1645">
                  <c:v>1192.8241433324179</c:v>
                </c:pt>
                <c:pt idx="1646">
                  <c:v>1191.9867978795546</c:v>
                </c:pt>
                <c:pt idx="1647">
                  <c:v>1191.1538458758303</c:v>
                </c:pt>
                <c:pt idx="1648">
                  <c:v>1190.3252606147655</c:v>
                </c:pt>
                <c:pt idx="1649">
                  <c:v>1189.5010155730045</c:v>
                </c:pt>
                <c:pt idx="1650">
                  <c:v>1188.681084408948</c:v>
                </c:pt>
                <c:pt idx="1651">
                  <c:v>1187.8654409614176</c:v>
                </c:pt>
                <c:pt idx="1652">
                  <c:v>1187.0540592483082</c:v>
                </c:pt>
                <c:pt idx="1653">
                  <c:v>1186.2469134652558</c:v>
                </c:pt>
                <c:pt idx="1654">
                  <c:v>1185.443977984331</c:v>
                </c:pt>
                <c:pt idx="1655">
                  <c:v>1184.6452273527166</c:v>
                </c:pt>
                <c:pt idx="1656">
                  <c:v>1183.8506362914288</c:v>
                </c:pt>
                <c:pt idx="1657">
                  <c:v>1183.0601796940048</c:v>
                </c:pt>
                <c:pt idx="1658">
                  <c:v>1182.2738326252559</c:v>
                </c:pt>
                <c:pt idx="1659">
                  <c:v>1181.4915703199713</c:v>
                </c:pt>
                <c:pt idx="1660">
                  <c:v>1180.7133681816788</c:v>
                </c:pt>
                <c:pt idx="1661">
                  <c:v>1179.9392017813902</c:v>
                </c:pt>
                <c:pt idx="1662">
                  <c:v>1179.1690468563595</c:v>
                </c:pt>
                <c:pt idx="1663">
                  <c:v>1178.4028793088667</c:v>
                </c:pt>
                <c:pt idx="1664">
                  <c:v>1177.640675204977</c:v>
                </c:pt>
                <c:pt idx="1665">
                  <c:v>1176.8824107733599</c:v>
                </c:pt>
                <c:pt idx="1666">
                  <c:v>1176.1280624040658</c:v>
                </c:pt>
                <c:pt idx="1667">
                  <c:v>1175.3776066473349</c:v>
                </c:pt>
                <c:pt idx="1668">
                  <c:v>1174.6310202124375</c:v>
                </c:pt>
                <c:pt idx="1669">
                  <c:v>1173.8882799664782</c:v>
                </c:pt>
                <c:pt idx="1670">
                  <c:v>1173.1493629332442</c:v>
                </c:pt>
                <c:pt idx="1671">
                  <c:v>1172.4142462920397</c:v>
                </c:pt>
                <c:pt idx="1672">
                  <c:v>1171.6829073765623</c:v>
                </c:pt>
                <c:pt idx="1673">
                  <c:v>1170.9553236737322</c:v>
                </c:pt>
                <c:pt idx="1674">
                  <c:v>1170.2314728226074</c:v>
                </c:pt>
                <c:pt idx="1675">
                  <c:v>1169.5113326132271</c:v>
                </c:pt>
                <c:pt idx="1676">
                  <c:v>1168.7948809855136</c:v>
                </c:pt>
                <c:pt idx="1677">
                  <c:v>1168.0820960281803</c:v>
                </c:pt>
                <c:pt idx="1678">
                  <c:v>1167.3729559776191</c:v>
                </c:pt>
                <c:pt idx="1679">
                  <c:v>1166.6674392168325</c:v>
                </c:pt>
                <c:pt idx="1680">
                  <c:v>1165.9655242743577</c:v>
                </c:pt>
                <c:pt idx="1681">
                  <c:v>1165.2671898231749</c:v>
                </c:pt>
                <c:pt idx="1682">
                  <c:v>1164.5724146796754</c:v>
                </c:pt>
                <c:pt idx="1683">
                  <c:v>1163.8811778025979</c:v>
                </c:pt>
                <c:pt idx="1684">
                  <c:v>1163.1934582919737</c:v>
                </c:pt>
                <c:pt idx="1685">
                  <c:v>1162.5092353881109</c:v>
                </c:pt>
                <c:pt idx="1686">
                  <c:v>1161.8284884705554</c:v>
                </c:pt>
                <c:pt idx="1687">
                  <c:v>1161.1511970570746</c:v>
                </c:pt>
                <c:pt idx="1688">
                  <c:v>1160.4773408026442</c:v>
                </c:pt>
                <c:pt idx="1689">
                  <c:v>1159.8068994984449</c:v>
                </c:pt>
                <c:pt idx="1690">
                  <c:v>1159.1398530708559</c:v>
                </c:pt>
                <c:pt idx="1691">
                  <c:v>1158.4761815804923</c:v>
                </c:pt>
                <c:pt idx="1692">
                  <c:v>1157.8158652211885</c:v>
                </c:pt>
                <c:pt idx="1693">
                  <c:v>1157.158884319058</c:v>
                </c:pt>
                <c:pt idx="1694">
                  <c:v>1156.5052193315078</c:v>
                </c:pt>
                <c:pt idx="1695">
                  <c:v>1155.8548508462854</c:v>
                </c:pt>
                <c:pt idx="1696">
                  <c:v>1155.2077595805208</c:v>
                </c:pt>
                <c:pt idx="1697">
                  <c:v>1154.5639263798014</c:v>
                </c:pt>
                <c:pt idx="1698">
                  <c:v>1153.9233322172133</c:v>
                </c:pt>
                <c:pt idx="1699">
                  <c:v>1153.2859581924222</c:v>
                </c:pt>
                <c:pt idx="1700">
                  <c:v>1152.6517855307557</c:v>
                </c:pt>
                <c:pt idx="1701">
                  <c:v>1152.0207955822764</c:v>
                </c:pt>
                <c:pt idx="1702">
                  <c:v>1151.3929698208792</c:v>
                </c:pt>
                <c:pt idx="1703">
                  <c:v>1150.7682898434064</c:v>
                </c:pt>
                <c:pt idx="1704">
                  <c:v>1150.1467373687185</c:v>
                </c:pt>
                <c:pt idx="1705">
                  <c:v>1149.528294236834</c:v>
                </c:pt>
                <c:pt idx="1706">
                  <c:v>1148.9129424080472</c:v>
                </c:pt>
                <c:pt idx="1707">
                  <c:v>1148.3006639620394</c:v>
                </c:pt>
                <c:pt idx="1708">
                  <c:v>1147.6914410970314</c:v>
                </c:pt>
                <c:pt idx="1709">
                  <c:v>1147.0852561289037</c:v>
                </c:pt>
                <c:pt idx="1710">
                  <c:v>1146.4820914903514</c:v>
                </c:pt>
                <c:pt idx="1711">
                  <c:v>1145.8819297300479</c:v>
                </c:pt>
                <c:pt idx="1712">
                  <c:v>1145.2847535117814</c:v>
                </c:pt>
                <c:pt idx="1713">
                  <c:v>1144.6905456136399</c:v>
                </c:pt>
                <c:pt idx="1714">
                  <c:v>1144.0992889271756</c:v>
                </c:pt>
                <c:pt idx="1715">
                  <c:v>1143.5109664565819</c:v>
                </c:pt>
                <c:pt idx="1716">
                  <c:v>1142.9255613178764</c:v>
                </c:pt>
                <c:pt idx="1717">
                  <c:v>1142.3430567381072</c:v>
                </c:pt>
                <c:pt idx="1718">
                  <c:v>1141.7634360545262</c:v>
                </c:pt>
                <c:pt idx="1719">
                  <c:v>1141.1866827138126</c:v>
                </c:pt>
                <c:pt idx="1720">
                  <c:v>1140.6127802712685</c:v>
                </c:pt>
                <c:pt idx="1721">
                  <c:v>1140.0417123900449</c:v>
                </c:pt>
                <c:pt idx="1722">
                  <c:v>1139.4734628403578</c:v>
                </c:pt>
                <c:pt idx="1723">
                  <c:v>1138.908015498713</c:v>
                </c:pt>
                <c:pt idx="1724">
                  <c:v>1138.3453543471473</c:v>
                </c:pt>
                <c:pt idx="1725">
                  <c:v>1137.7854634724604</c:v>
                </c:pt>
                <c:pt idx="1726">
                  <c:v>1137.2283270654589</c:v>
                </c:pt>
                <c:pt idx="1727">
                  <c:v>1136.6739294202225</c:v>
                </c:pt>
                <c:pt idx="1728">
                  <c:v>1136.1222549333381</c:v>
                </c:pt>
                <c:pt idx="1729">
                  <c:v>1135.5732881031736</c:v>
                </c:pt>
                <c:pt idx="1730">
                  <c:v>1135.0270135291455</c:v>
                </c:pt>
                <c:pt idx="1731">
                  <c:v>1134.4834159110032</c:v>
                </c:pt>
                <c:pt idx="1732">
                  <c:v>1133.9424800480783</c:v>
                </c:pt>
                <c:pt idx="1733">
                  <c:v>1133.4041908386</c:v>
                </c:pt>
                <c:pt idx="1734">
                  <c:v>1132.8685332789653</c:v>
                </c:pt>
                <c:pt idx="1735">
                  <c:v>1132.3354924630441</c:v>
                </c:pt>
                <c:pt idx="1736">
                  <c:v>1131.8050535814762</c:v>
                </c:pt>
                <c:pt idx="1737">
                  <c:v>1131.2772019209776</c:v>
                </c:pt>
                <c:pt idx="1738">
                  <c:v>1130.7519228636531</c:v>
                </c:pt>
                <c:pt idx="1739">
                  <c:v>1130.2292018863134</c:v>
                </c:pt>
                <c:pt idx="1740">
                  <c:v>1129.7090245597924</c:v>
                </c:pt>
                <c:pt idx="1741">
                  <c:v>1129.1913765482811</c:v>
                </c:pt>
                <c:pt idx="1742">
                  <c:v>1128.6762436086506</c:v>
                </c:pt>
                <c:pt idx="1743">
                  <c:v>1128.1636115897984</c:v>
                </c:pt>
                <c:pt idx="1744">
                  <c:v>1127.6534664319884</c:v>
                </c:pt>
                <c:pt idx="1745">
                  <c:v>1127.1457941661893</c:v>
                </c:pt>
                <c:pt idx="1746">
                  <c:v>1126.6405809134401</c:v>
                </c:pt>
                <c:pt idx="1747">
                  <c:v>1126.1378128842023</c:v>
                </c:pt>
                <c:pt idx="1748">
                  <c:v>1125.6374763777094</c:v>
                </c:pt>
                <c:pt idx="1749">
                  <c:v>1125.1395577813576</c:v>
                </c:pt>
                <c:pt idx="1750">
                  <c:v>1124.6440435700583</c:v>
                </c:pt>
                <c:pt idx="1751">
                  <c:v>1124.1509203056203</c:v>
                </c:pt>
                <c:pt idx="1752">
                  <c:v>1123.6601746361332</c:v>
                </c:pt>
                <c:pt idx="1753">
                  <c:v>1123.1717932953488</c:v>
                </c:pt>
                <c:pt idx="1754">
                  <c:v>1122.685763102076</c:v>
                </c:pt>
                <c:pt idx="1755">
                  <c:v>1122.2020709595774</c:v>
                </c:pt>
                <c:pt idx="1756">
                  <c:v>1121.7207038549598</c:v>
                </c:pt>
                <c:pt idx="1757">
                  <c:v>1121.2416488585845</c:v>
                </c:pt>
                <c:pt idx="1758">
                  <c:v>1120.7648931234803</c:v>
                </c:pt>
                <c:pt idx="1759">
                  <c:v>1120.2904238847448</c:v>
                </c:pt>
                <c:pt idx="1760">
                  <c:v>1119.8182284589795</c:v>
                </c:pt>
                <c:pt idx="1761">
                  <c:v>1119.348294243696</c:v>
                </c:pt>
                <c:pt idx="1762">
                  <c:v>1118.8806087167447</c:v>
                </c:pt>
                <c:pt idx="1763">
                  <c:v>1118.4151594357595</c:v>
                </c:pt>
                <c:pt idx="1764">
                  <c:v>1117.9519340375712</c:v>
                </c:pt>
                <c:pt idx="1765">
                  <c:v>1117.4909202376639</c:v>
                </c:pt>
                <c:pt idx="1766">
                  <c:v>1117.0321058296179</c:v>
                </c:pt>
                <c:pt idx="1767">
                  <c:v>1116.5754786845396</c:v>
                </c:pt>
                <c:pt idx="1768">
                  <c:v>1116.1210267505414</c:v>
                </c:pt>
                <c:pt idx="1769">
                  <c:v>1115.6687380521741</c:v>
                </c:pt>
                <c:pt idx="1770">
                  <c:v>1115.2186006898944</c:v>
                </c:pt>
                <c:pt idx="1771">
                  <c:v>1114.7706028395373</c:v>
                </c:pt>
                <c:pt idx="1772">
                  <c:v>1114.3247327517756</c:v>
                </c:pt>
                <c:pt idx="1773">
                  <c:v>1113.8809787515941</c:v>
                </c:pt>
                <c:pt idx="1774">
                  <c:v>1113.4393292377617</c:v>
                </c:pt>
                <c:pt idx="1775">
                  <c:v>1112.9997726823299</c:v>
                </c:pt>
                <c:pt idx="1776">
                  <c:v>1112.5622976300886</c:v>
                </c:pt>
                <c:pt idx="1777">
                  <c:v>1112.1268926980752</c:v>
                </c:pt>
                <c:pt idx="1778">
                  <c:v>1111.6935465750687</c:v>
                </c:pt>
                <c:pt idx="1779">
                  <c:v>1111.262248021063</c:v>
                </c:pt>
                <c:pt idx="1780">
                  <c:v>1110.8329858667912</c:v>
                </c:pt>
                <c:pt idx="1781">
                  <c:v>1110.4057490132129</c:v>
                </c:pt>
                <c:pt idx="1782">
                  <c:v>1109.9805264310323</c:v>
                </c:pt>
                <c:pt idx="1783">
                  <c:v>1109.5573071602016</c:v>
                </c:pt>
                <c:pt idx="1784">
                  <c:v>1109.1360803094356</c:v>
                </c:pt>
                <c:pt idx="1785">
                  <c:v>1108.7168350557342</c:v>
                </c:pt>
                <c:pt idx="1786">
                  <c:v>1108.2995606439019</c:v>
                </c:pt>
                <c:pt idx="1787">
                  <c:v>1107.8842463860724</c:v>
                </c:pt>
                <c:pt idx="1788">
                  <c:v>1107.4708816612363</c:v>
                </c:pt>
                <c:pt idx="1789">
                  <c:v>1107.0594559147792</c:v>
                </c:pt>
                <c:pt idx="1790">
                  <c:v>1106.6499586580155</c:v>
                </c:pt>
                <c:pt idx="1791">
                  <c:v>1106.2423794677177</c:v>
                </c:pt>
                <c:pt idx="1792">
                  <c:v>1105.8367079856775</c:v>
                </c:pt>
                <c:pt idx="1793">
                  <c:v>1105.4329339182366</c:v>
                </c:pt>
                <c:pt idx="1794">
                  <c:v>1105.0310470358443</c:v>
                </c:pt>
                <c:pt idx="1795">
                  <c:v>1104.6310371726104</c:v>
                </c:pt>
                <c:pt idx="1796">
                  <c:v>1104.2328942258562</c:v>
                </c:pt>
                <c:pt idx="1797">
                  <c:v>1103.8366081556824</c:v>
                </c:pt>
                <c:pt idx="1798">
                  <c:v>1103.4421689845208</c:v>
                </c:pt>
                <c:pt idx="1799">
                  <c:v>1103.0495667967184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C6-4C4A-98A5-A519F8A80A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900813440"/>
        <c:axId val="-1590779328"/>
      </c:lineChart>
      <c:catAx>
        <c:axId val="-1900813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tx1"/>
                    </a:solidFill>
                  </a:rPr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590779328"/>
        <c:crosses val="autoZero"/>
        <c:auto val="1"/>
        <c:lblAlgn val="ctr"/>
        <c:lblOffset val="100"/>
        <c:tickMarkSkip val="1"/>
        <c:noMultiLvlLbl val="0"/>
      </c:catAx>
      <c:valAx>
        <c:axId val="-1590779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 b="0" dirty="0">
                    <a:solidFill>
                      <a:schemeClr val="tx1"/>
                    </a:solidFill>
                  </a:rPr>
                  <a:t>C</a:t>
                </a:r>
                <a:r>
                  <a:rPr lang="en-IN" sz="2000" b="0" i="0" u="none" strike="noStrike" baseline="0" dirty="0">
                    <a:solidFill>
                      <a:schemeClr val="tx1"/>
                    </a:solidFill>
                    <a:effectLst/>
                  </a:rPr>
                  <a:t>O</a:t>
                </a:r>
                <a:r>
                  <a:rPr lang="en-IN" sz="2000" b="0" i="0" u="none" strike="noStrike" baseline="-25000" dirty="0">
                    <a:solidFill>
                      <a:schemeClr val="tx1"/>
                    </a:solidFill>
                    <a:effectLst/>
                  </a:rPr>
                  <a:t>2</a:t>
                </a:r>
                <a:r>
                  <a:rPr lang="en-IN" sz="2000" b="0" dirty="0">
                    <a:solidFill>
                      <a:schemeClr val="tx1"/>
                    </a:solidFill>
                  </a:rPr>
                  <a:t>  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0081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D4522B-BC8A-420B-9BAE-ACF3AC08A860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C2EEFF-1DE6-4A51-87AE-5B558349A67E}">
      <dgm:prSet phldrT="[Text]" custT="1"/>
      <dgm:spPr/>
      <dgm:t>
        <a:bodyPr/>
        <a:lstStyle/>
        <a:p>
          <a:r>
            <a:rPr lang="en-US" sz="1800" dirty="0"/>
            <a:t>Generated Data</a:t>
          </a:r>
          <a:endParaRPr lang="en-IN" sz="1800" dirty="0"/>
        </a:p>
      </dgm:t>
    </dgm:pt>
    <dgm:pt modelId="{3AD5BDF9-C363-4D02-A509-197E30192328}" type="parTrans" cxnId="{098AD728-14E8-4959-BBC3-633CB95A518E}">
      <dgm:prSet/>
      <dgm:spPr/>
      <dgm:t>
        <a:bodyPr/>
        <a:lstStyle/>
        <a:p>
          <a:endParaRPr lang="en-IN" sz="1600"/>
        </a:p>
      </dgm:t>
    </dgm:pt>
    <dgm:pt modelId="{3D367535-8CFB-491C-B996-9AC38ACCBABA}" type="sibTrans" cxnId="{098AD728-14E8-4959-BBC3-633CB95A518E}">
      <dgm:prSet/>
      <dgm:spPr/>
      <dgm:t>
        <a:bodyPr/>
        <a:lstStyle/>
        <a:p>
          <a:endParaRPr lang="en-IN" sz="1600"/>
        </a:p>
      </dgm:t>
    </dgm:pt>
    <dgm:pt modelId="{ABE2FE02-DD01-4346-9BB9-05097107A3E2}">
      <dgm:prSet phldrT="[Text]" custT="1"/>
      <dgm:spPr/>
      <dgm:t>
        <a:bodyPr/>
        <a:lstStyle/>
        <a:p>
          <a:r>
            <a:rPr lang="en-US" sz="1800" dirty="0"/>
            <a:t>10800 Data Points</a:t>
          </a:r>
          <a:endParaRPr lang="en-IN" sz="1800" dirty="0"/>
        </a:p>
      </dgm:t>
    </dgm:pt>
    <dgm:pt modelId="{F86BBDD6-5CA9-494B-944F-5051F80B98EA}" type="parTrans" cxnId="{50DFA4DC-3E84-4D62-B16C-72DE67354387}">
      <dgm:prSet/>
      <dgm:spPr/>
      <dgm:t>
        <a:bodyPr/>
        <a:lstStyle/>
        <a:p>
          <a:endParaRPr lang="en-IN" sz="1600"/>
        </a:p>
      </dgm:t>
    </dgm:pt>
    <dgm:pt modelId="{48C42273-4ABD-4F23-9D53-1EFE0BC21326}" type="sibTrans" cxnId="{50DFA4DC-3E84-4D62-B16C-72DE67354387}">
      <dgm:prSet/>
      <dgm:spPr/>
      <dgm:t>
        <a:bodyPr/>
        <a:lstStyle/>
        <a:p>
          <a:endParaRPr lang="en-IN" sz="1600"/>
        </a:p>
      </dgm:t>
    </dgm:pt>
    <dgm:pt modelId="{B3EABF5B-9FC8-42FB-B46D-C87E1BEF8945}">
      <dgm:prSet phldrT="[Text]" custT="1"/>
      <dgm:spPr/>
      <dgm:t>
        <a:bodyPr/>
        <a:lstStyle/>
        <a:p>
          <a:r>
            <a:rPr lang="en-US" sz="2000" dirty="0"/>
            <a:t>Adaptive Storage</a:t>
          </a:r>
          <a:endParaRPr lang="en-IN" sz="2000" dirty="0"/>
        </a:p>
      </dgm:t>
    </dgm:pt>
    <dgm:pt modelId="{C810246A-FD23-4455-9802-EA21C32946C0}" type="parTrans" cxnId="{B958C063-133C-41B3-B0CA-C4A367BD40B5}">
      <dgm:prSet/>
      <dgm:spPr/>
      <dgm:t>
        <a:bodyPr/>
        <a:lstStyle/>
        <a:p>
          <a:endParaRPr lang="en-IN" sz="1600"/>
        </a:p>
      </dgm:t>
    </dgm:pt>
    <dgm:pt modelId="{F8E7DB25-0587-48EC-BBEE-B9633A57A788}" type="sibTrans" cxnId="{B958C063-133C-41B3-B0CA-C4A367BD40B5}">
      <dgm:prSet/>
      <dgm:spPr/>
      <dgm:t>
        <a:bodyPr/>
        <a:lstStyle/>
        <a:p>
          <a:endParaRPr lang="en-IN" sz="1600"/>
        </a:p>
      </dgm:t>
    </dgm:pt>
    <dgm:pt modelId="{5FF62F36-470C-4E17-A939-A53C9DBF91E1}">
      <dgm:prSet phldrT="[Text]" custT="1"/>
      <dgm:spPr/>
      <dgm:t>
        <a:bodyPr/>
        <a:lstStyle/>
        <a:p>
          <a:r>
            <a:rPr lang="en-US" sz="2000" dirty="0"/>
            <a:t>282 Data Points Stored</a:t>
          </a:r>
          <a:endParaRPr lang="en-IN" sz="2000" dirty="0"/>
        </a:p>
      </dgm:t>
    </dgm:pt>
    <dgm:pt modelId="{E0CCFC64-35CD-4386-9A30-B2F9F7AA147A}" type="parTrans" cxnId="{4CD026D0-96B9-4660-B71B-727C1DD67892}">
      <dgm:prSet/>
      <dgm:spPr/>
      <dgm:t>
        <a:bodyPr/>
        <a:lstStyle/>
        <a:p>
          <a:endParaRPr lang="en-IN" sz="1600"/>
        </a:p>
      </dgm:t>
    </dgm:pt>
    <dgm:pt modelId="{15450B16-C884-44A6-B16E-44DE21FD4887}" type="sibTrans" cxnId="{4CD026D0-96B9-4660-B71B-727C1DD67892}">
      <dgm:prSet/>
      <dgm:spPr/>
      <dgm:t>
        <a:bodyPr/>
        <a:lstStyle/>
        <a:p>
          <a:endParaRPr lang="en-IN" sz="1600"/>
        </a:p>
      </dgm:t>
    </dgm:pt>
    <dgm:pt modelId="{6D6ED32C-07DC-4EC6-B103-55E72C00842F}">
      <dgm:prSet phldrT="[Text]" custT="1"/>
      <dgm:spPr/>
      <dgm:t>
        <a:bodyPr/>
        <a:lstStyle/>
        <a:p>
          <a:r>
            <a:rPr lang="en-US" sz="1800" dirty="0"/>
            <a:t>Final file size with </a:t>
          </a:r>
          <a:r>
            <a:rPr lang="en-US" sz="1800" dirty="0" err="1"/>
            <a:t>InfluxDB’s</a:t>
          </a:r>
          <a:r>
            <a:rPr lang="en-US" sz="1800" dirty="0"/>
            <a:t> compression</a:t>
          </a:r>
          <a:endParaRPr lang="en-IN" sz="1800" dirty="0"/>
        </a:p>
      </dgm:t>
    </dgm:pt>
    <dgm:pt modelId="{E8C1208C-699C-4E46-8327-6E8B1F2B929B}" type="parTrans" cxnId="{BD6E3770-BB7F-43BC-ACC9-0ACF86D7299A}">
      <dgm:prSet/>
      <dgm:spPr/>
      <dgm:t>
        <a:bodyPr/>
        <a:lstStyle/>
        <a:p>
          <a:endParaRPr lang="en-IN" sz="1600"/>
        </a:p>
      </dgm:t>
    </dgm:pt>
    <dgm:pt modelId="{B556838E-B04A-4822-89A2-8D19A70BBD97}" type="sibTrans" cxnId="{BD6E3770-BB7F-43BC-ACC9-0ACF86D7299A}">
      <dgm:prSet/>
      <dgm:spPr/>
      <dgm:t>
        <a:bodyPr/>
        <a:lstStyle/>
        <a:p>
          <a:endParaRPr lang="en-IN" sz="1600"/>
        </a:p>
      </dgm:t>
    </dgm:pt>
    <dgm:pt modelId="{DF748D37-BBFE-4FB4-9F0B-CE4A480D8576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92D050"/>
        </a:solidFill>
      </dgm:spPr>
      <dgm:t>
        <a:bodyPr/>
        <a:lstStyle/>
        <a:p>
          <a:r>
            <a:rPr lang="en-US" sz="2000" dirty="0"/>
            <a:t>2367 bytes</a:t>
          </a:r>
          <a:endParaRPr lang="en-IN" sz="2000" dirty="0"/>
        </a:p>
      </dgm:t>
    </dgm:pt>
    <dgm:pt modelId="{FB7F1C34-0866-4BA1-9C5F-7898045F362F}" type="parTrans" cxnId="{4C39366C-7F73-48A1-878F-A9CE719B2F80}">
      <dgm:prSet/>
      <dgm:spPr/>
      <dgm:t>
        <a:bodyPr/>
        <a:lstStyle/>
        <a:p>
          <a:endParaRPr lang="en-IN" sz="1600"/>
        </a:p>
      </dgm:t>
    </dgm:pt>
    <dgm:pt modelId="{57774872-1DC3-4E58-9118-19613BFDE9C6}" type="sibTrans" cxnId="{4C39366C-7F73-48A1-878F-A9CE719B2F80}">
      <dgm:prSet/>
      <dgm:spPr/>
      <dgm:t>
        <a:bodyPr/>
        <a:lstStyle/>
        <a:p>
          <a:endParaRPr lang="en-IN" sz="1600"/>
        </a:p>
      </dgm:t>
    </dgm:pt>
    <dgm:pt modelId="{63F0E923-18D3-4046-B741-ED87F3CD49D1}">
      <dgm:prSet phldrT="[Text]" custT="1"/>
      <dgm:spPr/>
      <dgm:t>
        <a:bodyPr/>
        <a:lstStyle/>
        <a:p>
          <a:r>
            <a:rPr lang="en-US" sz="1800" dirty="0"/>
            <a:t>File size in </a:t>
          </a:r>
          <a:r>
            <a:rPr lang="en-US" sz="1800" dirty="0" err="1"/>
            <a:t>InfluxDB</a:t>
          </a:r>
          <a:r>
            <a:rPr lang="en-US" sz="1800" dirty="0"/>
            <a:t>  before compression</a:t>
          </a:r>
          <a:endParaRPr lang="en-IN" sz="1800" dirty="0"/>
        </a:p>
      </dgm:t>
    </dgm:pt>
    <dgm:pt modelId="{E67B2C44-6449-4E77-8C93-3E20987C3212}" type="parTrans" cxnId="{B1E22E66-3EEC-4638-B2C9-30B2D7645D00}">
      <dgm:prSet/>
      <dgm:spPr/>
      <dgm:t>
        <a:bodyPr/>
        <a:lstStyle/>
        <a:p>
          <a:endParaRPr lang="en-IN"/>
        </a:p>
      </dgm:t>
    </dgm:pt>
    <dgm:pt modelId="{BBA84941-9BE8-493F-B631-78D6586B5485}" type="sibTrans" cxnId="{B1E22E66-3EEC-4638-B2C9-30B2D7645D00}">
      <dgm:prSet/>
      <dgm:spPr/>
      <dgm:t>
        <a:bodyPr/>
        <a:lstStyle/>
        <a:p>
          <a:endParaRPr lang="en-IN"/>
        </a:p>
      </dgm:t>
    </dgm:pt>
    <dgm:pt modelId="{478B6C23-43C5-4F94-BDE1-413433579DEC}">
      <dgm:prSet phldrT="[Text]" custT="1"/>
      <dgm:spPr/>
      <dgm:t>
        <a:bodyPr/>
        <a:lstStyle/>
        <a:p>
          <a:r>
            <a:rPr lang="en-US" sz="1400" dirty="0"/>
            <a:t>4819 bytes</a:t>
          </a:r>
          <a:endParaRPr lang="en-IN" sz="1400" dirty="0"/>
        </a:p>
      </dgm:t>
    </dgm:pt>
    <dgm:pt modelId="{2A5FB1CB-23ED-43D7-9088-C18FAE8A53EA}" type="parTrans" cxnId="{EDB98B0A-7F08-4741-A4F8-54F35873985C}">
      <dgm:prSet/>
      <dgm:spPr/>
      <dgm:t>
        <a:bodyPr/>
        <a:lstStyle/>
        <a:p>
          <a:endParaRPr lang="en-IN"/>
        </a:p>
      </dgm:t>
    </dgm:pt>
    <dgm:pt modelId="{4E033A11-3A4E-4605-AE36-B8130158A9E1}" type="sibTrans" cxnId="{EDB98B0A-7F08-4741-A4F8-54F35873985C}">
      <dgm:prSet/>
      <dgm:spPr/>
      <dgm:t>
        <a:bodyPr/>
        <a:lstStyle/>
        <a:p>
          <a:endParaRPr lang="en-IN"/>
        </a:p>
      </dgm:t>
    </dgm:pt>
    <dgm:pt modelId="{C4788DEA-D683-4B3E-830B-C066B101DCE5}" type="pres">
      <dgm:prSet presAssocID="{DED4522B-BC8A-420B-9BAE-ACF3AC08A860}" presName="rootnode" presStyleCnt="0">
        <dgm:presLayoutVars>
          <dgm:chMax/>
          <dgm:chPref/>
          <dgm:dir/>
          <dgm:animLvl val="lvl"/>
        </dgm:presLayoutVars>
      </dgm:prSet>
      <dgm:spPr/>
    </dgm:pt>
    <dgm:pt modelId="{871051EF-8247-4B60-BCD6-35D35E36821C}" type="pres">
      <dgm:prSet presAssocID="{62C2EEFF-1DE6-4A51-87AE-5B558349A67E}" presName="composite" presStyleCnt="0"/>
      <dgm:spPr/>
    </dgm:pt>
    <dgm:pt modelId="{14B230C6-2785-4E9D-9A3D-A551E924E5F3}" type="pres">
      <dgm:prSet presAssocID="{62C2EEFF-1DE6-4A51-87AE-5B558349A67E}" presName="bentUpArrow1" presStyleLbl="alignImgPlace1" presStyleIdx="0" presStyleCnt="3"/>
      <dgm:spPr/>
    </dgm:pt>
    <dgm:pt modelId="{3689BD84-8922-4449-B5C0-1D5C4C24C413}" type="pres">
      <dgm:prSet presAssocID="{62C2EEFF-1DE6-4A51-87AE-5B558349A67E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596B2466-5813-4A7A-AE10-66F1DA6AA558}" type="pres">
      <dgm:prSet presAssocID="{62C2EEFF-1DE6-4A51-87AE-5B558349A67E}" presName="ChildText" presStyleLbl="revTx" presStyleIdx="0" presStyleCnt="4" custScaleX="212778" custLinFactNeighborX="53654">
        <dgm:presLayoutVars>
          <dgm:chMax val="0"/>
          <dgm:chPref val="0"/>
          <dgm:bulletEnabled val="1"/>
        </dgm:presLayoutVars>
      </dgm:prSet>
      <dgm:spPr/>
    </dgm:pt>
    <dgm:pt modelId="{6DE8DFBF-310B-48EB-9408-BE1DC69AC52B}" type="pres">
      <dgm:prSet presAssocID="{3D367535-8CFB-491C-B996-9AC38ACCBABA}" presName="sibTrans" presStyleCnt="0"/>
      <dgm:spPr/>
    </dgm:pt>
    <dgm:pt modelId="{FB40B2DA-1667-44EC-A0FD-E67D9C9870AC}" type="pres">
      <dgm:prSet presAssocID="{B3EABF5B-9FC8-42FB-B46D-C87E1BEF8945}" presName="composite" presStyleCnt="0"/>
      <dgm:spPr/>
    </dgm:pt>
    <dgm:pt modelId="{0225F325-6FA9-46D0-ADD4-653AA542FA73}" type="pres">
      <dgm:prSet presAssocID="{B3EABF5B-9FC8-42FB-B46D-C87E1BEF8945}" presName="bentUpArrow1" presStyleLbl="alignImgPlace1" presStyleIdx="1" presStyleCnt="3"/>
      <dgm:spPr/>
    </dgm:pt>
    <dgm:pt modelId="{A4322A8D-9ED7-45C3-B765-1A1CBF49BB81}" type="pres">
      <dgm:prSet presAssocID="{B3EABF5B-9FC8-42FB-B46D-C87E1BEF8945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6DC8A492-919A-4C49-8CF7-86F40005D24D}" type="pres">
      <dgm:prSet presAssocID="{B3EABF5B-9FC8-42FB-B46D-C87E1BEF8945}" presName="ChildText" presStyleLbl="revTx" presStyleIdx="1" presStyleCnt="4" custScaleX="226621" custLinFactNeighborX="62885">
        <dgm:presLayoutVars>
          <dgm:chMax val="0"/>
          <dgm:chPref val="0"/>
          <dgm:bulletEnabled val="1"/>
        </dgm:presLayoutVars>
      </dgm:prSet>
      <dgm:spPr/>
    </dgm:pt>
    <dgm:pt modelId="{D6BC640D-9B44-436C-B006-73B1D4ED2C5A}" type="pres">
      <dgm:prSet presAssocID="{F8E7DB25-0587-48EC-BBEE-B9633A57A788}" presName="sibTrans" presStyleCnt="0"/>
      <dgm:spPr/>
    </dgm:pt>
    <dgm:pt modelId="{9B0F96D0-6F21-458A-9455-768C220B7875}" type="pres">
      <dgm:prSet presAssocID="{63F0E923-18D3-4046-B741-ED87F3CD49D1}" presName="composite" presStyleCnt="0"/>
      <dgm:spPr/>
    </dgm:pt>
    <dgm:pt modelId="{018DF0E4-EA86-4F9A-8F6C-F15A1170CB19}" type="pres">
      <dgm:prSet presAssocID="{63F0E923-18D3-4046-B741-ED87F3CD49D1}" presName="bentUpArrow1" presStyleLbl="alignImgPlace1" presStyleIdx="2" presStyleCnt="3" custLinFactNeighborX="-29798"/>
      <dgm:spPr/>
    </dgm:pt>
    <dgm:pt modelId="{C1D3B04A-7330-4AEE-B138-A162D133F78E}" type="pres">
      <dgm:prSet presAssocID="{63F0E923-18D3-4046-B741-ED87F3CD49D1}" presName="ParentText" presStyleLbl="node1" presStyleIdx="2" presStyleCnt="4" custScaleX="134221" custLinFactNeighborX="-20152">
        <dgm:presLayoutVars>
          <dgm:chMax val="1"/>
          <dgm:chPref val="1"/>
          <dgm:bulletEnabled val="1"/>
        </dgm:presLayoutVars>
      </dgm:prSet>
      <dgm:spPr/>
    </dgm:pt>
    <dgm:pt modelId="{F81488DF-5DA9-4A12-AE5F-ABDECA9179B4}" type="pres">
      <dgm:prSet presAssocID="{63F0E923-18D3-4046-B741-ED87F3CD49D1}" presName="ChildText" presStyleLbl="revTx" presStyleIdx="2" presStyleCnt="4" custLinFactNeighborX="9281">
        <dgm:presLayoutVars>
          <dgm:chMax val="0"/>
          <dgm:chPref val="0"/>
          <dgm:bulletEnabled val="1"/>
        </dgm:presLayoutVars>
      </dgm:prSet>
      <dgm:spPr/>
    </dgm:pt>
    <dgm:pt modelId="{2588907E-5762-4C18-B3C2-0FA2C5F00FD9}" type="pres">
      <dgm:prSet presAssocID="{BBA84941-9BE8-493F-B631-78D6586B5485}" presName="sibTrans" presStyleCnt="0"/>
      <dgm:spPr/>
    </dgm:pt>
    <dgm:pt modelId="{202696C1-2B6F-4799-B9FC-0F7657E70279}" type="pres">
      <dgm:prSet presAssocID="{6D6ED32C-07DC-4EC6-B103-55E72C00842F}" presName="composite" presStyleCnt="0"/>
      <dgm:spPr/>
    </dgm:pt>
    <dgm:pt modelId="{B7DA3467-73AA-48BD-80FF-D6379FD23E8D}" type="pres">
      <dgm:prSet presAssocID="{6D6ED32C-07DC-4EC6-B103-55E72C00842F}" presName="ParentText" presStyleLbl="node1" presStyleIdx="3" presStyleCnt="4" custScaleX="113724" custScaleY="117931" custLinFactNeighborX="-28452" custLinFactNeighborY="-3390">
        <dgm:presLayoutVars>
          <dgm:chMax val="1"/>
          <dgm:chPref val="1"/>
          <dgm:bulletEnabled val="1"/>
        </dgm:presLayoutVars>
      </dgm:prSet>
      <dgm:spPr/>
    </dgm:pt>
    <dgm:pt modelId="{A61C934A-424C-40A5-865A-7304FA27B5A7}" type="pres">
      <dgm:prSet presAssocID="{6D6ED32C-07DC-4EC6-B103-55E72C00842F}" presName="FinalChildText" presStyleLbl="revTx" presStyleIdx="3" presStyleCnt="4" custLinFactNeighborX="-27707">
        <dgm:presLayoutVars>
          <dgm:chMax val="0"/>
          <dgm:chPref val="0"/>
          <dgm:bulletEnabled val="1"/>
        </dgm:presLayoutVars>
      </dgm:prSet>
      <dgm:spPr/>
    </dgm:pt>
  </dgm:ptLst>
  <dgm:cxnLst>
    <dgm:cxn modelId="{EDB98B0A-7F08-4741-A4F8-54F35873985C}" srcId="{63F0E923-18D3-4046-B741-ED87F3CD49D1}" destId="{478B6C23-43C5-4F94-BDE1-413433579DEC}" srcOrd="0" destOrd="0" parTransId="{2A5FB1CB-23ED-43D7-9088-C18FAE8A53EA}" sibTransId="{4E033A11-3A4E-4605-AE36-B8130158A9E1}"/>
    <dgm:cxn modelId="{D0E1741C-5A9E-43CD-88B7-0E8621FA315D}" type="presOf" srcId="{DED4522B-BC8A-420B-9BAE-ACF3AC08A860}" destId="{C4788DEA-D683-4B3E-830B-C066B101DCE5}" srcOrd="0" destOrd="0" presId="urn:microsoft.com/office/officeart/2005/8/layout/StepDownProcess"/>
    <dgm:cxn modelId="{098AD728-14E8-4959-BBC3-633CB95A518E}" srcId="{DED4522B-BC8A-420B-9BAE-ACF3AC08A860}" destId="{62C2EEFF-1DE6-4A51-87AE-5B558349A67E}" srcOrd="0" destOrd="0" parTransId="{3AD5BDF9-C363-4D02-A509-197E30192328}" sibTransId="{3D367535-8CFB-491C-B996-9AC38ACCBABA}"/>
    <dgm:cxn modelId="{B958C063-133C-41B3-B0CA-C4A367BD40B5}" srcId="{DED4522B-BC8A-420B-9BAE-ACF3AC08A860}" destId="{B3EABF5B-9FC8-42FB-B46D-C87E1BEF8945}" srcOrd="1" destOrd="0" parTransId="{C810246A-FD23-4455-9802-EA21C32946C0}" sibTransId="{F8E7DB25-0587-48EC-BBEE-B9633A57A788}"/>
    <dgm:cxn modelId="{CC577144-B6F9-48F4-AB5E-454D39EB4897}" type="presOf" srcId="{478B6C23-43C5-4F94-BDE1-413433579DEC}" destId="{F81488DF-5DA9-4A12-AE5F-ABDECA9179B4}" srcOrd="0" destOrd="0" presId="urn:microsoft.com/office/officeart/2005/8/layout/StepDownProcess"/>
    <dgm:cxn modelId="{B1E22E66-3EEC-4638-B2C9-30B2D7645D00}" srcId="{DED4522B-BC8A-420B-9BAE-ACF3AC08A860}" destId="{63F0E923-18D3-4046-B741-ED87F3CD49D1}" srcOrd="2" destOrd="0" parTransId="{E67B2C44-6449-4E77-8C93-3E20987C3212}" sibTransId="{BBA84941-9BE8-493F-B631-78D6586B5485}"/>
    <dgm:cxn modelId="{4C39366C-7F73-48A1-878F-A9CE719B2F80}" srcId="{6D6ED32C-07DC-4EC6-B103-55E72C00842F}" destId="{DF748D37-BBFE-4FB4-9F0B-CE4A480D8576}" srcOrd="0" destOrd="0" parTransId="{FB7F1C34-0866-4BA1-9C5F-7898045F362F}" sibTransId="{57774872-1DC3-4E58-9118-19613BFDE9C6}"/>
    <dgm:cxn modelId="{BD6E3770-BB7F-43BC-ACC9-0ACF86D7299A}" srcId="{DED4522B-BC8A-420B-9BAE-ACF3AC08A860}" destId="{6D6ED32C-07DC-4EC6-B103-55E72C00842F}" srcOrd="3" destOrd="0" parTransId="{E8C1208C-699C-4E46-8327-6E8B1F2B929B}" sibTransId="{B556838E-B04A-4822-89A2-8D19A70BBD97}"/>
    <dgm:cxn modelId="{A580B454-D5AB-4378-A828-1AF6D3EE6E4E}" type="presOf" srcId="{ABE2FE02-DD01-4346-9BB9-05097107A3E2}" destId="{596B2466-5813-4A7A-AE10-66F1DA6AA558}" srcOrd="0" destOrd="0" presId="urn:microsoft.com/office/officeart/2005/8/layout/StepDownProcess"/>
    <dgm:cxn modelId="{0A716081-4433-4561-B7C9-4E3F4D4977A9}" type="presOf" srcId="{62C2EEFF-1DE6-4A51-87AE-5B558349A67E}" destId="{3689BD84-8922-4449-B5C0-1D5C4C24C413}" srcOrd="0" destOrd="0" presId="urn:microsoft.com/office/officeart/2005/8/layout/StepDownProcess"/>
    <dgm:cxn modelId="{E93F12A5-E2D3-4F89-A696-F2124012CD37}" type="presOf" srcId="{63F0E923-18D3-4046-B741-ED87F3CD49D1}" destId="{C1D3B04A-7330-4AEE-B138-A162D133F78E}" srcOrd="0" destOrd="0" presId="urn:microsoft.com/office/officeart/2005/8/layout/StepDownProcess"/>
    <dgm:cxn modelId="{F62C62AE-570C-4AB3-8872-F372606C4115}" type="presOf" srcId="{B3EABF5B-9FC8-42FB-B46D-C87E1BEF8945}" destId="{A4322A8D-9ED7-45C3-B765-1A1CBF49BB81}" srcOrd="0" destOrd="0" presId="urn:microsoft.com/office/officeart/2005/8/layout/StepDownProcess"/>
    <dgm:cxn modelId="{D27EDEAF-DC9B-4B61-898E-DAE1920CDAF8}" type="presOf" srcId="{DF748D37-BBFE-4FB4-9F0B-CE4A480D8576}" destId="{A61C934A-424C-40A5-865A-7304FA27B5A7}" srcOrd="0" destOrd="0" presId="urn:microsoft.com/office/officeart/2005/8/layout/StepDownProcess"/>
    <dgm:cxn modelId="{D0FDECC9-ED9B-4771-914D-B2EAA18B2B1E}" type="presOf" srcId="{6D6ED32C-07DC-4EC6-B103-55E72C00842F}" destId="{B7DA3467-73AA-48BD-80FF-D6379FD23E8D}" srcOrd="0" destOrd="0" presId="urn:microsoft.com/office/officeart/2005/8/layout/StepDownProcess"/>
    <dgm:cxn modelId="{418926CF-11B3-4AD1-B5F9-7DD46A82FCAE}" type="presOf" srcId="{5FF62F36-470C-4E17-A939-A53C9DBF91E1}" destId="{6DC8A492-919A-4C49-8CF7-86F40005D24D}" srcOrd="0" destOrd="0" presId="urn:microsoft.com/office/officeart/2005/8/layout/StepDownProcess"/>
    <dgm:cxn modelId="{4CD026D0-96B9-4660-B71B-727C1DD67892}" srcId="{B3EABF5B-9FC8-42FB-B46D-C87E1BEF8945}" destId="{5FF62F36-470C-4E17-A939-A53C9DBF91E1}" srcOrd="0" destOrd="0" parTransId="{E0CCFC64-35CD-4386-9A30-B2F9F7AA147A}" sibTransId="{15450B16-C884-44A6-B16E-44DE21FD4887}"/>
    <dgm:cxn modelId="{50DFA4DC-3E84-4D62-B16C-72DE67354387}" srcId="{62C2EEFF-1DE6-4A51-87AE-5B558349A67E}" destId="{ABE2FE02-DD01-4346-9BB9-05097107A3E2}" srcOrd="0" destOrd="0" parTransId="{F86BBDD6-5CA9-494B-944F-5051F80B98EA}" sibTransId="{48C42273-4ABD-4F23-9D53-1EFE0BC21326}"/>
    <dgm:cxn modelId="{1ABD6AA8-7B00-415D-BE2D-118C663C7C98}" type="presParOf" srcId="{C4788DEA-D683-4B3E-830B-C066B101DCE5}" destId="{871051EF-8247-4B60-BCD6-35D35E36821C}" srcOrd="0" destOrd="0" presId="urn:microsoft.com/office/officeart/2005/8/layout/StepDownProcess"/>
    <dgm:cxn modelId="{AFAFA5A8-C63B-4A72-830E-D617A21CDE05}" type="presParOf" srcId="{871051EF-8247-4B60-BCD6-35D35E36821C}" destId="{14B230C6-2785-4E9D-9A3D-A551E924E5F3}" srcOrd="0" destOrd="0" presId="urn:microsoft.com/office/officeart/2005/8/layout/StepDownProcess"/>
    <dgm:cxn modelId="{CB3DCFCC-4070-4F2F-87E3-06DDE86F5719}" type="presParOf" srcId="{871051EF-8247-4B60-BCD6-35D35E36821C}" destId="{3689BD84-8922-4449-B5C0-1D5C4C24C413}" srcOrd="1" destOrd="0" presId="urn:microsoft.com/office/officeart/2005/8/layout/StepDownProcess"/>
    <dgm:cxn modelId="{95AAFF2C-3A7F-4321-A5BB-4641731A8755}" type="presParOf" srcId="{871051EF-8247-4B60-BCD6-35D35E36821C}" destId="{596B2466-5813-4A7A-AE10-66F1DA6AA558}" srcOrd="2" destOrd="0" presId="urn:microsoft.com/office/officeart/2005/8/layout/StepDownProcess"/>
    <dgm:cxn modelId="{A1B42388-C357-47E6-B316-C7601D4551C6}" type="presParOf" srcId="{C4788DEA-D683-4B3E-830B-C066B101DCE5}" destId="{6DE8DFBF-310B-48EB-9408-BE1DC69AC52B}" srcOrd="1" destOrd="0" presId="urn:microsoft.com/office/officeart/2005/8/layout/StepDownProcess"/>
    <dgm:cxn modelId="{40C19079-6DCE-40D0-AEAE-FCA65E4B3B87}" type="presParOf" srcId="{C4788DEA-D683-4B3E-830B-C066B101DCE5}" destId="{FB40B2DA-1667-44EC-A0FD-E67D9C9870AC}" srcOrd="2" destOrd="0" presId="urn:microsoft.com/office/officeart/2005/8/layout/StepDownProcess"/>
    <dgm:cxn modelId="{D369D2C1-F371-43D7-AE8D-E64E23B7DFC5}" type="presParOf" srcId="{FB40B2DA-1667-44EC-A0FD-E67D9C9870AC}" destId="{0225F325-6FA9-46D0-ADD4-653AA542FA73}" srcOrd="0" destOrd="0" presId="urn:microsoft.com/office/officeart/2005/8/layout/StepDownProcess"/>
    <dgm:cxn modelId="{09D3ECBE-3300-420B-B12D-DAE943068DA6}" type="presParOf" srcId="{FB40B2DA-1667-44EC-A0FD-E67D9C9870AC}" destId="{A4322A8D-9ED7-45C3-B765-1A1CBF49BB81}" srcOrd="1" destOrd="0" presId="urn:microsoft.com/office/officeart/2005/8/layout/StepDownProcess"/>
    <dgm:cxn modelId="{94C88C46-21DA-4B5F-98B2-351B78E825C0}" type="presParOf" srcId="{FB40B2DA-1667-44EC-A0FD-E67D9C9870AC}" destId="{6DC8A492-919A-4C49-8CF7-86F40005D24D}" srcOrd="2" destOrd="0" presId="urn:microsoft.com/office/officeart/2005/8/layout/StepDownProcess"/>
    <dgm:cxn modelId="{D24134E0-E560-4BF8-95C3-F9E8952605E7}" type="presParOf" srcId="{C4788DEA-D683-4B3E-830B-C066B101DCE5}" destId="{D6BC640D-9B44-436C-B006-73B1D4ED2C5A}" srcOrd="3" destOrd="0" presId="urn:microsoft.com/office/officeart/2005/8/layout/StepDownProcess"/>
    <dgm:cxn modelId="{7C4F7D7E-10F5-4335-B12D-1525DE072076}" type="presParOf" srcId="{C4788DEA-D683-4B3E-830B-C066B101DCE5}" destId="{9B0F96D0-6F21-458A-9455-768C220B7875}" srcOrd="4" destOrd="0" presId="urn:microsoft.com/office/officeart/2005/8/layout/StepDownProcess"/>
    <dgm:cxn modelId="{84B4134B-9C49-40D9-BD05-C78BD0F2C474}" type="presParOf" srcId="{9B0F96D0-6F21-458A-9455-768C220B7875}" destId="{018DF0E4-EA86-4F9A-8F6C-F15A1170CB19}" srcOrd="0" destOrd="0" presId="urn:microsoft.com/office/officeart/2005/8/layout/StepDownProcess"/>
    <dgm:cxn modelId="{594E72F3-A4DB-43FD-97E8-481821CF51A1}" type="presParOf" srcId="{9B0F96D0-6F21-458A-9455-768C220B7875}" destId="{C1D3B04A-7330-4AEE-B138-A162D133F78E}" srcOrd="1" destOrd="0" presId="urn:microsoft.com/office/officeart/2005/8/layout/StepDownProcess"/>
    <dgm:cxn modelId="{2397F400-E222-45EB-922D-33558A61B104}" type="presParOf" srcId="{9B0F96D0-6F21-458A-9455-768C220B7875}" destId="{F81488DF-5DA9-4A12-AE5F-ABDECA9179B4}" srcOrd="2" destOrd="0" presId="urn:microsoft.com/office/officeart/2005/8/layout/StepDownProcess"/>
    <dgm:cxn modelId="{D1656CCB-8EEC-42C2-B35B-1D0829A0C3FA}" type="presParOf" srcId="{C4788DEA-D683-4B3E-830B-C066B101DCE5}" destId="{2588907E-5762-4C18-B3C2-0FA2C5F00FD9}" srcOrd="5" destOrd="0" presId="urn:microsoft.com/office/officeart/2005/8/layout/StepDownProcess"/>
    <dgm:cxn modelId="{4B9DBC79-8F08-4717-85A5-C1C48AD56842}" type="presParOf" srcId="{C4788DEA-D683-4B3E-830B-C066B101DCE5}" destId="{202696C1-2B6F-4799-B9FC-0F7657E70279}" srcOrd="6" destOrd="0" presId="urn:microsoft.com/office/officeart/2005/8/layout/StepDownProcess"/>
    <dgm:cxn modelId="{2F3A99D2-C819-43F3-8B39-DCC4E355619D}" type="presParOf" srcId="{202696C1-2B6F-4799-B9FC-0F7657E70279}" destId="{B7DA3467-73AA-48BD-80FF-D6379FD23E8D}" srcOrd="0" destOrd="0" presId="urn:microsoft.com/office/officeart/2005/8/layout/StepDownProcess"/>
    <dgm:cxn modelId="{A61473C4-6076-493B-A978-1B3DD10B1608}" type="presParOf" srcId="{202696C1-2B6F-4799-B9FC-0F7657E70279}" destId="{A61C934A-424C-40A5-865A-7304FA27B5A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D4522B-BC8A-420B-9BAE-ACF3AC08A860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C2EEFF-1DE6-4A51-87AE-5B558349A67E}">
      <dgm:prSet phldrT="[Text]" custT="1"/>
      <dgm:spPr/>
      <dgm:t>
        <a:bodyPr/>
        <a:lstStyle/>
        <a:p>
          <a:r>
            <a:rPr lang="en-US" sz="1800" dirty="0"/>
            <a:t>Generated Data</a:t>
          </a:r>
          <a:endParaRPr lang="en-IN" sz="1800" dirty="0"/>
        </a:p>
      </dgm:t>
    </dgm:pt>
    <dgm:pt modelId="{3AD5BDF9-C363-4D02-A509-197E30192328}" type="parTrans" cxnId="{098AD728-14E8-4959-BBC3-633CB95A518E}">
      <dgm:prSet/>
      <dgm:spPr/>
      <dgm:t>
        <a:bodyPr/>
        <a:lstStyle/>
        <a:p>
          <a:endParaRPr lang="en-IN" sz="1800"/>
        </a:p>
      </dgm:t>
    </dgm:pt>
    <dgm:pt modelId="{3D367535-8CFB-491C-B996-9AC38ACCBABA}" type="sibTrans" cxnId="{098AD728-14E8-4959-BBC3-633CB95A518E}">
      <dgm:prSet/>
      <dgm:spPr/>
      <dgm:t>
        <a:bodyPr/>
        <a:lstStyle/>
        <a:p>
          <a:endParaRPr lang="en-IN" sz="1800"/>
        </a:p>
      </dgm:t>
    </dgm:pt>
    <dgm:pt modelId="{ABE2FE02-DD01-4346-9BB9-05097107A3E2}">
      <dgm:prSet phldrT="[Text]" custT="1"/>
      <dgm:spPr/>
      <dgm:t>
        <a:bodyPr/>
        <a:lstStyle/>
        <a:p>
          <a:r>
            <a:rPr lang="en-US" sz="1800" dirty="0"/>
            <a:t>10800 Data Points</a:t>
          </a:r>
          <a:endParaRPr lang="en-IN" sz="1800" dirty="0"/>
        </a:p>
      </dgm:t>
    </dgm:pt>
    <dgm:pt modelId="{F86BBDD6-5CA9-494B-944F-5051F80B98EA}" type="parTrans" cxnId="{50DFA4DC-3E84-4D62-B16C-72DE67354387}">
      <dgm:prSet/>
      <dgm:spPr/>
      <dgm:t>
        <a:bodyPr/>
        <a:lstStyle/>
        <a:p>
          <a:endParaRPr lang="en-IN" sz="1800"/>
        </a:p>
      </dgm:t>
    </dgm:pt>
    <dgm:pt modelId="{48C42273-4ABD-4F23-9D53-1EFE0BC21326}" type="sibTrans" cxnId="{50DFA4DC-3E84-4D62-B16C-72DE67354387}">
      <dgm:prSet/>
      <dgm:spPr/>
      <dgm:t>
        <a:bodyPr/>
        <a:lstStyle/>
        <a:p>
          <a:endParaRPr lang="en-IN" sz="1800"/>
        </a:p>
      </dgm:t>
    </dgm:pt>
    <dgm:pt modelId="{6D6ED32C-07DC-4EC6-B103-55E72C00842F}">
      <dgm:prSet phldrT="[Text]" custT="1"/>
      <dgm:spPr/>
      <dgm:t>
        <a:bodyPr/>
        <a:lstStyle/>
        <a:p>
          <a:r>
            <a:rPr lang="en-US" sz="1800" dirty="0"/>
            <a:t>Final file size with </a:t>
          </a:r>
          <a:r>
            <a:rPr lang="en-US" sz="1800" dirty="0" err="1"/>
            <a:t>InfluxDB’s</a:t>
          </a:r>
          <a:r>
            <a:rPr lang="en-US" sz="1800" dirty="0"/>
            <a:t> compression</a:t>
          </a:r>
          <a:endParaRPr lang="en-IN" sz="1800" dirty="0"/>
        </a:p>
      </dgm:t>
    </dgm:pt>
    <dgm:pt modelId="{E8C1208C-699C-4E46-8327-6E8B1F2B929B}" type="parTrans" cxnId="{BD6E3770-BB7F-43BC-ACC9-0ACF86D7299A}">
      <dgm:prSet/>
      <dgm:spPr/>
      <dgm:t>
        <a:bodyPr/>
        <a:lstStyle/>
        <a:p>
          <a:endParaRPr lang="en-IN" sz="1800"/>
        </a:p>
      </dgm:t>
    </dgm:pt>
    <dgm:pt modelId="{B556838E-B04A-4822-89A2-8D19A70BBD97}" type="sibTrans" cxnId="{BD6E3770-BB7F-43BC-ACC9-0ACF86D7299A}">
      <dgm:prSet/>
      <dgm:spPr/>
      <dgm:t>
        <a:bodyPr/>
        <a:lstStyle/>
        <a:p>
          <a:endParaRPr lang="en-IN" sz="1800"/>
        </a:p>
      </dgm:t>
    </dgm:pt>
    <dgm:pt modelId="{DF748D37-BBFE-4FB4-9F0B-CE4A480D8576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solidFill>
          <a:srgbClr val="FFC000"/>
        </a:solidFill>
      </dgm:spPr>
      <dgm:t>
        <a:bodyPr/>
        <a:lstStyle/>
        <a:p>
          <a:r>
            <a:rPr lang="en-US" sz="2000" dirty="0"/>
            <a:t>70488 bytes</a:t>
          </a:r>
          <a:endParaRPr lang="en-IN" sz="2000" dirty="0"/>
        </a:p>
      </dgm:t>
    </dgm:pt>
    <dgm:pt modelId="{FB7F1C34-0866-4BA1-9C5F-7898045F362F}" type="parTrans" cxnId="{4C39366C-7F73-48A1-878F-A9CE719B2F80}">
      <dgm:prSet/>
      <dgm:spPr/>
      <dgm:t>
        <a:bodyPr/>
        <a:lstStyle/>
        <a:p>
          <a:endParaRPr lang="en-IN" sz="1800"/>
        </a:p>
      </dgm:t>
    </dgm:pt>
    <dgm:pt modelId="{57774872-1DC3-4E58-9118-19613BFDE9C6}" type="sibTrans" cxnId="{4C39366C-7F73-48A1-878F-A9CE719B2F80}">
      <dgm:prSet/>
      <dgm:spPr/>
      <dgm:t>
        <a:bodyPr/>
        <a:lstStyle/>
        <a:p>
          <a:endParaRPr lang="en-IN" sz="1800"/>
        </a:p>
      </dgm:t>
    </dgm:pt>
    <dgm:pt modelId="{5BA5EF6E-CB8B-432F-993F-412DD1DE49B6}">
      <dgm:prSet phldrT="[Text]" custT="1"/>
      <dgm:spPr/>
      <dgm:t>
        <a:bodyPr/>
        <a:lstStyle/>
        <a:p>
          <a:r>
            <a:rPr lang="en-US" sz="1800" dirty="0"/>
            <a:t>File size in </a:t>
          </a:r>
          <a:r>
            <a:rPr lang="en-US" sz="1800" dirty="0" err="1"/>
            <a:t>InfluxDB</a:t>
          </a:r>
          <a:r>
            <a:rPr lang="en-US" sz="1800" dirty="0"/>
            <a:t>  before compression</a:t>
          </a:r>
          <a:endParaRPr lang="en-IN" sz="1800" dirty="0"/>
        </a:p>
      </dgm:t>
    </dgm:pt>
    <dgm:pt modelId="{1533A5AF-2A0A-4570-B686-619139903F68}" type="parTrans" cxnId="{AE325EB6-038A-45FD-BCB8-BC8E9FC338D9}">
      <dgm:prSet/>
      <dgm:spPr/>
      <dgm:t>
        <a:bodyPr/>
        <a:lstStyle/>
        <a:p>
          <a:endParaRPr lang="en-IN" sz="2000"/>
        </a:p>
      </dgm:t>
    </dgm:pt>
    <dgm:pt modelId="{FAA21817-2250-4F7C-9180-4A74E58652BD}" type="sibTrans" cxnId="{AE325EB6-038A-45FD-BCB8-BC8E9FC338D9}">
      <dgm:prSet/>
      <dgm:spPr/>
      <dgm:t>
        <a:bodyPr/>
        <a:lstStyle/>
        <a:p>
          <a:endParaRPr lang="en-IN" sz="2000"/>
        </a:p>
      </dgm:t>
    </dgm:pt>
    <dgm:pt modelId="{11FA2D56-0377-486B-8698-360A2FE608CE}">
      <dgm:prSet phldrT="[Text]" custT="1"/>
      <dgm:spPr/>
      <dgm:t>
        <a:bodyPr/>
        <a:lstStyle/>
        <a:p>
          <a:r>
            <a:rPr lang="en-US" sz="1800" dirty="0"/>
            <a:t>166,290 bytes</a:t>
          </a:r>
          <a:endParaRPr lang="en-IN" sz="1800" dirty="0"/>
        </a:p>
      </dgm:t>
    </dgm:pt>
    <dgm:pt modelId="{F108B984-B14D-49A8-979A-2D355C265FBD}" type="parTrans" cxnId="{92C1225C-081E-4081-AA22-57B08E90BC97}">
      <dgm:prSet/>
      <dgm:spPr/>
      <dgm:t>
        <a:bodyPr/>
        <a:lstStyle/>
        <a:p>
          <a:endParaRPr lang="en-IN" sz="2000"/>
        </a:p>
      </dgm:t>
    </dgm:pt>
    <dgm:pt modelId="{8187C9F3-35A0-4D66-A2A0-ACF505C18379}" type="sibTrans" cxnId="{92C1225C-081E-4081-AA22-57B08E90BC97}">
      <dgm:prSet/>
      <dgm:spPr/>
      <dgm:t>
        <a:bodyPr/>
        <a:lstStyle/>
        <a:p>
          <a:endParaRPr lang="en-IN" sz="2000"/>
        </a:p>
      </dgm:t>
    </dgm:pt>
    <dgm:pt modelId="{C4788DEA-D683-4B3E-830B-C066B101DCE5}" type="pres">
      <dgm:prSet presAssocID="{DED4522B-BC8A-420B-9BAE-ACF3AC08A860}" presName="rootnode" presStyleCnt="0">
        <dgm:presLayoutVars>
          <dgm:chMax/>
          <dgm:chPref/>
          <dgm:dir/>
          <dgm:animLvl val="lvl"/>
        </dgm:presLayoutVars>
      </dgm:prSet>
      <dgm:spPr/>
    </dgm:pt>
    <dgm:pt modelId="{871051EF-8247-4B60-BCD6-35D35E36821C}" type="pres">
      <dgm:prSet presAssocID="{62C2EEFF-1DE6-4A51-87AE-5B558349A67E}" presName="composite" presStyleCnt="0"/>
      <dgm:spPr/>
    </dgm:pt>
    <dgm:pt modelId="{14B230C6-2785-4E9D-9A3D-A551E924E5F3}" type="pres">
      <dgm:prSet presAssocID="{62C2EEFF-1DE6-4A51-87AE-5B558349A67E}" presName="bentUpArrow1" presStyleLbl="alignImgPlace1" presStyleIdx="0" presStyleCnt="2"/>
      <dgm:spPr/>
    </dgm:pt>
    <dgm:pt modelId="{3689BD84-8922-4449-B5C0-1D5C4C24C413}" type="pres">
      <dgm:prSet presAssocID="{62C2EEFF-1DE6-4A51-87AE-5B558349A67E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596B2466-5813-4A7A-AE10-66F1DA6AA558}" type="pres">
      <dgm:prSet presAssocID="{62C2EEFF-1DE6-4A51-87AE-5B558349A67E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DE8DFBF-310B-48EB-9408-BE1DC69AC52B}" type="pres">
      <dgm:prSet presAssocID="{3D367535-8CFB-491C-B996-9AC38ACCBABA}" presName="sibTrans" presStyleCnt="0"/>
      <dgm:spPr/>
    </dgm:pt>
    <dgm:pt modelId="{15B30910-9BDB-4022-A723-F3E66EF9EEA3}" type="pres">
      <dgm:prSet presAssocID="{5BA5EF6E-CB8B-432F-993F-412DD1DE49B6}" presName="composite" presStyleCnt="0"/>
      <dgm:spPr/>
    </dgm:pt>
    <dgm:pt modelId="{BB17350B-DA16-443D-813F-F3E54840FA9E}" type="pres">
      <dgm:prSet presAssocID="{5BA5EF6E-CB8B-432F-993F-412DD1DE49B6}" presName="bentUpArrow1" presStyleLbl="alignImgPlace1" presStyleIdx="1" presStyleCnt="2"/>
      <dgm:spPr/>
    </dgm:pt>
    <dgm:pt modelId="{A51738B6-9A93-42A1-98D5-9F2439E83ABD}" type="pres">
      <dgm:prSet presAssocID="{5BA5EF6E-CB8B-432F-993F-412DD1DE49B6}" presName="ParentText" presStyleLbl="node1" presStyleIdx="1" presStyleCnt="3" custScaleX="122530">
        <dgm:presLayoutVars>
          <dgm:chMax val="1"/>
          <dgm:chPref val="1"/>
          <dgm:bulletEnabled val="1"/>
        </dgm:presLayoutVars>
      </dgm:prSet>
      <dgm:spPr/>
    </dgm:pt>
    <dgm:pt modelId="{0554D9C3-BE8D-4933-AA80-C0976F848A28}" type="pres">
      <dgm:prSet presAssocID="{5BA5EF6E-CB8B-432F-993F-412DD1DE49B6}" presName="ChildText" presStyleLbl="revTx" presStyleIdx="1" presStyleCnt="3" custLinFactNeighborX="13694">
        <dgm:presLayoutVars>
          <dgm:chMax val="0"/>
          <dgm:chPref val="0"/>
          <dgm:bulletEnabled val="1"/>
        </dgm:presLayoutVars>
      </dgm:prSet>
      <dgm:spPr/>
    </dgm:pt>
    <dgm:pt modelId="{258408A1-347A-4A45-A218-0DE67970D0FB}" type="pres">
      <dgm:prSet presAssocID="{FAA21817-2250-4F7C-9180-4A74E58652BD}" presName="sibTrans" presStyleCnt="0"/>
      <dgm:spPr/>
    </dgm:pt>
    <dgm:pt modelId="{202696C1-2B6F-4799-B9FC-0F7657E70279}" type="pres">
      <dgm:prSet presAssocID="{6D6ED32C-07DC-4EC6-B103-55E72C00842F}" presName="composite" presStyleCnt="0"/>
      <dgm:spPr/>
    </dgm:pt>
    <dgm:pt modelId="{B7DA3467-73AA-48BD-80FF-D6379FD23E8D}" type="pres">
      <dgm:prSet presAssocID="{6D6ED32C-07DC-4EC6-B103-55E72C00842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A61C934A-424C-40A5-865A-7304FA27B5A7}" type="pres">
      <dgm:prSet presAssocID="{6D6ED32C-07DC-4EC6-B103-55E72C00842F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776FA1F-E1DD-4AD1-9C28-F072EF70D023}" type="presOf" srcId="{ABE2FE02-DD01-4346-9BB9-05097107A3E2}" destId="{596B2466-5813-4A7A-AE10-66F1DA6AA558}" srcOrd="0" destOrd="0" presId="urn:microsoft.com/office/officeart/2005/8/layout/StepDownProcess"/>
    <dgm:cxn modelId="{098AD728-14E8-4959-BBC3-633CB95A518E}" srcId="{DED4522B-BC8A-420B-9BAE-ACF3AC08A860}" destId="{62C2EEFF-1DE6-4A51-87AE-5B558349A67E}" srcOrd="0" destOrd="0" parTransId="{3AD5BDF9-C363-4D02-A509-197E30192328}" sibTransId="{3D367535-8CFB-491C-B996-9AC38ACCBABA}"/>
    <dgm:cxn modelId="{92C1225C-081E-4081-AA22-57B08E90BC97}" srcId="{5BA5EF6E-CB8B-432F-993F-412DD1DE49B6}" destId="{11FA2D56-0377-486B-8698-360A2FE608CE}" srcOrd="0" destOrd="0" parTransId="{F108B984-B14D-49A8-979A-2D355C265FBD}" sibTransId="{8187C9F3-35A0-4D66-A2A0-ACF505C18379}"/>
    <dgm:cxn modelId="{9C7F2D60-3E31-4AC1-A860-6FE8F1AC7584}" type="presOf" srcId="{DF748D37-BBFE-4FB4-9F0B-CE4A480D8576}" destId="{A61C934A-424C-40A5-865A-7304FA27B5A7}" srcOrd="0" destOrd="0" presId="urn:microsoft.com/office/officeart/2005/8/layout/StepDownProcess"/>
    <dgm:cxn modelId="{4C39366C-7F73-48A1-878F-A9CE719B2F80}" srcId="{6D6ED32C-07DC-4EC6-B103-55E72C00842F}" destId="{DF748D37-BBFE-4FB4-9F0B-CE4A480D8576}" srcOrd="0" destOrd="0" parTransId="{FB7F1C34-0866-4BA1-9C5F-7898045F362F}" sibTransId="{57774872-1DC3-4E58-9118-19613BFDE9C6}"/>
    <dgm:cxn modelId="{BD6E3770-BB7F-43BC-ACC9-0ACF86D7299A}" srcId="{DED4522B-BC8A-420B-9BAE-ACF3AC08A860}" destId="{6D6ED32C-07DC-4EC6-B103-55E72C00842F}" srcOrd="2" destOrd="0" parTransId="{E8C1208C-699C-4E46-8327-6E8B1F2B929B}" sibTransId="{B556838E-B04A-4822-89A2-8D19A70BBD97}"/>
    <dgm:cxn modelId="{F82ACD52-CB07-4B3C-9953-C8C0354CDC24}" type="presOf" srcId="{5BA5EF6E-CB8B-432F-993F-412DD1DE49B6}" destId="{A51738B6-9A93-42A1-98D5-9F2439E83ABD}" srcOrd="0" destOrd="0" presId="urn:microsoft.com/office/officeart/2005/8/layout/StepDownProcess"/>
    <dgm:cxn modelId="{9E7C8AAB-3EE0-40F5-BFD2-111C14A29E46}" type="presOf" srcId="{11FA2D56-0377-486B-8698-360A2FE608CE}" destId="{0554D9C3-BE8D-4933-AA80-C0976F848A28}" srcOrd="0" destOrd="0" presId="urn:microsoft.com/office/officeart/2005/8/layout/StepDownProcess"/>
    <dgm:cxn modelId="{AE325EB6-038A-45FD-BCB8-BC8E9FC338D9}" srcId="{DED4522B-BC8A-420B-9BAE-ACF3AC08A860}" destId="{5BA5EF6E-CB8B-432F-993F-412DD1DE49B6}" srcOrd="1" destOrd="0" parTransId="{1533A5AF-2A0A-4570-B686-619139903F68}" sibTransId="{FAA21817-2250-4F7C-9180-4A74E58652BD}"/>
    <dgm:cxn modelId="{32B699D3-B8FA-4E4F-9016-36BB8B55E132}" type="presOf" srcId="{DED4522B-BC8A-420B-9BAE-ACF3AC08A860}" destId="{C4788DEA-D683-4B3E-830B-C066B101DCE5}" srcOrd="0" destOrd="0" presId="urn:microsoft.com/office/officeart/2005/8/layout/StepDownProcess"/>
    <dgm:cxn modelId="{E6DCEED8-D6BC-4B09-9CF5-CB6B139326BB}" type="presOf" srcId="{62C2EEFF-1DE6-4A51-87AE-5B558349A67E}" destId="{3689BD84-8922-4449-B5C0-1D5C4C24C413}" srcOrd="0" destOrd="0" presId="urn:microsoft.com/office/officeart/2005/8/layout/StepDownProcess"/>
    <dgm:cxn modelId="{50DFA4DC-3E84-4D62-B16C-72DE67354387}" srcId="{62C2EEFF-1DE6-4A51-87AE-5B558349A67E}" destId="{ABE2FE02-DD01-4346-9BB9-05097107A3E2}" srcOrd="0" destOrd="0" parTransId="{F86BBDD6-5CA9-494B-944F-5051F80B98EA}" sibTransId="{48C42273-4ABD-4F23-9D53-1EFE0BC21326}"/>
    <dgm:cxn modelId="{323C2CDD-48DD-49FF-8204-4E0BE20A34FA}" type="presOf" srcId="{6D6ED32C-07DC-4EC6-B103-55E72C00842F}" destId="{B7DA3467-73AA-48BD-80FF-D6379FD23E8D}" srcOrd="0" destOrd="0" presId="urn:microsoft.com/office/officeart/2005/8/layout/StepDownProcess"/>
    <dgm:cxn modelId="{1A3EB5CD-37EE-47CE-A2E7-2E9E68C3FC1D}" type="presParOf" srcId="{C4788DEA-D683-4B3E-830B-C066B101DCE5}" destId="{871051EF-8247-4B60-BCD6-35D35E36821C}" srcOrd="0" destOrd="0" presId="urn:microsoft.com/office/officeart/2005/8/layout/StepDownProcess"/>
    <dgm:cxn modelId="{BA113881-5A2A-4974-B121-07E8674AC4C7}" type="presParOf" srcId="{871051EF-8247-4B60-BCD6-35D35E36821C}" destId="{14B230C6-2785-4E9D-9A3D-A551E924E5F3}" srcOrd="0" destOrd="0" presId="urn:microsoft.com/office/officeart/2005/8/layout/StepDownProcess"/>
    <dgm:cxn modelId="{350A9EB5-4B6B-4598-AB71-C760E25CA6FF}" type="presParOf" srcId="{871051EF-8247-4B60-BCD6-35D35E36821C}" destId="{3689BD84-8922-4449-B5C0-1D5C4C24C413}" srcOrd="1" destOrd="0" presId="urn:microsoft.com/office/officeart/2005/8/layout/StepDownProcess"/>
    <dgm:cxn modelId="{73F205F2-6820-40E6-8826-A573864B8ADA}" type="presParOf" srcId="{871051EF-8247-4B60-BCD6-35D35E36821C}" destId="{596B2466-5813-4A7A-AE10-66F1DA6AA558}" srcOrd="2" destOrd="0" presId="urn:microsoft.com/office/officeart/2005/8/layout/StepDownProcess"/>
    <dgm:cxn modelId="{DE662D41-A26F-4440-B100-69475745949A}" type="presParOf" srcId="{C4788DEA-D683-4B3E-830B-C066B101DCE5}" destId="{6DE8DFBF-310B-48EB-9408-BE1DC69AC52B}" srcOrd="1" destOrd="0" presId="urn:microsoft.com/office/officeart/2005/8/layout/StepDownProcess"/>
    <dgm:cxn modelId="{733D5827-4F80-40EF-9595-26DECBC1A0FB}" type="presParOf" srcId="{C4788DEA-D683-4B3E-830B-C066B101DCE5}" destId="{15B30910-9BDB-4022-A723-F3E66EF9EEA3}" srcOrd="2" destOrd="0" presId="urn:microsoft.com/office/officeart/2005/8/layout/StepDownProcess"/>
    <dgm:cxn modelId="{52A7258E-15E6-47B1-A74F-9795DA6F2370}" type="presParOf" srcId="{15B30910-9BDB-4022-A723-F3E66EF9EEA3}" destId="{BB17350B-DA16-443D-813F-F3E54840FA9E}" srcOrd="0" destOrd="0" presId="urn:microsoft.com/office/officeart/2005/8/layout/StepDownProcess"/>
    <dgm:cxn modelId="{BE0AF77E-87A2-419B-96B4-918FF5241CD5}" type="presParOf" srcId="{15B30910-9BDB-4022-A723-F3E66EF9EEA3}" destId="{A51738B6-9A93-42A1-98D5-9F2439E83ABD}" srcOrd="1" destOrd="0" presId="urn:microsoft.com/office/officeart/2005/8/layout/StepDownProcess"/>
    <dgm:cxn modelId="{F814685F-B9AF-4CA2-99E5-407DA59A06C6}" type="presParOf" srcId="{15B30910-9BDB-4022-A723-F3E66EF9EEA3}" destId="{0554D9C3-BE8D-4933-AA80-C0976F848A28}" srcOrd="2" destOrd="0" presId="urn:microsoft.com/office/officeart/2005/8/layout/StepDownProcess"/>
    <dgm:cxn modelId="{B18FC445-D7BA-44DC-A954-6A1F502BF7DA}" type="presParOf" srcId="{C4788DEA-D683-4B3E-830B-C066B101DCE5}" destId="{258408A1-347A-4A45-A218-0DE67970D0FB}" srcOrd="3" destOrd="0" presId="urn:microsoft.com/office/officeart/2005/8/layout/StepDownProcess"/>
    <dgm:cxn modelId="{C98C667C-6BBF-41F7-89E0-8DB3F1BF1057}" type="presParOf" srcId="{C4788DEA-D683-4B3E-830B-C066B101DCE5}" destId="{202696C1-2B6F-4799-B9FC-0F7657E70279}" srcOrd="4" destOrd="0" presId="urn:microsoft.com/office/officeart/2005/8/layout/StepDownProcess"/>
    <dgm:cxn modelId="{28B8A086-5AA4-4D5D-91D0-CEB2C50E3112}" type="presParOf" srcId="{202696C1-2B6F-4799-B9FC-0F7657E70279}" destId="{B7DA3467-73AA-48BD-80FF-D6379FD23E8D}" srcOrd="0" destOrd="0" presId="urn:microsoft.com/office/officeart/2005/8/layout/StepDownProcess"/>
    <dgm:cxn modelId="{0F51ECE1-1894-4B79-924B-53D3A9697A53}" type="presParOf" srcId="{202696C1-2B6F-4799-B9FC-0F7657E70279}" destId="{A61C934A-424C-40A5-865A-7304FA27B5A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230C6-2785-4E9D-9A3D-A551E924E5F3}">
      <dsp:nvSpPr>
        <dsp:cNvPr id="0" name=""/>
        <dsp:cNvSpPr/>
      </dsp:nvSpPr>
      <dsp:spPr>
        <a:xfrm rot="5400000">
          <a:off x="212028" y="924266"/>
          <a:ext cx="793646" cy="9035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9BD84-8922-4449-B5C0-1D5C4C24C413}">
      <dsp:nvSpPr>
        <dsp:cNvPr id="0" name=""/>
        <dsp:cNvSpPr/>
      </dsp:nvSpPr>
      <dsp:spPr>
        <a:xfrm>
          <a:off x="1760" y="44493"/>
          <a:ext cx="1336032" cy="9351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Generated Data</a:t>
          </a:r>
          <a:endParaRPr lang="en-IN" sz="1800" kern="1200" dirty="0"/>
        </a:p>
      </dsp:txBody>
      <dsp:txXfrm>
        <a:off x="47420" y="90153"/>
        <a:ext cx="1244712" cy="843859"/>
      </dsp:txXfrm>
    </dsp:sp>
    <dsp:sp modelId="{596B2466-5813-4A7A-AE10-66F1DA6AA558}">
      <dsp:nvSpPr>
        <dsp:cNvPr id="0" name=""/>
        <dsp:cNvSpPr/>
      </dsp:nvSpPr>
      <dsp:spPr>
        <a:xfrm>
          <a:off x="1311217" y="133684"/>
          <a:ext cx="2067570" cy="75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10800 Data Points</a:t>
          </a:r>
          <a:endParaRPr lang="en-IN" sz="1800" kern="1200" dirty="0"/>
        </a:p>
      </dsp:txBody>
      <dsp:txXfrm>
        <a:off x="1311217" y="133684"/>
        <a:ext cx="2067570" cy="755853"/>
      </dsp:txXfrm>
    </dsp:sp>
    <dsp:sp modelId="{0225F325-6FA9-46D0-ADD4-653AA542FA73}">
      <dsp:nvSpPr>
        <dsp:cNvPr id="0" name=""/>
        <dsp:cNvSpPr/>
      </dsp:nvSpPr>
      <dsp:spPr>
        <a:xfrm rot="5400000">
          <a:off x="1582749" y="1974781"/>
          <a:ext cx="793646" cy="9035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22A8D-9ED7-45C3-B765-1A1CBF49BB81}">
      <dsp:nvSpPr>
        <dsp:cNvPr id="0" name=""/>
        <dsp:cNvSpPr/>
      </dsp:nvSpPr>
      <dsp:spPr>
        <a:xfrm>
          <a:off x="1372481" y="1095009"/>
          <a:ext cx="1336032" cy="9351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Adaptive Storage</a:t>
          </a:r>
          <a:endParaRPr lang="en-IN" sz="2000" kern="1200" dirty="0"/>
        </a:p>
      </dsp:txBody>
      <dsp:txXfrm>
        <a:off x="1418141" y="1140669"/>
        <a:ext cx="1244712" cy="843859"/>
      </dsp:txXfrm>
    </dsp:sp>
    <dsp:sp modelId="{6DC8A492-919A-4C49-8CF7-86F40005D24D}">
      <dsp:nvSpPr>
        <dsp:cNvPr id="0" name=""/>
        <dsp:cNvSpPr/>
      </dsp:nvSpPr>
      <dsp:spPr>
        <a:xfrm>
          <a:off x="2704379" y="1184199"/>
          <a:ext cx="2202082" cy="75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282 Data Points Stored</a:t>
          </a:r>
          <a:endParaRPr lang="en-IN" sz="2000" kern="1200" dirty="0"/>
        </a:p>
      </dsp:txBody>
      <dsp:txXfrm>
        <a:off x="2704379" y="1184199"/>
        <a:ext cx="2202082" cy="755853"/>
      </dsp:txXfrm>
    </dsp:sp>
    <dsp:sp modelId="{018DF0E4-EA86-4F9A-8F6C-F15A1170CB19}">
      <dsp:nvSpPr>
        <dsp:cNvPr id="0" name=""/>
        <dsp:cNvSpPr/>
      </dsp:nvSpPr>
      <dsp:spPr>
        <a:xfrm rot="5400000">
          <a:off x="2912836" y="3025296"/>
          <a:ext cx="793646" cy="9035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3B04A-7330-4AEE-B138-A162D133F78E}">
      <dsp:nvSpPr>
        <dsp:cNvPr id="0" name=""/>
        <dsp:cNvSpPr/>
      </dsp:nvSpPr>
      <dsp:spPr>
        <a:xfrm>
          <a:off x="2473965" y="2145524"/>
          <a:ext cx="1793236" cy="9351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File size in </a:t>
          </a:r>
          <a:r>
            <a:rPr lang="en-US" sz="1800" kern="1200" dirty="0" err="1"/>
            <a:t>InfluxDB</a:t>
          </a:r>
          <a:r>
            <a:rPr lang="en-US" sz="1800" kern="1200" dirty="0"/>
            <a:t>  before compression</a:t>
          </a:r>
          <a:endParaRPr lang="en-IN" sz="1800" kern="1200" dirty="0"/>
        </a:p>
      </dsp:txBody>
      <dsp:txXfrm>
        <a:off x="2519625" y="2191184"/>
        <a:ext cx="1701916" cy="843859"/>
      </dsp:txXfrm>
    </dsp:sp>
    <dsp:sp modelId="{F81488DF-5DA9-4A12-AE5F-ABDECA9179B4}">
      <dsp:nvSpPr>
        <dsp:cNvPr id="0" name=""/>
        <dsp:cNvSpPr/>
      </dsp:nvSpPr>
      <dsp:spPr>
        <a:xfrm>
          <a:off x="4398021" y="2234715"/>
          <a:ext cx="971702" cy="75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4819 bytes</a:t>
          </a:r>
          <a:endParaRPr lang="en-IN" sz="1400" kern="1200" dirty="0"/>
        </a:p>
      </dsp:txBody>
      <dsp:txXfrm>
        <a:off x="4398021" y="2234715"/>
        <a:ext cx="971702" cy="755853"/>
      </dsp:txXfrm>
    </dsp:sp>
    <dsp:sp modelId="{B7DA3467-73AA-48BD-80FF-D6379FD23E8D}">
      <dsp:nvSpPr>
        <dsp:cNvPr id="0" name=""/>
        <dsp:cNvSpPr/>
      </dsp:nvSpPr>
      <dsp:spPr>
        <a:xfrm>
          <a:off x="3733796" y="3164337"/>
          <a:ext cx="1519389" cy="110286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Final file size with </a:t>
          </a:r>
          <a:r>
            <a:rPr lang="en-US" sz="1800" kern="1200" dirty="0" err="1"/>
            <a:t>InfluxDB’s</a:t>
          </a:r>
          <a:r>
            <a:rPr lang="en-US" sz="1800" kern="1200" dirty="0"/>
            <a:t> compression</a:t>
          </a:r>
          <a:endParaRPr lang="en-IN" sz="1800" kern="1200" dirty="0"/>
        </a:p>
      </dsp:txBody>
      <dsp:txXfrm>
        <a:off x="3787643" y="3218184"/>
        <a:ext cx="1411695" cy="995172"/>
      </dsp:txXfrm>
    </dsp:sp>
    <dsp:sp modelId="{A61C934A-424C-40A5-865A-7304FA27B5A7}">
      <dsp:nvSpPr>
        <dsp:cNvPr id="0" name=""/>
        <dsp:cNvSpPr/>
      </dsp:nvSpPr>
      <dsp:spPr>
        <a:xfrm>
          <a:off x="5272405" y="3369073"/>
          <a:ext cx="971702" cy="755853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2367 bytes</a:t>
          </a:r>
          <a:endParaRPr lang="en-IN" sz="2000" kern="1200" dirty="0"/>
        </a:p>
      </dsp:txBody>
      <dsp:txXfrm>
        <a:off x="5272405" y="3369073"/>
        <a:ext cx="971702" cy="7558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230C6-2785-4E9D-9A3D-A551E924E5F3}">
      <dsp:nvSpPr>
        <dsp:cNvPr id="0" name=""/>
        <dsp:cNvSpPr/>
      </dsp:nvSpPr>
      <dsp:spPr>
        <a:xfrm rot="5400000">
          <a:off x="241467" y="1389207"/>
          <a:ext cx="908948" cy="10348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9BD84-8922-4449-B5C0-1D5C4C24C413}">
      <dsp:nvSpPr>
        <dsp:cNvPr id="0" name=""/>
        <dsp:cNvSpPr/>
      </dsp:nvSpPr>
      <dsp:spPr>
        <a:xfrm>
          <a:off x="651" y="381619"/>
          <a:ext cx="1530134" cy="10710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Generated Data</a:t>
          </a:r>
          <a:endParaRPr lang="en-IN" sz="1800" kern="1200" dirty="0"/>
        </a:p>
      </dsp:txBody>
      <dsp:txXfrm>
        <a:off x="52944" y="433912"/>
        <a:ext cx="1425548" cy="966458"/>
      </dsp:txXfrm>
    </dsp:sp>
    <dsp:sp modelId="{596B2466-5813-4A7A-AE10-66F1DA6AA558}">
      <dsp:nvSpPr>
        <dsp:cNvPr id="0" name=""/>
        <dsp:cNvSpPr/>
      </dsp:nvSpPr>
      <dsp:spPr>
        <a:xfrm>
          <a:off x="1530786" y="483768"/>
          <a:ext cx="1112874" cy="865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10800 Data Points</a:t>
          </a:r>
          <a:endParaRPr lang="en-IN" sz="1800" kern="1200" dirty="0"/>
        </a:p>
      </dsp:txBody>
      <dsp:txXfrm>
        <a:off x="1530786" y="483768"/>
        <a:ext cx="1112874" cy="865665"/>
      </dsp:txXfrm>
    </dsp:sp>
    <dsp:sp modelId="{BB17350B-DA16-443D-813F-F3E54840FA9E}">
      <dsp:nvSpPr>
        <dsp:cNvPr id="0" name=""/>
        <dsp:cNvSpPr/>
      </dsp:nvSpPr>
      <dsp:spPr>
        <a:xfrm rot="5400000">
          <a:off x="1682481" y="2592344"/>
          <a:ext cx="908948" cy="103480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738B6-9A93-42A1-98D5-9F2439E83ABD}">
      <dsp:nvSpPr>
        <dsp:cNvPr id="0" name=""/>
        <dsp:cNvSpPr/>
      </dsp:nvSpPr>
      <dsp:spPr>
        <a:xfrm>
          <a:off x="1269295" y="1584756"/>
          <a:ext cx="1874873" cy="10710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File size in </a:t>
          </a:r>
          <a:r>
            <a:rPr lang="en-US" sz="1800" kern="1200" dirty="0" err="1"/>
            <a:t>InfluxDB</a:t>
          </a:r>
          <a:r>
            <a:rPr lang="en-US" sz="1800" kern="1200" dirty="0"/>
            <a:t>  before compression</a:t>
          </a:r>
          <a:endParaRPr lang="en-IN" sz="1800" kern="1200" dirty="0"/>
        </a:p>
      </dsp:txBody>
      <dsp:txXfrm>
        <a:off x="1321588" y="1637049"/>
        <a:ext cx="1770287" cy="966458"/>
      </dsp:txXfrm>
    </dsp:sp>
    <dsp:sp modelId="{0554D9C3-BE8D-4933-AA80-C0976F848A28}">
      <dsp:nvSpPr>
        <dsp:cNvPr id="0" name=""/>
        <dsp:cNvSpPr/>
      </dsp:nvSpPr>
      <dsp:spPr>
        <a:xfrm>
          <a:off x="3124196" y="1686904"/>
          <a:ext cx="1112874" cy="865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166,290 bytes</a:t>
          </a:r>
          <a:endParaRPr lang="en-IN" sz="1800" kern="1200" dirty="0"/>
        </a:p>
      </dsp:txBody>
      <dsp:txXfrm>
        <a:off x="3124196" y="1686904"/>
        <a:ext cx="1112874" cy="865665"/>
      </dsp:txXfrm>
    </dsp:sp>
    <dsp:sp modelId="{B7DA3467-73AA-48BD-80FF-D6379FD23E8D}">
      <dsp:nvSpPr>
        <dsp:cNvPr id="0" name=""/>
        <dsp:cNvSpPr/>
      </dsp:nvSpPr>
      <dsp:spPr>
        <a:xfrm>
          <a:off x="2537939" y="2787892"/>
          <a:ext cx="1530134" cy="107104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Final file size with </a:t>
          </a:r>
          <a:r>
            <a:rPr lang="en-US" sz="1800" kern="1200" dirty="0" err="1"/>
            <a:t>InfluxDB’s</a:t>
          </a:r>
          <a:r>
            <a:rPr lang="en-US" sz="1800" kern="1200" dirty="0"/>
            <a:t> compression</a:t>
          </a:r>
          <a:endParaRPr lang="en-IN" sz="1800" kern="1200" dirty="0"/>
        </a:p>
      </dsp:txBody>
      <dsp:txXfrm>
        <a:off x="2590232" y="2840185"/>
        <a:ext cx="1425548" cy="966458"/>
      </dsp:txXfrm>
    </dsp:sp>
    <dsp:sp modelId="{A61C934A-424C-40A5-865A-7304FA27B5A7}">
      <dsp:nvSpPr>
        <dsp:cNvPr id="0" name=""/>
        <dsp:cNvSpPr/>
      </dsp:nvSpPr>
      <dsp:spPr>
        <a:xfrm>
          <a:off x="4068074" y="2890041"/>
          <a:ext cx="1112874" cy="865665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70488 bytes</a:t>
          </a:r>
          <a:endParaRPr lang="en-IN" sz="2000" kern="1200" dirty="0"/>
        </a:p>
      </dsp:txBody>
      <dsp:txXfrm>
        <a:off x="4068074" y="2890041"/>
        <a:ext cx="1112874" cy="8656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pPr/>
              <a:t>8/10/2023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pPr/>
              <a:t>8/10/2023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Cabin ECS system using Simulink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Flight conditions, passenger count, diffusion model written using MATLAB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Cabin divided into 6 zones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30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664" indent="-285664" algn="just">
              <a:buFont typeface="Arial" panose="020B0604020202020204" pitchFamily="34" charset="0"/>
              <a:buChar char="•"/>
            </a:pPr>
            <a:r>
              <a:rPr lang="en-US" sz="2000" dirty="0"/>
              <a:t>A transparent method of anomaly detection was desired for the controller</a:t>
            </a:r>
          </a:p>
          <a:p>
            <a:pPr marL="285664" indent="-285664" algn="just">
              <a:buFont typeface="Arial" panose="020B0604020202020204" pitchFamily="34" charset="0"/>
              <a:buChar char="•"/>
            </a:pPr>
            <a:r>
              <a:rPr lang="en-US" sz="2000" dirty="0"/>
              <a:t>Few Algorithms like linear classifiers, logistic regression, decision trees were tried, but the anomaly predictions were noisy.</a:t>
            </a:r>
          </a:p>
          <a:p>
            <a:pPr marL="285664" marR="0" lvl="0" indent="-285664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An adaptive decision block was designed. It can accurately predict the anomalies.</a:t>
            </a:r>
          </a:p>
          <a:p>
            <a:pPr marL="742864" lvl="1" indent="-285664" algn="just">
              <a:buFont typeface="Arial" panose="020B0604020202020204" pitchFamily="34" charset="0"/>
              <a:buChar char="•"/>
            </a:pPr>
            <a:r>
              <a:rPr lang="en-US" sz="2000" dirty="0"/>
              <a:t>Linear regression was used to predict thresholds for making decision block</a:t>
            </a:r>
          </a:p>
          <a:p>
            <a:pPr marL="742864" lvl="1" indent="-285664" algn="just">
              <a:buFont typeface="Arial" panose="020B0604020202020204" pitchFamily="34" charset="0"/>
              <a:buChar char="•"/>
            </a:pPr>
            <a:r>
              <a:rPr lang="en-US" sz="2000" dirty="0"/>
              <a:t>Anomaly detection done by the decision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43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plots demonstrate that our Decision Block can accurately predict the anomalies and their severity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170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Time series data divided into windows based on anomaly class and severity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924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In a given window of time series data, we start interpolating linearly between moving data points.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If the interpolated values fall below an error threshold, we continue the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If the threshold is breached, we store the latest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943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664" indent="-285664" algn="just">
              <a:buFont typeface="Arial" panose="020B0604020202020204" pitchFamily="34" charset="0"/>
              <a:buChar char="•"/>
            </a:pPr>
            <a:r>
              <a:rPr lang="en-US" dirty="0"/>
              <a:t>There is an inverse relationship between error threshold and storage space consumed</a:t>
            </a:r>
          </a:p>
          <a:p>
            <a:pPr marL="285664" indent="-285664" algn="just">
              <a:buFont typeface="Arial" panose="020B0604020202020204" pitchFamily="34" charset="0"/>
              <a:buChar char="•"/>
            </a:pPr>
            <a:r>
              <a:rPr lang="en-US" dirty="0"/>
              <a:t>Larger errors allow us to consume less space but reduce reconstruction accuracy</a:t>
            </a:r>
          </a:p>
          <a:p>
            <a:pPr marL="285664" indent="-285664" algn="just">
              <a:buFont typeface="Arial" panose="020B0604020202020204" pitchFamily="34" charset="0"/>
              <a:buChar char="•"/>
            </a:pPr>
            <a:r>
              <a:rPr lang="en-US" dirty="0"/>
              <a:t>An optimum error threshold needs to be chosen depending upon available storage space and severity of data.</a:t>
            </a:r>
          </a:p>
          <a:p>
            <a:pPr marL="285664" indent="-285664" algn="just">
              <a:buFont typeface="Arial" panose="020B0604020202020204" pitchFamily="34" charset="0"/>
              <a:buChar char="•"/>
            </a:pPr>
            <a:r>
              <a:rPr lang="en-US" dirty="0"/>
              <a:t>This optimization is done using cost functions over windows (batches) of time series data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068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19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2" y="1163642"/>
            <a:ext cx="9140825" cy="165575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11303C-4E49-43C6-AE6B-F86CF56A453B}"/>
              </a:ext>
            </a:extLst>
          </p:cNvPr>
          <p:cNvSpPr/>
          <p:nvPr userDrawn="1"/>
        </p:nvSpPr>
        <p:spPr>
          <a:xfrm>
            <a:off x="3198812" y="6248400"/>
            <a:ext cx="5065774" cy="531676"/>
          </a:xfrm>
          <a:prstGeom prst="roundRect">
            <a:avLst/>
          </a:prstGeom>
          <a:solidFill>
            <a:srgbClr val="97BA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6683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n w="0"/>
                <a:solidFill>
                  <a:schemeClr val="tx1"/>
                </a:solidFill>
                <a:latin typeface="Calibri" panose="020F0502020204030204" pitchFamily="34" charset="0"/>
              </a:rPr>
              <a:t>Indian Institute of Science, Bangalore</a:t>
            </a:r>
          </a:p>
        </p:txBody>
      </p:sp>
    </p:spTree>
    <p:extLst>
      <p:ext uri="{BB962C8B-B14F-4D97-AF65-F5344CB8AC3E}">
        <p14:creationId xmlns:p14="http://schemas.microsoft.com/office/powerpoint/2010/main" val="385163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14C6-5DAA-42F6-AD43-299E9C0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EBF-37EB-424D-AD47-A2C920BF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pPr/>
              <a:t>10-08-2023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FF14-AFF4-4CEB-828B-6A5CE9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ADD2-B06C-4BD8-8D4C-52D85FC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47BAA9-B429-45AA-BEFA-E9FAC25E6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0896599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82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1655758"/>
          </a:xfrm>
        </p:spPr>
        <p:txBody>
          <a:bodyPr vert="horz" lIns="360000" tIns="45720" rIns="180000" bIns="45720" rtlCol="0" anchor="b">
            <a:normAutofit/>
          </a:bodyPr>
          <a:lstStyle>
            <a:lvl1pPr>
              <a:defRPr lang="en-IN" sz="4000" dirty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41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6F2-3B16-4E19-AE5F-555EF21D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3914-1CE0-4C1E-AE5E-1FFC727E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A8D-5760-4AA7-8662-C2150FF7F1A2}" type="datetimeFigureOut">
              <a:rPr lang="en-IN" smtClean="0"/>
              <a:pPr/>
              <a:t>10-08-2023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A56B-4DA8-49D7-BB0E-4326B99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2AB-9730-4D89-8185-8090205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06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A5CA-A3F2-4E99-B12A-94F79ED7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4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>
            <a:extLst>
              <a:ext uri="{FF2B5EF4-FFF2-40B4-BE49-F238E27FC236}">
                <a16:creationId xmlns:a16="http://schemas.microsoft.com/office/drawing/2014/main" id="{E8B9A9C2-551F-4DD6-803A-A65A0BDF3E92}"/>
              </a:ext>
            </a:extLst>
          </p:cNvPr>
          <p:cNvSpPr/>
          <p:nvPr userDrawn="1"/>
        </p:nvSpPr>
        <p:spPr>
          <a:xfrm>
            <a:off x="0" y="0"/>
            <a:ext cx="12188825" cy="681037"/>
          </a:xfrm>
          <a:prstGeom prst="rect">
            <a:avLst/>
          </a:prstGeom>
          <a:solidFill>
            <a:srgbClr val="C5D8FF"/>
          </a:solidFill>
          <a:ln>
            <a:noFill/>
          </a:ln>
        </p:spPr>
        <p:txBody>
          <a:bodyPr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C294-8672-422E-BD2C-7ABBBA1A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  <a:prstGeom prst="rect">
            <a:avLst/>
          </a:prstGeom>
        </p:spPr>
        <p:txBody>
          <a:bodyPr vert="horz" lIns="216000" tIns="45720" rIns="18000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19EA-F0F4-4756-85C2-2E918616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2" y="990600"/>
            <a:ext cx="10895013" cy="5186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B0CE-A2DD-4BC6-915F-CA99B29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A65A8D-5760-4AA7-8662-C2150FF7F1A2}" type="datetimeFigureOut">
              <a:rPr lang="en-IN" smtClean="0"/>
              <a:pPr/>
              <a:t>10-08-2023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DB6E-9C02-405F-933B-DB828024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9DF0-7CED-4B0E-8C48-E2110AD6B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48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5" r:id="rId2"/>
    <p:sldLayoutId id="2147483754" r:id="rId3"/>
    <p:sldLayoutId id="2147483756" r:id="rId4"/>
    <p:sldLayoutId id="214748374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AIOT data management -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E24F50-4B4F-EE89-DA31-BEFA8B7D2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64958"/>
              </p:ext>
            </p:extLst>
          </p:nvPr>
        </p:nvGraphicFramePr>
        <p:xfrm>
          <a:off x="2970212" y="4054379"/>
          <a:ext cx="4536741" cy="223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01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Anomaly Class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anomaly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Ventilation</a:t>
                      </a:r>
                      <a:r>
                        <a:rPr lang="en-IN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efficiency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Independent source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Fuming event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 after anomaly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3C451E-2276-4BDB-B1E1-494EED289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35210"/>
              </p:ext>
            </p:extLst>
          </p:nvPr>
        </p:nvGraphicFramePr>
        <p:xfrm>
          <a:off x="7806946" y="4051812"/>
          <a:ext cx="3124200" cy="151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87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Severity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8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8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 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58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610033B3-6B83-FAA3-D8BB-0140B20C2770}"/>
              </a:ext>
            </a:extLst>
          </p:cNvPr>
          <p:cNvSpPr/>
          <p:nvPr/>
        </p:nvSpPr>
        <p:spPr>
          <a:xfrm>
            <a:off x="9706679" y="871864"/>
            <a:ext cx="2222680" cy="920037"/>
          </a:xfrm>
          <a:prstGeom prst="roundRect">
            <a:avLst>
              <a:gd name="adj" fmla="val 1000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Storage Space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81F085-3B0D-FBE3-9020-442ED89F47C6}"/>
              </a:ext>
            </a:extLst>
          </p:cNvPr>
          <p:cNvGrpSpPr/>
          <p:nvPr/>
        </p:nvGrpSpPr>
        <p:grpSpPr>
          <a:xfrm>
            <a:off x="9631368" y="2282051"/>
            <a:ext cx="2373302" cy="920037"/>
            <a:chOff x="3159410" y="1045119"/>
            <a:chExt cx="1126266" cy="770788"/>
          </a:xfrm>
        </p:grpSpPr>
        <p:sp>
          <p:nvSpPr>
            <p:cNvPr id="11" name="Rectangle: Rounded Corners 33">
              <a:extLst>
                <a:ext uri="{FF2B5EF4-FFF2-40B4-BE49-F238E27FC236}">
                  <a16:creationId xmlns:a16="http://schemas.microsoft.com/office/drawing/2014/main" id="{34755DEE-08AA-55BC-E665-9DF1F5959A1E}"/>
                </a:ext>
              </a:extLst>
            </p:cNvPr>
            <p:cNvSpPr/>
            <p:nvPr/>
          </p:nvSpPr>
          <p:spPr>
            <a:xfrm>
              <a:off x="3159410" y="1045119"/>
              <a:ext cx="1126266" cy="770788"/>
            </a:xfrm>
            <a:prstGeom prst="roundRect">
              <a:avLst>
                <a:gd name="adj" fmla="val 10000"/>
              </a:avLst>
            </a:prstGeom>
            <a:blipFill dpi="0" rotWithShape="1">
              <a:blip r:embed="rId2" cstate="print">
                <a:alphaModFix amt="7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17E331D3-7B29-DC56-B486-54991CA28950}"/>
                </a:ext>
              </a:extLst>
            </p:cNvPr>
            <p:cNvSpPr txBox="1"/>
            <p:nvPr/>
          </p:nvSpPr>
          <p:spPr>
            <a:xfrm>
              <a:off x="3181986" y="1067695"/>
              <a:ext cx="1081114" cy="7256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rtlCol="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>
                  <a:solidFill>
                    <a:schemeClr val="dk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Adaptive</a:t>
              </a:r>
              <a:r>
                <a:rPr lang="en-IN" sz="2000" kern="1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 Storage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EE4559-E422-8B43-D477-0698F37DD59C}"/>
              </a:ext>
            </a:extLst>
          </p:cNvPr>
          <p:cNvGrpSpPr/>
          <p:nvPr/>
        </p:nvGrpSpPr>
        <p:grpSpPr>
          <a:xfrm>
            <a:off x="227012" y="2166069"/>
            <a:ext cx="2613894" cy="1152000"/>
            <a:chOff x="5863" y="1045119"/>
            <a:chExt cx="1126266" cy="786216"/>
          </a:xfrm>
        </p:grpSpPr>
        <p:sp>
          <p:nvSpPr>
            <p:cNvPr id="14" name="Rectangle: Rounded Corners 39">
              <a:extLst>
                <a:ext uri="{FF2B5EF4-FFF2-40B4-BE49-F238E27FC236}">
                  <a16:creationId xmlns:a16="http://schemas.microsoft.com/office/drawing/2014/main" id="{90E0E83A-29EF-2BF8-CAEB-088EDD8566F6}"/>
                </a:ext>
              </a:extLst>
            </p:cNvPr>
            <p:cNvSpPr/>
            <p:nvPr/>
          </p:nvSpPr>
          <p:spPr>
            <a:xfrm>
              <a:off x="5863" y="1045119"/>
              <a:ext cx="1126266" cy="786216"/>
            </a:xfrm>
            <a:prstGeom prst="roundRect">
              <a:avLst>
                <a:gd name="adj" fmla="val 1000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8D1F7B3B-DC40-8BA5-3D93-1B5B2313AD0D}"/>
                </a:ext>
              </a:extLst>
            </p:cNvPr>
            <p:cNvSpPr txBox="1"/>
            <p:nvPr/>
          </p:nvSpPr>
          <p:spPr>
            <a:xfrm>
              <a:off x="57188" y="1103042"/>
              <a:ext cx="1009107" cy="6491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7150" tIns="57150" rIns="57150" bIns="57150" numCol="1" spcCol="1270" rtlCol="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Data generation model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792164-128B-748D-D195-D3F307ADF25D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2840906" y="2742069"/>
            <a:ext cx="2280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8CDF4A-C7B6-EA8A-6D2F-9185F3A8C332}"/>
              </a:ext>
            </a:extLst>
          </p:cNvPr>
          <p:cNvCxnSpPr>
            <a:cxnSpLocks/>
            <a:stCxn id="21" idx="3"/>
            <a:endCxn id="12" idx="1"/>
          </p:cNvCxnSpPr>
          <p:nvPr/>
        </p:nvCxnSpPr>
        <p:spPr>
          <a:xfrm>
            <a:off x="7838126" y="2742069"/>
            <a:ext cx="1840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249FA0-034A-45B9-4781-40696C77A2A8}"/>
              </a:ext>
            </a:extLst>
          </p:cNvPr>
          <p:cNvSpPr txBox="1"/>
          <p:nvPr/>
        </p:nvSpPr>
        <p:spPr>
          <a:xfrm>
            <a:off x="2855552" y="2742069"/>
            <a:ext cx="2358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72000" indent="-14400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CO2 across zones</a:t>
            </a:r>
          </a:p>
          <a:p>
            <a:r>
              <a:rPr lang="en-IN" dirty="0"/>
              <a:t>TPH</a:t>
            </a:r>
          </a:p>
          <a:p>
            <a:r>
              <a:rPr lang="en-IN" dirty="0"/>
              <a:t>Passenger Count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7A216-B913-737E-F109-48007552DD86}"/>
              </a:ext>
            </a:extLst>
          </p:cNvPr>
          <p:cNvSpPr txBox="1"/>
          <p:nvPr/>
        </p:nvSpPr>
        <p:spPr>
          <a:xfrm>
            <a:off x="7849250" y="2750609"/>
            <a:ext cx="182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1440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Anomaly class</a:t>
            </a:r>
          </a:p>
          <a:p>
            <a:pPr marL="72000" indent="-1440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Severity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4FA796-66B1-5D8F-C3CE-83787A17ACF4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10818019" y="1791901"/>
            <a:ext cx="0" cy="49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33">
            <a:extLst>
              <a:ext uri="{FF2B5EF4-FFF2-40B4-BE49-F238E27FC236}">
                <a16:creationId xmlns:a16="http://schemas.microsoft.com/office/drawing/2014/main" id="{4C24A79C-2231-011A-FB70-CE8DC0119B59}"/>
              </a:ext>
            </a:extLst>
          </p:cNvPr>
          <p:cNvSpPr/>
          <p:nvPr/>
        </p:nvSpPr>
        <p:spPr>
          <a:xfrm>
            <a:off x="5121336" y="2166069"/>
            <a:ext cx="2716790" cy="1152000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Adaptive decision block and severity predictor</a:t>
            </a:r>
          </a:p>
        </p:txBody>
      </p:sp>
    </p:spTree>
    <p:extLst>
      <p:ext uri="{BB962C8B-B14F-4D97-AF65-F5344CB8AC3E}">
        <p14:creationId xmlns:p14="http://schemas.microsoft.com/office/powerpoint/2010/main" val="157305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generation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2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D66B6-2234-FC93-8C49-BF073D1E10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6" t="10825" r="8742" b="7352"/>
          <a:stretch/>
        </p:blipFill>
        <p:spPr>
          <a:xfrm>
            <a:off x="684212" y="700086"/>
            <a:ext cx="10820400" cy="611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9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73B9-FD3F-422A-A171-554257B1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</a:t>
            </a:r>
            <a:r>
              <a:rPr lang="en-US" dirty="0"/>
              <a:t>Class 2 anomaly in zone 2 for 50% occupancy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6983F-8E4A-43F6-8A04-B7EA4278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3</a:t>
            </a:fld>
            <a:endParaRPr lang="en-IN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61852F5-B8FC-4DE4-ACE7-8FA2E0F97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283061"/>
              </p:ext>
            </p:extLst>
          </p:nvPr>
        </p:nvGraphicFramePr>
        <p:xfrm>
          <a:off x="-1588" y="1073124"/>
          <a:ext cx="9829799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7AA0FF5-36FA-1437-AC1A-46E9A5DCF6AE}"/>
              </a:ext>
            </a:extLst>
          </p:cNvPr>
          <p:cNvSpPr/>
          <p:nvPr/>
        </p:nvSpPr>
        <p:spPr>
          <a:xfrm>
            <a:off x="9464479" y="2259505"/>
            <a:ext cx="25580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Anomaly: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Independent source of CO</a:t>
            </a:r>
            <a:r>
              <a:rPr lang="en-IN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Zone 2</a:t>
            </a:r>
          </a:p>
        </p:txBody>
      </p:sp>
    </p:spTree>
    <p:extLst>
      <p:ext uri="{BB962C8B-B14F-4D97-AF65-F5344CB8AC3E}">
        <p14:creationId xmlns:p14="http://schemas.microsoft.com/office/powerpoint/2010/main" val="67101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73B9-FD3F-422A-A171-554257B1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Anomaly &amp; severity level prediction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6983F-8E4A-43F6-8A04-B7EA4278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EB11BA-6C26-F5CF-52AF-A647ACB64F72}"/>
              </a:ext>
            </a:extLst>
          </p:cNvPr>
          <p:cNvSpPr/>
          <p:nvPr/>
        </p:nvSpPr>
        <p:spPr>
          <a:xfrm>
            <a:off x="305543" y="1718845"/>
            <a:ext cx="1826469" cy="104961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Features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0D2BB1-8D43-7A16-7478-3B4B69B5AA12}"/>
              </a:ext>
            </a:extLst>
          </p:cNvPr>
          <p:cNvSpPr/>
          <p:nvPr/>
        </p:nvSpPr>
        <p:spPr>
          <a:xfrm>
            <a:off x="3198812" y="1706288"/>
            <a:ext cx="2198660" cy="1062169"/>
          </a:xfrm>
          <a:prstGeom prst="rect">
            <a:avLst/>
          </a:prstGeom>
          <a:solidFill>
            <a:srgbClr val="E0AA0F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Adaptive Decision Block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90D634-3761-D451-B7EC-1F5F69A362F3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2132012" y="2237373"/>
            <a:ext cx="1066800" cy="6278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F25DF7A-832A-9A89-59D6-C92A32D24E7D}"/>
              </a:ext>
            </a:extLst>
          </p:cNvPr>
          <p:cNvSpPr/>
          <p:nvPr/>
        </p:nvSpPr>
        <p:spPr>
          <a:xfrm>
            <a:off x="6251879" y="1706288"/>
            <a:ext cx="2128534" cy="1062169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Anomaly Class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3A6637-F18E-4CDB-0B88-40FF4AF33797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5397472" y="2237373"/>
            <a:ext cx="854407" cy="0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08DB076-2801-E30E-2715-2B49A2D2C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2751"/>
              </p:ext>
            </p:extLst>
          </p:nvPr>
        </p:nvGraphicFramePr>
        <p:xfrm>
          <a:off x="4649147" y="3731928"/>
          <a:ext cx="3581400" cy="2493771"/>
        </p:xfrm>
        <a:graphic>
          <a:graphicData uri="http://schemas.openxmlformats.org/drawingml/2006/table">
            <a:tbl>
              <a:tblPr firstRow="1" bandRow="1"/>
              <a:tblGrid>
                <a:gridCol w="1257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0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Anomaly Class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Description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0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NO anomaly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1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Ventilation</a:t>
                      </a:r>
                      <a:r>
                        <a:rPr lang="en-IN" sz="1800" baseline="0" dirty="0"/>
                        <a:t> efficiency</a:t>
                      </a:r>
                      <a:endParaRPr lang="en-IN" sz="1800" dirty="0"/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2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Independent source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3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Fuming event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4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Event after anomaly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4AD16FE-BCB2-151F-79E0-7C84CF975596}"/>
              </a:ext>
            </a:extLst>
          </p:cNvPr>
          <p:cNvSpPr txBox="1"/>
          <p:nvPr/>
        </p:nvSpPr>
        <p:spPr>
          <a:xfrm>
            <a:off x="339331" y="3731928"/>
            <a:ext cx="3844466" cy="193899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Input Features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CO2 across zones [1:6]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Rate of change of CO2 [1:6]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Humidity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Passenger Count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(total features: 14)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A4F4CF-14B0-36B1-7CC8-6AB25668B652}"/>
              </a:ext>
            </a:extLst>
          </p:cNvPr>
          <p:cNvSpPr/>
          <p:nvPr/>
        </p:nvSpPr>
        <p:spPr>
          <a:xfrm>
            <a:off x="9371012" y="1718845"/>
            <a:ext cx="2309773" cy="1062169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Severity Level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Predictor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8DF993-1535-8FE5-C3E0-3C10C7A817F6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8380413" y="2237373"/>
            <a:ext cx="990599" cy="12557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92983B6-ADCC-F896-315F-8EFEC4936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924700"/>
              </p:ext>
            </p:extLst>
          </p:nvPr>
        </p:nvGraphicFramePr>
        <p:xfrm>
          <a:off x="8518919" y="3731928"/>
          <a:ext cx="3669906" cy="1752285"/>
        </p:xfrm>
        <a:graphic>
          <a:graphicData uri="http://schemas.openxmlformats.org/drawingml/2006/table">
            <a:tbl>
              <a:tblPr firstRow="1" bandRow="1"/>
              <a:tblGrid>
                <a:gridCol w="116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0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Severity</a:t>
                      </a:r>
                      <a:r>
                        <a:rPr lang="en-IN" sz="1800" baseline="0" dirty="0"/>
                        <a:t> level</a:t>
                      </a:r>
                      <a:endParaRPr lang="en-IN" sz="1800" dirty="0"/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Description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0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Low severity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1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Intermediate</a:t>
                      </a:r>
                      <a:r>
                        <a:rPr lang="en-IN" sz="1800" baseline="0" dirty="0"/>
                        <a:t> Severity</a:t>
                      </a:r>
                      <a:endParaRPr lang="en-IN" sz="1800" dirty="0"/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800" dirty="0"/>
                        <a:t>2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800" dirty="0"/>
                        <a:t>High Severity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263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9D987A6-9372-B4A3-2916-476F27B2F307}"/>
              </a:ext>
            </a:extLst>
          </p:cNvPr>
          <p:cNvCxnSpPr>
            <a:cxnSpLocks/>
          </p:cNvCxnSpPr>
          <p:nvPr/>
        </p:nvCxnSpPr>
        <p:spPr>
          <a:xfrm flipV="1">
            <a:off x="2132012" y="1301977"/>
            <a:ext cx="1371600" cy="605053"/>
          </a:xfrm>
          <a:prstGeom prst="bentConnector3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7075652-7BF0-F7B9-CD17-5EA5FB36CEC4}"/>
              </a:ext>
            </a:extLst>
          </p:cNvPr>
          <p:cNvCxnSpPr>
            <a:cxnSpLocks/>
          </p:cNvCxnSpPr>
          <p:nvPr/>
        </p:nvCxnSpPr>
        <p:spPr>
          <a:xfrm>
            <a:off x="3503612" y="1301977"/>
            <a:ext cx="5872470" cy="605053"/>
          </a:xfrm>
          <a:prstGeom prst="bentConnector3">
            <a:avLst>
              <a:gd name="adj1" fmla="val 87945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29891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06C7-7AB3-FBF9-D653-D15E58A7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Adaptive decision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CA0455-2A8E-B4D7-60E7-43DFD21D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E04425B-82DB-6895-6372-17FD4A91A535}"/>
              </a:ext>
            </a:extLst>
          </p:cNvPr>
          <p:cNvSpPr/>
          <p:nvPr/>
        </p:nvSpPr>
        <p:spPr>
          <a:xfrm>
            <a:off x="20408" y="1608336"/>
            <a:ext cx="4824713" cy="3456129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ED78FCE8-C0F9-D048-3306-13D8596E1C87}"/>
              </a:ext>
            </a:extLst>
          </p:cNvPr>
          <p:cNvSpPr/>
          <p:nvPr/>
        </p:nvSpPr>
        <p:spPr>
          <a:xfrm>
            <a:off x="6438309" y="1947579"/>
            <a:ext cx="2011615" cy="1335001"/>
          </a:xfrm>
          <a:prstGeom prst="diamond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Humidity &gt;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Humidity_th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810BD857-F72F-8CC6-7ACE-7889BE662DA0}"/>
              </a:ext>
            </a:extLst>
          </p:cNvPr>
          <p:cNvSpPr/>
          <p:nvPr/>
        </p:nvSpPr>
        <p:spPr>
          <a:xfrm>
            <a:off x="9168837" y="4102063"/>
            <a:ext cx="2063659" cy="1335001"/>
          </a:xfrm>
          <a:prstGeom prst="diamond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Max deviation between zones &gt;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dev_th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0B508978-BBCE-D55E-8C8F-8EA46269BA96}"/>
              </a:ext>
            </a:extLst>
          </p:cNvPr>
          <p:cNvSpPr/>
          <p:nvPr/>
        </p:nvSpPr>
        <p:spPr>
          <a:xfrm>
            <a:off x="7780021" y="3064738"/>
            <a:ext cx="2063659" cy="1335001"/>
          </a:xfrm>
          <a:prstGeom prst="diamond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Avg_slope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Slope_th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04A8B7B8-A14B-EC33-74BD-4CBC14D86770}"/>
              </a:ext>
            </a:extLst>
          </p:cNvPr>
          <p:cNvSpPr/>
          <p:nvPr/>
        </p:nvSpPr>
        <p:spPr>
          <a:xfrm>
            <a:off x="7692056" y="876395"/>
            <a:ext cx="2063659" cy="1335001"/>
          </a:xfrm>
          <a:prstGeom prst="diamond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</a:t>
            </a:r>
            <a:r>
              <a:rPr kumimoji="0" lang="en-IN" sz="1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&lt;  CO</a:t>
            </a:r>
            <a:r>
              <a:rPr kumimoji="0" lang="en-IN" sz="1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_th</a:t>
            </a:r>
            <a:endParaRPr kumimoji="0" lang="en-IN" sz="1400" b="0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84E0F69-CE8D-A93D-276B-449D0B02711A}"/>
              </a:ext>
            </a:extLst>
          </p:cNvPr>
          <p:cNvSpPr/>
          <p:nvPr/>
        </p:nvSpPr>
        <p:spPr>
          <a:xfrm>
            <a:off x="7002545" y="4616955"/>
            <a:ext cx="934244" cy="464883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E81E71A-9EFC-C2FC-F594-1EE612CDA66C}"/>
              </a:ext>
            </a:extLst>
          </p:cNvPr>
          <p:cNvSpPr/>
          <p:nvPr/>
        </p:nvSpPr>
        <p:spPr>
          <a:xfrm>
            <a:off x="8344728" y="5474850"/>
            <a:ext cx="934244" cy="464883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9B61599-625A-64BB-EE2B-A88A6C94BCAC}"/>
              </a:ext>
            </a:extLst>
          </p:cNvPr>
          <p:cNvSpPr/>
          <p:nvPr/>
        </p:nvSpPr>
        <p:spPr>
          <a:xfrm>
            <a:off x="5625137" y="3231713"/>
            <a:ext cx="934244" cy="464883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BCEFDF0-1767-CF2D-64DA-E5FD518605A3}"/>
              </a:ext>
            </a:extLst>
          </p:cNvPr>
          <p:cNvSpPr/>
          <p:nvPr/>
        </p:nvSpPr>
        <p:spPr>
          <a:xfrm>
            <a:off x="11005562" y="5474291"/>
            <a:ext cx="934244" cy="464883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5056494-B062-32F7-2331-FBDFB7C20782}"/>
              </a:ext>
            </a:extLst>
          </p:cNvPr>
          <p:cNvSpPr/>
          <p:nvPr/>
        </p:nvSpPr>
        <p:spPr>
          <a:xfrm>
            <a:off x="9591867" y="2188109"/>
            <a:ext cx="934244" cy="464883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F02D543-EB9D-328F-10B7-1138E71FCC61}"/>
              </a:ext>
            </a:extLst>
          </p:cNvPr>
          <p:cNvSpPr/>
          <p:nvPr/>
        </p:nvSpPr>
        <p:spPr>
          <a:xfrm>
            <a:off x="1207891" y="847668"/>
            <a:ext cx="2286000" cy="537241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Generation Model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0FA3FF-276E-CFAB-7BB3-34B1BFED61A1}"/>
              </a:ext>
            </a:extLst>
          </p:cNvPr>
          <p:cNvSpPr/>
          <p:nvPr/>
        </p:nvSpPr>
        <p:spPr>
          <a:xfrm>
            <a:off x="118587" y="2652269"/>
            <a:ext cx="1371600" cy="165486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Linear Regression based predictors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C370008-5CB1-1E43-D088-02A87B5DD327}"/>
              </a:ext>
            </a:extLst>
          </p:cNvPr>
          <p:cNvSpPr/>
          <p:nvPr/>
        </p:nvSpPr>
        <p:spPr>
          <a:xfrm>
            <a:off x="3194840" y="2658732"/>
            <a:ext cx="1371600" cy="165486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Decision elements</a:t>
            </a:r>
          </a:p>
        </p:txBody>
      </p:sp>
      <p:cxnSp>
        <p:nvCxnSpPr>
          <p:cNvPr id="77" name="Elbow Connector 26">
            <a:extLst>
              <a:ext uri="{FF2B5EF4-FFF2-40B4-BE49-F238E27FC236}">
                <a16:creationId xmlns:a16="http://schemas.microsoft.com/office/drawing/2014/main" id="{CDF43F5C-0A77-1E18-FBB5-44A8D38557B5}"/>
              </a:ext>
            </a:extLst>
          </p:cNvPr>
          <p:cNvCxnSpPr>
            <a:stCxn id="74" idx="2"/>
            <a:endCxn id="76" idx="0"/>
          </p:cNvCxnSpPr>
          <p:nvPr/>
        </p:nvCxnSpPr>
        <p:spPr>
          <a:xfrm rot="16200000" flipH="1">
            <a:off x="2478854" y="1256945"/>
            <a:ext cx="1273823" cy="1529749"/>
          </a:xfrm>
          <a:prstGeom prst="bentConnector3">
            <a:avLst>
              <a:gd name="adj1" fmla="val 71934"/>
            </a:avLst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78" name="Elbow Connector 28">
            <a:extLst>
              <a:ext uri="{FF2B5EF4-FFF2-40B4-BE49-F238E27FC236}">
                <a16:creationId xmlns:a16="http://schemas.microsoft.com/office/drawing/2014/main" id="{658B5FAB-F465-DC82-5657-D3FCF3C1B949}"/>
              </a:ext>
            </a:extLst>
          </p:cNvPr>
          <p:cNvCxnSpPr>
            <a:stCxn id="74" idx="2"/>
            <a:endCxn id="75" idx="0"/>
          </p:cNvCxnSpPr>
          <p:nvPr/>
        </p:nvCxnSpPr>
        <p:spPr>
          <a:xfrm rot="5400000">
            <a:off x="943959" y="1245337"/>
            <a:ext cx="1267360" cy="154650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A92E440-AE50-24DE-F11F-2D8DFD10BF95}"/>
              </a:ext>
            </a:extLst>
          </p:cNvPr>
          <p:cNvCxnSpPr>
            <a:cxnSpLocks/>
          </p:cNvCxnSpPr>
          <p:nvPr/>
        </p:nvCxnSpPr>
        <p:spPr>
          <a:xfrm>
            <a:off x="1490187" y="2954652"/>
            <a:ext cx="1704653" cy="0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4F5249A-06FA-9DD2-4B1A-ED40F70373FF}"/>
              </a:ext>
            </a:extLst>
          </p:cNvPr>
          <p:cNvCxnSpPr>
            <a:cxnSpLocks/>
          </p:cNvCxnSpPr>
          <p:nvPr/>
        </p:nvCxnSpPr>
        <p:spPr>
          <a:xfrm>
            <a:off x="1490187" y="3424530"/>
            <a:ext cx="1696319" cy="0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C1CCFF5-3FCE-B4BD-BDD3-756299510641}"/>
              </a:ext>
            </a:extLst>
          </p:cNvPr>
          <p:cNvCxnSpPr>
            <a:cxnSpLocks/>
          </p:cNvCxnSpPr>
          <p:nvPr/>
        </p:nvCxnSpPr>
        <p:spPr>
          <a:xfrm>
            <a:off x="1490187" y="3856396"/>
            <a:ext cx="1704653" cy="0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E3EE9167-54AB-E8EB-D0C0-92D4BCEBC46D}"/>
              </a:ext>
            </a:extLst>
          </p:cNvPr>
          <p:cNvSpPr/>
          <p:nvPr/>
        </p:nvSpPr>
        <p:spPr>
          <a:xfrm>
            <a:off x="3321237" y="5400491"/>
            <a:ext cx="1752600" cy="9144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329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Anomaly Class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C4EF1CA-F88E-F381-5DA7-AF1AB2DE1195}"/>
              </a:ext>
            </a:extLst>
          </p:cNvPr>
          <p:cNvCxnSpPr>
            <a:stCxn id="76" idx="2"/>
            <a:endCxn id="82" idx="0"/>
          </p:cNvCxnSpPr>
          <p:nvPr/>
        </p:nvCxnSpPr>
        <p:spPr>
          <a:xfrm>
            <a:off x="3880640" y="4313596"/>
            <a:ext cx="316897" cy="1086895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7BD6991-03F2-88AD-FE50-3621BC7211CE}"/>
              </a:ext>
            </a:extLst>
          </p:cNvPr>
          <p:cNvSpPr txBox="1"/>
          <p:nvPr/>
        </p:nvSpPr>
        <p:spPr>
          <a:xfrm>
            <a:off x="1598154" y="2708653"/>
            <a:ext cx="13388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Arial"/>
              </a:rPr>
              <a:t>CO2 threshold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FC549D-36BC-A15F-6481-533987383274}"/>
              </a:ext>
            </a:extLst>
          </p:cNvPr>
          <p:cNvSpPr txBox="1"/>
          <p:nvPr/>
        </p:nvSpPr>
        <p:spPr>
          <a:xfrm>
            <a:off x="1512383" y="3138407"/>
            <a:ext cx="1704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Arial"/>
              </a:rPr>
              <a:t>Humidity threshold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4C55461-C4C4-1C08-41DF-36093D545CA7}"/>
              </a:ext>
            </a:extLst>
          </p:cNvPr>
          <p:cNvSpPr txBox="1"/>
          <p:nvPr/>
        </p:nvSpPr>
        <p:spPr>
          <a:xfrm>
            <a:off x="1460978" y="3581606"/>
            <a:ext cx="1918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Arial"/>
              </a:rPr>
              <a:t>Threshold for maximum</a:t>
            </a:r>
          </a:p>
          <a:p>
            <a:r>
              <a:rPr lang="en-IN" sz="1400" dirty="0">
                <a:solidFill>
                  <a:srgbClr val="000000"/>
                </a:solidFill>
                <a:latin typeface="Arial"/>
              </a:rPr>
              <a:t>deviation between zones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75C7A4-4A6F-EF37-7AF3-9B2642330DF7}"/>
              </a:ext>
            </a:extLst>
          </p:cNvPr>
          <p:cNvSpPr txBox="1"/>
          <p:nvPr/>
        </p:nvSpPr>
        <p:spPr>
          <a:xfrm>
            <a:off x="762869" y="2023287"/>
            <a:ext cx="1527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Arial"/>
              </a:rPr>
              <a:t>Passenger count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C61A0A-B568-9BC2-23AE-B90F587A5129}"/>
              </a:ext>
            </a:extLst>
          </p:cNvPr>
          <p:cNvSpPr txBox="1"/>
          <p:nvPr/>
        </p:nvSpPr>
        <p:spPr>
          <a:xfrm>
            <a:off x="2518244" y="1980136"/>
            <a:ext cx="1747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Arial"/>
              </a:rPr>
              <a:t>CO2 [1,6] ,Humidity</a:t>
            </a:r>
          </a:p>
        </p:txBody>
      </p:sp>
      <p:cxnSp>
        <p:nvCxnSpPr>
          <p:cNvPr id="89" name="Elbow Connector 64">
            <a:extLst>
              <a:ext uri="{FF2B5EF4-FFF2-40B4-BE49-F238E27FC236}">
                <a16:creationId xmlns:a16="http://schemas.microsoft.com/office/drawing/2014/main" id="{E85BFA8C-947A-6064-42EB-39148EF4A63C}"/>
              </a:ext>
            </a:extLst>
          </p:cNvPr>
          <p:cNvCxnSpPr>
            <a:stCxn id="68" idx="1"/>
            <a:endCxn id="65" idx="0"/>
          </p:cNvCxnSpPr>
          <p:nvPr/>
        </p:nvCxnSpPr>
        <p:spPr>
          <a:xfrm rot="10800000" flipV="1">
            <a:off x="7444118" y="1543895"/>
            <a:ext cx="247939" cy="403683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0" name="Elbow Connector 67">
            <a:extLst>
              <a:ext uri="{FF2B5EF4-FFF2-40B4-BE49-F238E27FC236}">
                <a16:creationId xmlns:a16="http://schemas.microsoft.com/office/drawing/2014/main" id="{02FD8A2F-EAEC-0B39-9A5A-5ECA82283BCD}"/>
              </a:ext>
            </a:extLst>
          </p:cNvPr>
          <p:cNvCxnSpPr>
            <a:stCxn id="68" idx="3"/>
            <a:endCxn id="73" idx="0"/>
          </p:cNvCxnSpPr>
          <p:nvPr/>
        </p:nvCxnSpPr>
        <p:spPr>
          <a:xfrm>
            <a:off x="9755715" y="1543896"/>
            <a:ext cx="303274" cy="644213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1" name="Elbow Connector 70">
            <a:extLst>
              <a:ext uri="{FF2B5EF4-FFF2-40B4-BE49-F238E27FC236}">
                <a16:creationId xmlns:a16="http://schemas.microsoft.com/office/drawing/2014/main" id="{0AE57D0F-11B3-2C2B-6583-D695FC0587B7}"/>
              </a:ext>
            </a:extLst>
          </p:cNvPr>
          <p:cNvCxnSpPr>
            <a:stCxn id="65" idx="3"/>
            <a:endCxn id="67" idx="0"/>
          </p:cNvCxnSpPr>
          <p:nvPr/>
        </p:nvCxnSpPr>
        <p:spPr>
          <a:xfrm>
            <a:off x="8449924" y="2615080"/>
            <a:ext cx="361927" cy="449658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2" name="Elbow Connector 76">
            <a:extLst>
              <a:ext uri="{FF2B5EF4-FFF2-40B4-BE49-F238E27FC236}">
                <a16:creationId xmlns:a16="http://schemas.microsoft.com/office/drawing/2014/main" id="{C1336A7D-54CD-1397-CBA3-CB99E2135019}"/>
              </a:ext>
            </a:extLst>
          </p:cNvPr>
          <p:cNvCxnSpPr>
            <a:stCxn id="65" idx="1"/>
            <a:endCxn id="71" idx="0"/>
          </p:cNvCxnSpPr>
          <p:nvPr/>
        </p:nvCxnSpPr>
        <p:spPr>
          <a:xfrm rot="10800000" flipV="1">
            <a:off x="6092259" y="2615079"/>
            <a:ext cx="346050" cy="616633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3" name="Elbow Connector 79">
            <a:extLst>
              <a:ext uri="{FF2B5EF4-FFF2-40B4-BE49-F238E27FC236}">
                <a16:creationId xmlns:a16="http://schemas.microsoft.com/office/drawing/2014/main" id="{AFD2FFB3-F78F-3A9C-4519-B17F73ECEF07}"/>
              </a:ext>
            </a:extLst>
          </p:cNvPr>
          <p:cNvCxnSpPr>
            <a:stCxn id="67" idx="1"/>
            <a:endCxn id="69" idx="0"/>
          </p:cNvCxnSpPr>
          <p:nvPr/>
        </p:nvCxnSpPr>
        <p:spPr>
          <a:xfrm rot="10800000" flipV="1">
            <a:off x="7469667" y="3732239"/>
            <a:ext cx="310354" cy="884716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4" name="Elbow Connector 82">
            <a:extLst>
              <a:ext uri="{FF2B5EF4-FFF2-40B4-BE49-F238E27FC236}">
                <a16:creationId xmlns:a16="http://schemas.microsoft.com/office/drawing/2014/main" id="{69D562DD-2F6F-6ECA-D429-EEDD74ECFABB}"/>
              </a:ext>
            </a:extLst>
          </p:cNvPr>
          <p:cNvCxnSpPr>
            <a:stCxn id="67" idx="3"/>
            <a:endCxn id="66" idx="0"/>
          </p:cNvCxnSpPr>
          <p:nvPr/>
        </p:nvCxnSpPr>
        <p:spPr>
          <a:xfrm>
            <a:off x="9843680" y="3732239"/>
            <a:ext cx="356987" cy="369824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5" name="Elbow Connector 85">
            <a:extLst>
              <a:ext uri="{FF2B5EF4-FFF2-40B4-BE49-F238E27FC236}">
                <a16:creationId xmlns:a16="http://schemas.microsoft.com/office/drawing/2014/main" id="{6D37CE52-C6AB-2ACF-45A1-E756D52D735E}"/>
              </a:ext>
            </a:extLst>
          </p:cNvPr>
          <p:cNvCxnSpPr>
            <a:stCxn id="66" idx="3"/>
            <a:endCxn id="72" idx="0"/>
          </p:cNvCxnSpPr>
          <p:nvPr/>
        </p:nvCxnSpPr>
        <p:spPr>
          <a:xfrm>
            <a:off x="11232496" y="4769564"/>
            <a:ext cx="240188" cy="704727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6" name="Elbow Connector 88">
            <a:extLst>
              <a:ext uri="{FF2B5EF4-FFF2-40B4-BE49-F238E27FC236}">
                <a16:creationId xmlns:a16="http://schemas.microsoft.com/office/drawing/2014/main" id="{A209AEB0-63CE-E17B-253E-7AC86BFA6FF1}"/>
              </a:ext>
            </a:extLst>
          </p:cNvPr>
          <p:cNvCxnSpPr>
            <a:stCxn id="66" idx="1"/>
            <a:endCxn id="70" idx="0"/>
          </p:cNvCxnSpPr>
          <p:nvPr/>
        </p:nvCxnSpPr>
        <p:spPr>
          <a:xfrm rot="10800000" flipV="1">
            <a:off x="8811851" y="4769564"/>
            <a:ext cx="356987" cy="705286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58AE0C9D-D2CB-6E03-1658-CEEB27CBF54F}"/>
              </a:ext>
            </a:extLst>
          </p:cNvPr>
          <p:cNvSpPr/>
          <p:nvPr/>
        </p:nvSpPr>
        <p:spPr>
          <a:xfrm>
            <a:off x="5443469" y="782996"/>
            <a:ext cx="6551613" cy="5486400"/>
          </a:xfrm>
          <a:prstGeom prst="rect">
            <a:avLst/>
          </a:prstGeom>
          <a:noFill/>
          <a:ln w="25400" cap="flat" cmpd="sng" algn="ctr">
            <a:solidFill>
              <a:srgbClr val="0038A8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9847F6D-F487-E27A-3080-FCCAD7A13F33}"/>
              </a:ext>
            </a:extLst>
          </p:cNvPr>
          <p:cNvCxnSpPr/>
          <p:nvPr/>
        </p:nvCxnSpPr>
        <p:spPr>
          <a:xfrm flipV="1">
            <a:off x="4566440" y="782996"/>
            <a:ext cx="855242" cy="1869273"/>
          </a:xfrm>
          <a:prstGeom prst="straightConnector1">
            <a:avLst/>
          </a:prstGeom>
          <a:noFill/>
          <a:ln w="9525" cap="flat" cmpd="sng" algn="ctr">
            <a:solidFill>
              <a:srgbClr val="0038A8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24B9222-F4FC-5A21-191A-AD33593E49FF}"/>
              </a:ext>
            </a:extLst>
          </p:cNvPr>
          <p:cNvCxnSpPr/>
          <p:nvPr/>
        </p:nvCxnSpPr>
        <p:spPr>
          <a:xfrm>
            <a:off x="4552031" y="4313596"/>
            <a:ext cx="887686" cy="1955800"/>
          </a:xfrm>
          <a:prstGeom prst="straightConnector1">
            <a:avLst/>
          </a:prstGeom>
          <a:noFill/>
          <a:ln w="9525" cap="flat" cmpd="sng" algn="ctr">
            <a:solidFill>
              <a:srgbClr val="0038A8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D26DF32-236D-CE8E-3BDA-754DF6A8F7AE}"/>
              </a:ext>
            </a:extLst>
          </p:cNvPr>
          <p:cNvSpPr txBox="1"/>
          <p:nvPr/>
        </p:nvSpPr>
        <p:spPr>
          <a:xfrm>
            <a:off x="9704575" y="1346726"/>
            <a:ext cx="448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Yes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6C719FA-5F58-3C27-DCC3-1B0B0DFDB33E}"/>
              </a:ext>
            </a:extLst>
          </p:cNvPr>
          <p:cNvSpPr txBox="1"/>
          <p:nvPr/>
        </p:nvSpPr>
        <p:spPr>
          <a:xfrm>
            <a:off x="6016685" y="2387812"/>
            <a:ext cx="448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Yes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EB84B84-2381-8CB8-8F8C-209B89CB9D47}"/>
              </a:ext>
            </a:extLst>
          </p:cNvPr>
          <p:cNvSpPr txBox="1"/>
          <p:nvPr/>
        </p:nvSpPr>
        <p:spPr>
          <a:xfrm>
            <a:off x="7429441" y="3501993"/>
            <a:ext cx="448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Yes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8CAD156-9BAB-98BA-C468-B8E759F2172B}"/>
              </a:ext>
            </a:extLst>
          </p:cNvPr>
          <p:cNvSpPr txBox="1"/>
          <p:nvPr/>
        </p:nvSpPr>
        <p:spPr>
          <a:xfrm>
            <a:off x="8750449" y="4544879"/>
            <a:ext cx="448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Yes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ED2184F-2B33-FC33-279D-04A84B354A64}"/>
              </a:ext>
            </a:extLst>
          </p:cNvPr>
          <p:cNvSpPr txBox="1"/>
          <p:nvPr/>
        </p:nvSpPr>
        <p:spPr>
          <a:xfrm>
            <a:off x="11166239" y="4544879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No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3000817-09B2-37DD-5F1F-AAC979EAD31B}"/>
              </a:ext>
            </a:extLst>
          </p:cNvPr>
          <p:cNvSpPr txBox="1"/>
          <p:nvPr/>
        </p:nvSpPr>
        <p:spPr>
          <a:xfrm>
            <a:off x="9863287" y="3501993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No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E1FB958-75CF-F7D2-DCA3-A33936D6586C}"/>
              </a:ext>
            </a:extLst>
          </p:cNvPr>
          <p:cNvSpPr txBox="1"/>
          <p:nvPr/>
        </p:nvSpPr>
        <p:spPr>
          <a:xfrm>
            <a:off x="8497728" y="2387812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No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30EE7E3-7ED6-A256-467B-7CC4B365F558}"/>
              </a:ext>
            </a:extLst>
          </p:cNvPr>
          <p:cNvSpPr txBox="1"/>
          <p:nvPr/>
        </p:nvSpPr>
        <p:spPr>
          <a:xfrm>
            <a:off x="7381177" y="1320629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rgbClr val="000000"/>
                </a:solidFill>
                <a:latin typeface="Arial"/>
              </a:rPr>
              <a:t>No</a:t>
            </a:r>
            <a:endParaRPr lang="en-IN"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AF9F87-8FB4-D6E6-E361-54A4147E864C}"/>
              </a:ext>
            </a:extLst>
          </p:cNvPr>
          <p:cNvSpPr txBox="1"/>
          <p:nvPr/>
        </p:nvSpPr>
        <p:spPr>
          <a:xfrm>
            <a:off x="52758" y="4709943"/>
            <a:ext cx="2519821" cy="34209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defRPr>
            </a:lvl1pPr>
            <a:lvl2pPr marL="0" marR="0" lvl="1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42906" marR="0" lvl="5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685811" marR="0" lvl="6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028717" marR="0" lvl="7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71622" marR="0" lvl="8" indent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ADAPTIVE DECISION BLOCK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3BB910B-0534-203D-8F5F-EC537839C4E2}"/>
              </a:ext>
            </a:extLst>
          </p:cNvPr>
          <p:cNvSpPr/>
          <p:nvPr/>
        </p:nvSpPr>
        <p:spPr>
          <a:xfrm>
            <a:off x="9843569" y="784054"/>
            <a:ext cx="20636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IN" sz="1200" i="1" dirty="0">
                <a:solidFill>
                  <a:srgbClr val="000000"/>
                </a:solidFill>
                <a:latin typeface="Arial"/>
              </a:rPr>
              <a:t> is the Zone Number</a:t>
            </a:r>
          </a:p>
          <a:p>
            <a:r>
              <a:rPr lang="en-IN" sz="1200" i="1" dirty="0">
                <a:solidFill>
                  <a:srgbClr val="000000"/>
                </a:solidFill>
                <a:latin typeface="Arial"/>
              </a:rPr>
              <a:t>CO</a:t>
            </a:r>
            <a:r>
              <a:rPr lang="en-IN" sz="1200" i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IN" sz="1200" i="1" dirty="0">
                <a:solidFill>
                  <a:srgbClr val="000000"/>
                </a:solidFill>
                <a:latin typeface="Arial"/>
              </a:rPr>
              <a:t>(</a:t>
            </a:r>
            <a:r>
              <a:rPr lang="en-IN" sz="1200" i="1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IN" sz="1200" i="1" dirty="0">
                <a:solidFill>
                  <a:srgbClr val="000000"/>
                </a:solidFill>
                <a:latin typeface="Arial"/>
              </a:rPr>
              <a:t>) : CO</a:t>
            </a:r>
            <a:r>
              <a:rPr lang="en-IN" sz="1200" i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IN" sz="1200" i="1" dirty="0">
                <a:solidFill>
                  <a:srgbClr val="000000"/>
                </a:solidFill>
                <a:latin typeface="Arial"/>
              </a:rPr>
              <a:t>(1),…, CO</a:t>
            </a:r>
            <a:r>
              <a:rPr lang="en-IN" sz="1200" i="1" baseline="-250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IN" sz="1200" i="1" dirty="0">
                <a:solidFill>
                  <a:srgbClr val="000000"/>
                </a:solidFill>
                <a:latin typeface="Arial"/>
              </a:rPr>
              <a:t>(6),</a:t>
            </a:r>
          </a:p>
        </p:txBody>
      </p:sp>
      <p:graphicFrame>
        <p:nvGraphicFramePr>
          <p:cNvPr id="110" name="Table 109">
            <a:extLst>
              <a:ext uri="{FF2B5EF4-FFF2-40B4-BE49-F238E27FC236}">
                <a16:creationId xmlns:a16="http://schemas.microsoft.com/office/drawing/2014/main" id="{329587F9-0761-1E9F-A641-79A4E18A7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94854"/>
              </p:ext>
            </p:extLst>
          </p:nvPr>
        </p:nvGraphicFramePr>
        <p:xfrm>
          <a:off x="1328" y="5156462"/>
          <a:ext cx="3277847" cy="1634124"/>
        </p:xfrm>
        <a:graphic>
          <a:graphicData uri="http://schemas.openxmlformats.org/drawingml/2006/table">
            <a:tbl>
              <a:tblPr firstRow="1" bandRow="1"/>
              <a:tblGrid>
                <a:gridCol w="13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Anomaly Class</a:t>
                      </a:r>
                    </a:p>
                  </a:txBody>
                  <a:tcPr marL="18000" marR="18000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Description</a:t>
                      </a:r>
                    </a:p>
                  </a:txBody>
                  <a:tcPr marL="58994" marR="58994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0</a:t>
                      </a:r>
                    </a:p>
                  </a:txBody>
                  <a:tcPr marL="18000" marR="18000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400" dirty="0"/>
                        <a:t>NO anomaly</a:t>
                      </a:r>
                    </a:p>
                  </a:txBody>
                  <a:tcPr marL="58994" marR="58994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1</a:t>
                      </a:r>
                    </a:p>
                  </a:txBody>
                  <a:tcPr marL="18000" marR="18000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400" dirty="0"/>
                        <a:t>Ventilation</a:t>
                      </a:r>
                      <a:r>
                        <a:rPr lang="en-IN" sz="1400" baseline="0" dirty="0"/>
                        <a:t> efficiency</a:t>
                      </a:r>
                      <a:endParaRPr lang="en-IN" sz="1400" dirty="0"/>
                    </a:p>
                  </a:txBody>
                  <a:tcPr marL="58994" marR="58994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2</a:t>
                      </a:r>
                    </a:p>
                  </a:txBody>
                  <a:tcPr marL="18000" marR="18000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400" dirty="0"/>
                        <a:t>Independent source</a:t>
                      </a:r>
                    </a:p>
                  </a:txBody>
                  <a:tcPr marL="58994" marR="58994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3</a:t>
                      </a:r>
                    </a:p>
                  </a:txBody>
                  <a:tcPr marL="18000" marR="18000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400" dirty="0"/>
                        <a:t>Fuming event</a:t>
                      </a:r>
                    </a:p>
                  </a:txBody>
                  <a:tcPr marL="58994" marR="58994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IN" sz="1400" dirty="0"/>
                        <a:t>4</a:t>
                      </a:r>
                    </a:p>
                  </a:txBody>
                  <a:tcPr marL="18000" marR="18000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IN" sz="1400" dirty="0"/>
                        <a:t>Event after anomaly</a:t>
                      </a:r>
                    </a:p>
                  </a:txBody>
                  <a:tcPr marL="58994" marR="58994" marT="29497" marB="294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9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643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71E8-0205-5AD8-C76A-8030B0EF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Anomaly and severity predictions using Decision Block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E52532-03F0-82CD-5F26-9899BBC8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6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FAE3D-1205-D432-055C-81382381A1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535"/>
          <a:stretch/>
        </p:blipFill>
        <p:spPr>
          <a:xfrm>
            <a:off x="8305258" y="1112824"/>
            <a:ext cx="3812093" cy="3041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5DF502-4AB5-FEF9-9864-635EA91390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79"/>
          <a:stretch/>
        </p:blipFill>
        <p:spPr>
          <a:xfrm>
            <a:off x="4594086" y="1112824"/>
            <a:ext cx="3751315" cy="3041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801F92-6ACD-E0F3-58E9-10F204067957}"/>
              </a:ext>
            </a:extLst>
          </p:cNvPr>
          <p:cNvSpPr txBox="1"/>
          <p:nvPr/>
        </p:nvSpPr>
        <p:spPr>
          <a:xfrm>
            <a:off x="2261006" y="4558696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/>
              <a:t>Class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8891F-B0CA-F273-DFD9-226F5B8FC0B4}"/>
              </a:ext>
            </a:extLst>
          </p:cNvPr>
          <p:cNvSpPr txBox="1"/>
          <p:nvPr/>
        </p:nvSpPr>
        <p:spPr>
          <a:xfrm>
            <a:off x="6322389" y="4560932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/>
              <a:t>Class 2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BDD52-CD04-B0E7-BFC5-2C21BB1FDDE3}"/>
              </a:ext>
            </a:extLst>
          </p:cNvPr>
          <p:cNvSpPr txBox="1"/>
          <p:nvPr/>
        </p:nvSpPr>
        <p:spPr>
          <a:xfrm>
            <a:off x="10119809" y="4558696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/>
              <a:t>Class 3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DE9BF-24C6-4A1B-1A10-7947E2B8C9C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458"/>
          <a:stretch/>
        </p:blipFill>
        <p:spPr>
          <a:xfrm>
            <a:off x="870898" y="1105991"/>
            <a:ext cx="3775335" cy="30569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F63F2-7C42-4E37-508E-C1E4146EDDCC}"/>
              </a:ext>
            </a:extLst>
          </p:cNvPr>
          <p:cNvSpPr txBox="1"/>
          <p:nvPr/>
        </p:nvSpPr>
        <p:spPr>
          <a:xfrm>
            <a:off x="2432462" y="4157565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98848C-5397-1FAC-CDA4-6B03C9993DCB}"/>
              </a:ext>
            </a:extLst>
          </p:cNvPr>
          <p:cNvSpPr txBox="1"/>
          <p:nvPr/>
        </p:nvSpPr>
        <p:spPr>
          <a:xfrm>
            <a:off x="24004" y="1541254"/>
            <a:ext cx="1030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CO</a:t>
            </a:r>
            <a:r>
              <a:rPr lang="en-IN" sz="1600" baseline="-25000" dirty="0"/>
              <a:t>2 </a:t>
            </a:r>
            <a:r>
              <a:rPr lang="en-IN" sz="1600" dirty="0"/>
              <a:t>(ppm)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D09666-6B1C-6880-2AF7-E63E71B62A65}"/>
              </a:ext>
            </a:extLst>
          </p:cNvPr>
          <p:cNvSpPr txBox="1"/>
          <p:nvPr/>
        </p:nvSpPr>
        <p:spPr>
          <a:xfrm>
            <a:off x="-63973" y="2494907"/>
            <a:ext cx="1040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Class (0-4)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80E399-08F8-61A8-8F2A-E6C5E9F497F4}"/>
              </a:ext>
            </a:extLst>
          </p:cNvPr>
          <p:cNvSpPr txBox="1"/>
          <p:nvPr/>
        </p:nvSpPr>
        <p:spPr>
          <a:xfrm>
            <a:off x="-77788" y="3402209"/>
            <a:ext cx="1297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Severity (0-2)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B233D-0C93-9795-2344-1EB3DF3B9C27}"/>
              </a:ext>
            </a:extLst>
          </p:cNvPr>
          <p:cNvSpPr txBox="1"/>
          <p:nvPr/>
        </p:nvSpPr>
        <p:spPr>
          <a:xfrm>
            <a:off x="6416518" y="4157564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D9C081-AC3A-9DA5-DAA2-A95DB407704D}"/>
              </a:ext>
            </a:extLst>
          </p:cNvPr>
          <p:cNvSpPr txBox="1"/>
          <p:nvPr/>
        </p:nvSpPr>
        <p:spPr>
          <a:xfrm>
            <a:off x="10213938" y="4153864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415937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71E8-0205-5AD8-C76A-8030B0EF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Adaptive Storage using Linear Interpolation 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E52532-03F0-82CD-5F26-9899BBC8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7</a:t>
            </a:fld>
            <a:endParaRPr lang="en-IN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3FA94F54-529B-C7B2-8756-F2E46E1D3F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68396"/>
              </p:ext>
            </p:extLst>
          </p:nvPr>
        </p:nvGraphicFramePr>
        <p:xfrm>
          <a:off x="0" y="1371600"/>
          <a:ext cx="12188825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C20EA0-B425-E1B4-812F-C908B90E7B7D}"/>
              </a:ext>
            </a:extLst>
          </p:cNvPr>
          <p:cNvCxnSpPr>
            <a:cxnSpLocks/>
          </p:cNvCxnSpPr>
          <p:nvPr/>
        </p:nvCxnSpPr>
        <p:spPr>
          <a:xfrm>
            <a:off x="836612" y="3581400"/>
            <a:ext cx="0" cy="3162300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4958C8-BF94-09E8-BBFB-5B4E7CFD8EA1}"/>
              </a:ext>
            </a:extLst>
          </p:cNvPr>
          <p:cNvCxnSpPr/>
          <p:nvPr/>
        </p:nvCxnSpPr>
        <p:spPr>
          <a:xfrm>
            <a:off x="3960812" y="3596378"/>
            <a:ext cx="0" cy="2286000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3C611E-4833-5E80-2C38-03A017088AE2}"/>
              </a:ext>
            </a:extLst>
          </p:cNvPr>
          <p:cNvCxnSpPr>
            <a:cxnSpLocks/>
          </p:cNvCxnSpPr>
          <p:nvPr/>
        </p:nvCxnSpPr>
        <p:spPr>
          <a:xfrm>
            <a:off x="5208587" y="2558430"/>
            <a:ext cx="0" cy="3375645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5706AD-70CF-4E1C-875C-E11F8ED679C3}"/>
              </a:ext>
            </a:extLst>
          </p:cNvPr>
          <p:cNvCxnSpPr>
            <a:cxnSpLocks/>
          </p:cNvCxnSpPr>
          <p:nvPr/>
        </p:nvCxnSpPr>
        <p:spPr>
          <a:xfrm>
            <a:off x="7687084" y="2190750"/>
            <a:ext cx="0" cy="3752850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C841592-8D19-E1B8-915E-A62216BC9792}"/>
              </a:ext>
            </a:extLst>
          </p:cNvPr>
          <p:cNvCxnSpPr>
            <a:cxnSpLocks/>
          </p:cNvCxnSpPr>
          <p:nvPr/>
        </p:nvCxnSpPr>
        <p:spPr>
          <a:xfrm>
            <a:off x="10094912" y="3462337"/>
            <a:ext cx="0" cy="2429566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F92429-40CE-2A79-6FAE-9B466E0F2117}"/>
              </a:ext>
            </a:extLst>
          </p:cNvPr>
          <p:cNvCxnSpPr>
            <a:cxnSpLocks/>
          </p:cNvCxnSpPr>
          <p:nvPr/>
        </p:nvCxnSpPr>
        <p:spPr>
          <a:xfrm>
            <a:off x="12038456" y="3596378"/>
            <a:ext cx="0" cy="3171825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4281EE1-C88A-0583-727D-4A594B2F5760}"/>
              </a:ext>
            </a:extLst>
          </p:cNvPr>
          <p:cNvSpPr txBox="1"/>
          <p:nvPr/>
        </p:nvSpPr>
        <p:spPr>
          <a:xfrm>
            <a:off x="1916750" y="4666432"/>
            <a:ext cx="1044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Class 0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EC58C5-7DEC-EB89-39B1-1906943C28CC}"/>
              </a:ext>
            </a:extLst>
          </p:cNvPr>
          <p:cNvSpPr txBox="1"/>
          <p:nvPr/>
        </p:nvSpPr>
        <p:spPr>
          <a:xfrm>
            <a:off x="3962751" y="4527933"/>
            <a:ext cx="120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Class 2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Severity 1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42C47D-2DB8-12D3-2A6C-8D2C2133897E}"/>
              </a:ext>
            </a:extLst>
          </p:cNvPr>
          <p:cNvSpPr txBox="1"/>
          <p:nvPr/>
        </p:nvSpPr>
        <p:spPr>
          <a:xfrm>
            <a:off x="6014521" y="4527933"/>
            <a:ext cx="1277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Class 2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Severity 0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A68840-0565-F217-A072-F79E7E1F020C}"/>
              </a:ext>
            </a:extLst>
          </p:cNvPr>
          <p:cNvSpPr txBox="1"/>
          <p:nvPr/>
        </p:nvSpPr>
        <p:spPr>
          <a:xfrm>
            <a:off x="10570218" y="4666432"/>
            <a:ext cx="96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Class 0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C5EE66F-0F95-E912-87D6-42669199EBA1}"/>
              </a:ext>
            </a:extLst>
          </p:cNvPr>
          <p:cNvCxnSpPr>
            <a:cxnSpLocks/>
          </p:cNvCxnSpPr>
          <p:nvPr/>
        </p:nvCxnSpPr>
        <p:spPr>
          <a:xfrm>
            <a:off x="8532812" y="3025518"/>
            <a:ext cx="0" cy="2866385"/>
          </a:xfrm>
          <a:prstGeom prst="line">
            <a:avLst/>
          </a:prstGeom>
          <a:noFill/>
          <a:ln w="19050" cap="flat" cmpd="sng" algn="ctr">
            <a:solidFill>
              <a:srgbClr val="003298"/>
            </a:solidFill>
            <a:prstDash val="solid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F2876F2-FB9B-6334-D3EE-2498129B70A2}"/>
              </a:ext>
            </a:extLst>
          </p:cNvPr>
          <p:cNvSpPr txBox="1"/>
          <p:nvPr/>
        </p:nvSpPr>
        <p:spPr>
          <a:xfrm>
            <a:off x="7559887" y="4389433"/>
            <a:ext cx="1066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Class 4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Severity 1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BE5F46-BF06-F23F-BE65-0E75A10A1144}"/>
              </a:ext>
            </a:extLst>
          </p:cNvPr>
          <p:cNvSpPr txBox="1"/>
          <p:nvPr/>
        </p:nvSpPr>
        <p:spPr>
          <a:xfrm>
            <a:off x="8760554" y="4527933"/>
            <a:ext cx="1240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Class 4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Severity 0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45F035-48CF-710A-2165-F9F6892BCC53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874217" y="4851098"/>
            <a:ext cx="1042533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73E09EE-A388-7F7F-6AAF-101541BE56E0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2960877" y="4851098"/>
            <a:ext cx="1001874" cy="1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A5B9D3-64ED-6D59-2E66-0C01778DB11E}"/>
              </a:ext>
            </a:extLst>
          </p:cNvPr>
          <p:cNvCxnSpPr>
            <a:cxnSpLocks/>
          </p:cNvCxnSpPr>
          <p:nvPr/>
        </p:nvCxnSpPr>
        <p:spPr>
          <a:xfrm flipH="1">
            <a:off x="5225588" y="4852939"/>
            <a:ext cx="873748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F6E15A9-1A93-EAA4-C789-C742222C0F4D}"/>
              </a:ext>
            </a:extLst>
          </p:cNvPr>
          <p:cNvCxnSpPr>
            <a:cxnSpLocks/>
          </p:cNvCxnSpPr>
          <p:nvPr/>
        </p:nvCxnSpPr>
        <p:spPr>
          <a:xfrm>
            <a:off x="7081310" y="4852939"/>
            <a:ext cx="588774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434C37E-AFF5-B275-B451-640811AAE443}"/>
              </a:ext>
            </a:extLst>
          </p:cNvPr>
          <p:cNvCxnSpPr>
            <a:cxnSpLocks/>
          </p:cNvCxnSpPr>
          <p:nvPr/>
        </p:nvCxnSpPr>
        <p:spPr>
          <a:xfrm flipH="1">
            <a:off x="8532812" y="4852939"/>
            <a:ext cx="303071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660B008-702B-E0B7-9591-C0995802E147}"/>
              </a:ext>
            </a:extLst>
          </p:cNvPr>
          <p:cNvCxnSpPr>
            <a:cxnSpLocks/>
          </p:cNvCxnSpPr>
          <p:nvPr/>
        </p:nvCxnSpPr>
        <p:spPr>
          <a:xfrm>
            <a:off x="9752012" y="4852939"/>
            <a:ext cx="342900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1BF19E-9A6C-498B-CF7B-495785565A9B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10094911" y="4851098"/>
            <a:ext cx="475307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B228F4-DE1E-21D7-04C7-1889F78DCA93}"/>
              </a:ext>
            </a:extLst>
          </p:cNvPr>
          <p:cNvCxnSpPr/>
          <p:nvPr/>
        </p:nvCxnSpPr>
        <p:spPr>
          <a:xfrm>
            <a:off x="11464770" y="4851098"/>
            <a:ext cx="573685" cy="0"/>
          </a:xfrm>
          <a:prstGeom prst="straightConnector1">
            <a:avLst/>
          </a:prstGeom>
          <a:noFill/>
          <a:ln w="9525" cap="flat" cmpd="sng" algn="ctr">
            <a:solidFill>
              <a:srgbClr val="003298">
                <a:lumMod val="40000"/>
                <a:lumOff val="60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2342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71E8-0205-5AD8-C76A-8030B0EF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Adaptive Storage using Linear Interpolation 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E52532-03F0-82CD-5F26-9899BBC8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16" name="Adaptive_storage_Logic_video2_720p">
            <a:hlinkClick r:id="" action="ppaction://media"/>
            <a:extLst>
              <a:ext uri="{FF2B5EF4-FFF2-40B4-BE49-F238E27FC236}">
                <a16:creationId xmlns:a16="http://schemas.microsoft.com/office/drawing/2014/main" id="{A33575C7-9FDF-20C3-883E-527AC379B4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9012" y="1143000"/>
            <a:ext cx="9778690" cy="55006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C0975C-323F-A005-54D0-691F2C0E6BA9}"/>
              </a:ext>
            </a:extLst>
          </p:cNvPr>
          <p:cNvSpPr txBox="1"/>
          <p:nvPr/>
        </p:nvSpPr>
        <p:spPr>
          <a:xfrm>
            <a:off x="74612" y="61722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</a:t>
            </a:r>
            <a:endParaRPr lang="en-IN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BDEE63F-10E6-E8C4-2BCF-6C80FA31D583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8119" y="6356866"/>
            <a:ext cx="433293" cy="184666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89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7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71E8-0205-5AD8-C76A-8030B0EF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Designing a Cost Function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E52532-03F0-82CD-5F26-9899BBC8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0860E2F-ED64-7134-5710-EEEAB263F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92" y="2895600"/>
            <a:ext cx="4000026" cy="26666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53FDA34-7662-7F2A-95C3-2A2A60F838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85" y="2895600"/>
            <a:ext cx="4000026" cy="26666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BF503ED-CD19-5D58-B71A-11F965C6C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232" y="2895600"/>
            <a:ext cx="4000026" cy="266668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8478713-BCE4-0072-C3DC-0765C46807F8}"/>
              </a:ext>
            </a:extLst>
          </p:cNvPr>
          <p:cNvSpPr/>
          <p:nvPr/>
        </p:nvSpPr>
        <p:spPr>
          <a:xfrm>
            <a:off x="319407" y="1947187"/>
            <a:ext cx="11144719" cy="5232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B050"/>
                </a:solidFill>
                <a:effectLst/>
                <a:uLnTx/>
                <a:uFillTx/>
                <a:cs typeface="Calibri" panose="020F0502020204030204" pitchFamily="34" charset="0"/>
              </a:rPr>
              <a:t>Cost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/>
                <a:uLnTx/>
                <a:uFillTx/>
                <a:cs typeface="Calibri" panose="020F0502020204030204" pitchFamily="34" charset="0"/>
              </a:rPr>
              <a:t> = (1-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FF0000"/>
                </a:solidFill>
                <a:effectLst/>
                <a:uLnTx/>
                <a:uFillTx/>
                <a:cs typeface="Calibri" panose="020F0502020204030204" pitchFamily="34" charset="0"/>
              </a:rPr>
              <a:t>A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/>
                <a:uLnTx/>
                <a:uFillTx/>
                <a:cs typeface="Calibri" panose="020F0502020204030204" pitchFamily="34" charset="0"/>
              </a:rPr>
              <a:t>).(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38A8">
                    <a:lumMod val="60000"/>
                    <a:lumOff val="4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Normalized 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38A8">
                    <a:lumMod val="75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Error threshold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/>
                <a:uLnTx/>
                <a:uFillTx/>
                <a:cs typeface="Calibri" panose="020F0502020204030204" pitchFamily="34" charset="0"/>
              </a:rPr>
              <a:t>)+(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FF0000"/>
                </a:solidFill>
                <a:effectLst/>
                <a:uLnTx/>
                <a:uFillTx/>
                <a:cs typeface="Calibri" panose="020F0502020204030204" pitchFamily="34" charset="0"/>
              </a:rPr>
              <a:t>A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/>
                <a:uLnTx/>
                <a:uFillTx/>
                <a:cs typeface="Calibri" panose="020F0502020204030204" pitchFamily="34" charset="0"/>
              </a:rPr>
              <a:t>).(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38A8">
                    <a:lumMod val="60000"/>
                    <a:lumOff val="4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Normalized 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38A8">
                    <a:lumMod val="75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Storage Space</a:t>
            </a:r>
            <a:r>
              <a:rPr kumimoji="0" lang="en-US" sz="28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/>
                <a:uLnTx/>
                <a:uFillTx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D35AED-EC19-62E5-C5CF-AE299AF245CA}"/>
              </a:ext>
            </a:extLst>
          </p:cNvPr>
          <p:cNvSpPr txBox="1"/>
          <p:nvPr/>
        </p:nvSpPr>
        <p:spPr>
          <a:xfrm>
            <a:off x="1468164" y="5825519"/>
            <a:ext cx="1324402" cy="4001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Severity 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2AA368-0FA3-985B-4FA7-486EF3C9626D}"/>
              </a:ext>
            </a:extLst>
          </p:cNvPr>
          <p:cNvSpPr txBox="1"/>
          <p:nvPr/>
        </p:nvSpPr>
        <p:spPr>
          <a:xfrm>
            <a:off x="5461757" y="5829530"/>
            <a:ext cx="1324402" cy="4001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Severity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209A1-8E4C-4B04-28C4-C330EDF27CA1}"/>
              </a:ext>
            </a:extLst>
          </p:cNvPr>
          <p:cNvSpPr txBox="1"/>
          <p:nvPr/>
        </p:nvSpPr>
        <p:spPr>
          <a:xfrm>
            <a:off x="9482504" y="5829530"/>
            <a:ext cx="1324402" cy="40011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Severity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F394A3-4893-A5C9-84C8-8256AA7B6B35}"/>
              </a:ext>
            </a:extLst>
          </p:cNvPr>
          <p:cNvSpPr txBox="1"/>
          <p:nvPr/>
        </p:nvSpPr>
        <p:spPr>
          <a:xfrm>
            <a:off x="303212" y="1295716"/>
            <a:ext cx="952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Arial"/>
              </a:rPr>
              <a:t>Cost Function:</a:t>
            </a:r>
            <a:endParaRPr lang="en-IN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582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management implementation in TICK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62C3B17-DE0D-B911-19D2-7B6B5FB3FF48}"/>
              </a:ext>
            </a:extLst>
          </p:cNvPr>
          <p:cNvSpPr/>
          <p:nvPr/>
        </p:nvSpPr>
        <p:spPr>
          <a:xfrm>
            <a:off x="86799" y="1528306"/>
            <a:ext cx="2163183" cy="1042987"/>
          </a:xfrm>
          <a:prstGeom prst="roundRect">
            <a:avLst>
              <a:gd name="adj" fmla="val 10000"/>
            </a:avLst>
          </a:prstGeom>
          <a:solidFill>
            <a:srgbClr val="E0AA0F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Data Generation Model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E3DB3E3-DFB9-9F85-4795-F272F300E3B9}"/>
              </a:ext>
            </a:extLst>
          </p:cNvPr>
          <p:cNvSpPr/>
          <p:nvPr/>
        </p:nvSpPr>
        <p:spPr>
          <a:xfrm>
            <a:off x="4606768" y="1528306"/>
            <a:ext cx="2163183" cy="1042987"/>
          </a:xfrm>
          <a:prstGeom prst="roundRect">
            <a:avLst>
              <a:gd name="adj" fmla="val 10000"/>
            </a:avLst>
          </a:prstGeom>
          <a:solidFill>
            <a:srgbClr val="E0AA0F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Influx DB (Temporary Database)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62A2D40-6D27-FB26-C2F5-48DC29C55C9A}"/>
              </a:ext>
            </a:extLst>
          </p:cNvPr>
          <p:cNvSpPr/>
          <p:nvPr/>
        </p:nvSpPr>
        <p:spPr>
          <a:xfrm>
            <a:off x="4605180" y="3365893"/>
            <a:ext cx="4495800" cy="1905000"/>
          </a:xfrm>
          <a:prstGeom prst="roundRect">
            <a:avLst>
              <a:gd name="adj" fmla="val 10000"/>
            </a:avLst>
          </a:prstGeom>
          <a:solidFill>
            <a:srgbClr val="E0AA0F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Kapacitor (batch process)</a:t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</a:b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Adaptive Storage Algorithm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73213C3-5BB6-07CE-ED24-951739316EA8}"/>
              </a:ext>
            </a:extLst>
          </p:cNvPr>
          <p:cNvSpPr/>
          <p:nvPr/>
        </p:nvSpPr>
        <p:spPr>
          <a:xfrm>
            <a:off x="7272184" y="1528306"/>
            <a:ext cx="1828796" cy="1042987"/>
          </a:xfrm>
          <a:prstGeom prst="roundRect">
            <a:avLst>
              <a:gd name="adj" fmla="val 10000"/>
            </a:avLst>
          </a:prstGeom>
          <a:solidFill>
            <a:srgbClr val="E0AA0F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Influx DB (Final Database)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59A482-9447-951F-3D92-0D1DBCB964D8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2249982" y="2049800"/>
            <a:ext cx="2356786" cy="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CFB529-90C8-974D-8DAB-C801DBFDAE70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5688360" y="2571293"/>
            <a:ext cx="0" cy="79460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8D1F3F-422F-9CA6-2834-41C2C60C2C19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8186582" y="2571293"/>
            <a:ext cx="0" cy="794600"/>
          </a:xfrm>
          <a:prstGeom prst="straightConnector1">
            <a:avLst/>
          </a:prstGeom>
          <a:noFill/>
          <a:ln w="1905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2150A95-7A05-652C-7878-0954873501D7}"/>
              </a:ext>
            </a:extLst>
          </p:cNvPr>
          <p:cNvSpPr txBox="1"/>
          <p:nvPr/>
        </p:nvSpPr>
        <p:spPr>
          <a:xfrm>
            <a:off x="4458056" y="2645427"/>
            <a:ext cx="2356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Query data for defined window size 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FEAE79-B995-E5F0-AB39-D69FB46C0D15}"/>
              </a:ext>
            </a:extLst>
          </p:cNvPr>
          <p:cNvSpPr txBox="1"/>
          <p:nvPr/>
        </p:nvSpPr>
        <p:spPr>
          <a:xfrm>
            <a:off x="8216369" y="2710044"/>
            <a:ext cx="1244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Points to be stored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A7DA36B-F584-0D8F-B362-8CFABC379582}"/>
              </a:ext>
            </a:extLst>
          </p:cNvPr>
          <p:cNvSpPr/>
          <p:nvPr/>
        </p:nvSpPr>
        <p:spPr>
          <a:xfrm>
            <a:off x="9460673" y="1528306"/>
            <a:ext cx="1997643" cy="1042987"/>
          </a:xfrm>
          <a:prstGeom prst="roundRect">
            <a:avLst>
              <a:gd name="adj" fmla="val 10000"/>
            </a:avLst>
          </a:prstGeom>
          <a:solidFill>
            <a:srgbClr val="E0AA0F">
              <a:lumMod val="20000"/>
              <a:lumOff val="80000"/>
            </a:srgbClr>
          </a:solidFill>
          <a:ln w="12700" cap="flat" cmpd="sng" algn="ctr">
            <a:solidFill>
              <a:srgbClr val="000000"/>
            </a:solidFill>
            <a:prstDash val="solid"/>
          </a:ln>
          <a:effectLst/>
        </p:spPr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Chronograf 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Reconstruction and visualization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)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4D514E-F0F7-CB09-33E4-6F706E9A4B55}"/>
              </a:ext>
            </a:extLst>
          </p:cNvPr>
          <p:cNvCxnSpPr>
            <a:stCxn id="41" idx="1"/>
            <a:endCxn id="34" idx="3"/>
          </p:cNvCxnSpPr>
          <p:nvPr/>
        </p:nvCxnSpPr>
        <p:spPr>
          <a:xfrm flipH="1">
            <a:off x="9100980" y="2049800"/>
            <a:ext cx="359693" cy="0"/>
          </a:xfrm>
          <a:prstGeom prst="straightConnector1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19D05D7-D9AF-A5CD-3D40-4163B286B31F}"/>
              </a:ext>
            </a:extLst>
          </p:cNvPr>
          <p:cNvSpPr txBox="1"/>
          <p:nvPr/>
        </p:nvSpPr>
        <p:spPr>
          <a:xfrm>
            <a:off x="2274889" y="2045263"/>
            <a:ext cx="2358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72000" indent="-144000"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CO2 across zones</a:t>
            </a:r>
          </a:p>
          <a:p>
            <a:r>
              <a:rPr lang="en-IN" dirty="0"/>
              <a:t>TPH</a:t>
            </a:r>
          </a:p>
          <a:p>
            <a:r>
              <a:rPr lang="en-IN" dirty="0"/>
              <a:t>Passenger Count</a:t>
            </a:r>
          </a:p>
        </p:txBody>
      </p:sp>
    </p:spTree>
    <p:extLst>
      <p:ext uri="{BB962C8B-B14F-4D97-AF65-F5344CB8AC3E}">
        <p14:creationId xmlns:p14="http://schemas.microsoft.com/office/powerpoint/2010/main" val="3413452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TICK stack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64300"/>
            <a:ext cx="2741612" cy="365125"/>
          </a:xfrm>
        </p:spPr>
        <p:txBody>
          <a:bodyPr/>
          <a:lstStyle/>
          <a:p>
            <a:fld id="{EC6BA641-E041-4D0A-86E5-8BD4ED739D99}" type="slidenum">
              <a:rPr lang="en-IN" smtClean="0"/>
              <a:pPr/>
              <a:t>11</a:t>
            </a:fld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29B504A-0087-EF34-9480-C9E40E2D8A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9215587"/>
              </p:ext>
            </p:extLst>
          </p:nvPr>
        </p:nvGraphicFramePr>
        <p:xfrm>
          <a:off x="5637212" y="762000"/>
          <a:ext cx="6515099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E9DB5E0-C298-E00C-78EC-0CA0B76F1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673805"/>
              </p:ext>
            </p:extLst>
          </p:nvPr>
        </p:nvGraphicFramePr>
        <p:xfrm>
          <a:off x="150813" y="457200"/>
          <a:ext cx="5181600" cy="4240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48B14C5-561B-EC8D-1591-A38573BC7676}"/>
              </a:ext>
            </a:extLst>
          </p:cNvPr>
          <p:cNvSpPr txBox="1"/>
          <p:nvPr/>
        </p:nvSpPr>
        <p:spPr>
          <a:xfrm>
            <a:off x="2284412" y="4955530"/>
            <a:ext cx="550022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Reduction in Storage Space =  96.64%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C0172A0-11B1-28B1-226E-7FF92C7804BF}"/>
              </a:ext>
            </a:extLst>
          </p:cNvPr>
          <p:cNvSpPr txBox="1">
            <a:spLocks/>
          </p:cNvSpPr>
          <p:nvPr/>
        </p:nvSpPr>
        <p:spPr>
          <a:xfrm>
            <a:off x="6399213" y="6233467"/>
            <a:ext cx="4648200" cy="461665"/>
          </a:xfrm>
          <a:prstGeom prst="rect">
            <a:avLst/>
          </a:prstGeom>
        </p:spPr>
        <p:txBody>
          <a:bodyPr vert="horz" lIns="216000" tIns="45720" rIns="18000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b="0" dirty="0"/>
              <a:t>Examples in the following slides…</a:t>
            </a:r>
          </a:p>
        </p:txBody>
      </p:sp>
    </p:spTree>
    <p:extLst>
      <p:ext uri="{BB962C8B-B14F-4D97-AF65-F5344CB8AC3E}">
        <p14:creationId xmlns:p14="http://schemas.microsoft.com/office/powerpoint/2010/main" val="49643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Generated data at zones 1 &amp;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F96B6-9F45-BCAF-FC7E-3691237A4DF4}"/>
              </a:ext>
            </a:extLst>
          </p:cNvPr>
          <p:cNvSpPr txBox="1"/>
          <p:nvPr/>
        </p:nvSpPr>
        <p:spPr>
          <a:xfrm>
            <a:off x="5484812" y="6275584"/>
            <a:ext cx="745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Time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EFA33-0FCD-4BF9-5929-4D28F1272757}"/>
              </a:ext>
            </a:extLst>
          </p:cNvPr>
          <p:cNvSpPr txBox="1"/>
          <p:nvPr/>
        </p:nvSpPr>
        <p:spPr>
          <a:xfrm rot="16200000">
            <a:off x="307415" y="322894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CO2 (ppm)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7F3E3-81DF-43B0-EB46-7F2D9393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25" y="1143000"/>
            <a:ext cx="10800000" cy="508155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BE592BD-4C1F-FF15-9145-11A1896BA680}"/>
              </a:ext>
            </a:extLst>
          </p:cNvPr>
          <p:cNvGrpSpPr/>
          <p:nvPr/>
        </p:nvGrpSpPr>
        <p:grpSpPr>
          <a:xfrm>
            <a:off x="6399212" y="1143000"/>
            <a:ext cx="5715000" cy="1638765"/>
            <a:chOff x="1003791" y="1042103"/>
            <a:chExt cx="10266689" cy="163876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1005FB8-38A1-D502-A818-EF256EE8F164}"/>
                </a:ext>
              </a:extLst>
            </p:cNvPr>
            <p:cNvSpPr/>
            <p:nvPr/>
          </p:nvSpPr>
          <p:spPr>
            <a:xfrm>
              <a:off x="1003791" y="1042103"/>
              <a:ext cx="1915378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Data Generation Model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DCD5067-965C-5432-CDBB-72405087F9CC}"/>
                </a:ext>
              </a:extLst>
            </p:cNvPr>
            <p:cNvSpPr/>
            <p:nvPr/>
          </p:nvSpPr>
          <p:spPr>
            <a:xfrm>
              <a:off x="4564591" y="1042103"/>
              <a:ext cx="1915378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Influx DB (Temporary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8C78DF2-6ABF-09D1-59A2-6032089CAC08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2919169" y="1299140"/>
              <a:ext cx="164542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A16B14-BDD3-EE0E-E2C5-64F2FD2A062D}"/>
                </a:ext>
              </a:extLst>
            </p:cNvPr>
            <p:cNvSpPr txBox="1"/>
            <p:nvPr/>
          </p:nvSpPr>
          <p:spPr>
            <a:xfrm>
              <a:off x="2839268" y="1171684"/>
              <a:ext cx="17253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664" indent="-285664">
                <a:buFont typeface="Arial" panose="020B0604020202020204" pitchFamily="34" charset="0"/>
                <a:buChar char="•"/>
                <a:defRPr sz="1600"/>
              </a:lvl1pPr>
            </a:lstStyle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CO</a:t>
              </a:r>
              <a:r>
                <a:rPr kumimoji="0" lang="en-IN" sz="6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2</a:t>
              </a: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 across zones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TPH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Passenger count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BE2C4DE-DE1A-01A0-270E-60B2FA9FDFBC}"/>
                </a:ext>
              </a:extLst>
            </p:cNvPr>
            <p:cNvSpPr/>
            <p:nvPr/>
          </p:nvSpPr>
          <p:spPr>
            <a:xfrm>
              <a:off x="4393160" y="2062607"/>
              <a:ext cx="4495802" cy="618261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Kapacitor (batch process)</a:t>
              </a: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</a:b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</a:b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Adaptive Storage Algorithm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B9D1E26-1B3A-0D37-05D8-2E814F26AD47}"/>
                </a:ext>
              </a:extLst>
            </p:cNvPr>
            <p:cNvSpPr/>
            <p:nvPr/>
          </p:nvSpPr>
          <p:spPr>
            <a:xfrm>
              <a:off x="6853982" y="1042103"/>
              <a:ext cx="1828796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(Final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355500-B777-B521-8FC8-A73970C2F2C0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5522280" y="1556177"/>
              <a:ext cx="0" cy="50643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500228C-7D49-1068-2CA0-1E4A2C8881DF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7768380" y="1622687"/>
              <a:ext cx="0" cy="439921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5036E6-93A2-5684-B30E-63729F3FCD44}"/>
                </a:ext>
              </a:extLst>
            </p:cNvPr>
            <p:cNvSpPr txBox="1"/>
            <p:nvPr/>
          </p:nvSpPr>
          <p:spPr>
            <a:xfrm>
              <a:off x="4393162" y="1657962"/>
              <a:ext cx="149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Query data for defined window size </a:t>
              </a:r>
              <a:endParaRPr kumimoji="0" lang="en-IN" sz="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65EE97-6DA7-6B46-4ADA-C42179086C29}"/>
                </a:ext>
              </a:extLst>
            </p:cNvPr>
            <p:cNvSpPr txBox="1"/>
            <p:nvPr/>
          </p:nvSpPr>
          <p:spPr>
            <a:xfrm>
              <a:off x="7798169" y="1697527"/>
              <a:ext cx="10907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Points to be stored</a:t>
              </a:r>
              <a:endParaRPr kumimoji="0" lang="en-IN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CEA600A-B4A4-05B5-4094-22CA26B06396}"/>
                </a:ext>
              </a:extLst>
            </p:cNvPr>
            <p:cNvSpPr/>
            <p:nvPr/>
          </p:nvSpPr>
          <p:spPr>
            <a:xfrm>
              <a:off x="9272836" y="1042103"/>
              <a:ext cx="1997644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Chronograf (</a:t>
              </a: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Reconstruction and visualization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)</a:t>
              </a:r>
              <a:endPara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3418EF-4A56-B75E-6A81-9DD8B331F85E}"/>
                </a:ext>
              </a:extLst>
            </p:cNvPr>
            <p:cNvCxnSpPr>
              <a:cxnSpLocks/>
              <a:stCxn id="18" idx="1"/>
              <a:endCxn id="13" idx="3"/>
            </p:cNvCxnSpPr>
            <p:nvPr/>
          </p:nvCxnSpPr>
          <p:spPr>
            <a:xfrm flipH="1">
              <a:off x="8682775" y="2393576"/>
              <a:ext cx="59005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ADCDB33-1302-96D5-5E9C-42F64DD29182}"/>
              </a:ext>
            </a:extLst>
          </p:cNvPr>
          <p:cNvSpPr txBox="1"/>
          <p:nvPr/>
        </p:nvSpPr>
        <p:spPr>
          <a:xfrm>
            <a:off x="74612" y="1792069"/>
            <a:ext cx="1349843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Zone 3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</a:rPr>
              <a:t>(anomalous)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F98025-9D48-C844-8710-B2E5797012FF}"/>
              </a:ext>
            </a:extLst>
          </p:cNvPr>
          <p:cNvSpPr txBox="1"/>
          <p:nvPr/>
        </p:nvSpPr>
        <p:spPr>
          <a:xfrm>
            <a:off x="273049" y="5184307"/>
            <a:ext cx="8328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en-US" dirty="0"/>
              <a:t>Zone 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6C2425-68F4-3C3C-B810-4F7FFED036D4}"/>
              </a:ext>
            </a:extLst>
          </p:cNvPr>
          <p:cNvCxnSpPr>
            <a:cxnSpLocks/>
          </p:cNvCxnSpPr>
          <p:nvPr/>
        </p:nvCxnSpPr>
        <p:spPr>
          <a:xfrm>
            <a:off x="977813" y="1992227"/>
            <a:ext cx="3135399" cy="711254"/>
          </a:xfrm>
          <a:prstGeom prst="straightConnector1">
            <a:avLst/>
          </a:prstGeom>
          <a:ln w="38100">
            <a:tailEnd type="triangle"/>
          </a:ln>
          <a:effectLst>
            <a:glow rad="101600">
              <a:schemeClr val="bg1">
                <a:lumMod val="85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A10C20-AB83-E3EA-2377-9059B2489843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05927" y="5368973"/>
            <a:ext cx="1275323" cy="307927"/>
          </a:xfrm>
          <a:prstGeom prst="straightConnector1">
            <a:avLst/>
          </a:prstGeom>
          <a:ln w="38100">
            <a:tailEnd type="triangle"/>
          </a:ln>
          <a:effectLst>
            <a:glow rad="101600">
              <a:schemeClr val="bg1">
                <a:lumMod val="85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36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Adaptively stored data at zone 3 (anomalous)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54CA15-C2F9-6DCC-598F-2309A4C8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25" y="1143000"/>
            <a:ext cx="10800000" cy="508075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09BED03-45C3-01D5-3442-C031CAAE5576}"/>
              </a:ext>
            </a:extLst>
          </p:cNvPr>
          <p:cNvGrpSpPr/>
          <p:nvPr/>
        </p:nvGrpSpPr>
        <p:grpSpPr>
          <a:xfrm>
            <a:off x="6399212" y="1143000"/>
            <a:ext cx="5715000" cy="1638765"/>
            <a:chOff x="3494087" y="1971675"/>
            <a:chExt cx="5715000" cy="163876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CF73026-8545-2A94-F562-BAC40EB5611B}"/>
                </a:ext>
              </a:extLst>
            </p:cNvPr>
            <p:cNvSpPr/>
            <p:nvPr/>
          </p:nvSpPr>
          <p:spPr>
            <a:xfrm>
              <a:off x="3494087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Data Generation Model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B107E2-2630-3D80-5A98-A0E49B1D67AD}"/>
                </a:ext>
              </a:extLst>
            </p:cNvPr>
            <p:cNvSpPr/>
            <p:nvPr/>
          </p:nvSpPr>
          <p:spPr>
            <a:xfrm>
              <a:off x="5476223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(Temporary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901D010-D7F0-92DC-8DD9-DF57E9E7728D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4560291" y="2228712"/>
              <a:ext cx="91593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CB4F0A-C0A0-7128-77E5-FA72C1DCF95E}"/>
                </a:ext>
              </a:extLst>
            </p:cNvPr>
            <p:cNvSpPr txBox="1"/>
            <p:nvPr/>
          </p:nvSpPr>
          <p:spPr>
            <a:xfrm>
              <a:off x="4515814" y="2101256"/>
              <a:ext cx="960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664" indent="-285664">
                <a:buFont typeface="Arial" panose="020B0604020202020204" pitchFamily="34" charset="0"/>
                <a:buChar char="•"/>
                <a:defRPr sz="1600"/>
              </a:lvl1pPr>
            </a:lstStyle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CO</a:t>
              </a:r>
              <a:r>
                <a:rPr kumimoji="0" lang="en-IN" sz="6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2</a:t>
              </a: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 across zones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TPH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Passenger count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35AF5D4-5BCB-8B66-9A17-3BE23FAA7CE5}"/>
                </a:ext>
              </a:extLst>
            </p:cNvPr>
            <p:cNvSpPr/>
            <p:nvPr/>
          </p:nvSpPr>
          <p:spPr>
            <a:xfrm>
              <a:off x="5380795" y="2992179"/>
              <a:ext cx="2502609" cy="618261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Kapacitor (batch process)</a:t>
              </a: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</a:b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</a:b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Adaptive Storage Algorithm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555848-00FE-D253-0B85-FF8035FE34BC}"/>
                </a:ext>
              </a:extLst>
            </p:cNvPr>
            <p:cNvSpPr/>
            <p:nvPr/>
          </p:nvSpPr>
          <p:spPr>
            <a:xfrm>
              <a:off x="6750623" y="1971675"/>
              <a:ext cx="101800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Influx DB (Final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55C7D77-26A1-D4B5-07D2-BF30053B619F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6009325" y="2485749"/>
              <a:ext cx="0" cy="50643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214E79-0865-CB4D-5D54-79517E0B154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7259627" y="2552259"/>
              <a:ext cx="0" cy="439921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C7AB84-58A3-0F2A-94EE-9E3F94D6CF71}"/>
                </a:ext>
              </a:extLst>
            </p:cNvPr>
            <p:cNvSpPr txBox="1"/>
            <p:nvPr/>
          </p:nvSpPr>
          <p:spPr>
            <a:xfrm>
              <a:off x="5380796" y="2587534"/>
              <a:ext cx="834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Query data for defined window size </a:t>
              </a:r>
              <a:endParaRPr kumimoji="0" lang="en-IN" sz="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1780FD-AD1E-004E-D521-AE997E4ECC5A}"/>
                </a:ext>
              </a:extLst>
            </p:cNvPr>
            <p:cNvSpPr txBox="1"/>
            <p:nvPr/>
          </p:nvSpPr>
          <p:spPr>
            <a:xfrm>
              <a:off x="7276209" y="2627099"/>
              <a:ext cx="6071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Points to be stored</a:t>
              </a:r>
              <a:endParaRPr kumimoji="0" lang="en-IN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029F859-0704-3FD1-8B68-DFD9ADF224A2}"/>
                </a:ext>
              </a:extLst>
            </p:cNvPr>
            <p:cNvSpPr/>
            <p:nvPr/>
          </p:nvSpPr>
          <p:spPr>
            <a:xfrm>
              <a:off x="8097089" y="1971675"/>
              <a:ext cx="111199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Chronograf (</a:t>
              </a: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Reconstruction and visualization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)</a:t>
              </a:r>
              <a:endPara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4EA9C53-540E-1C14-47BB-469BFD457AF2}"/>
                </a:ext>
              </a:extLst>
            </p:cNvPr>
            <p:cNvCxnSpPr>
              <a:cxnSpLocks/>
              <a:stCxn id="18" idx="1"/>
              <a:endCxn id="13" idx="3"/>
            </p:cNvCxnSpPr>
            <p:nvPr/>
          </p:nvCxnSpPr>
          <p:spPr>
            <a:xfrm flipH="1">
              <a:off x="7768631" y="2261967"/>
              <a:ext cx="32845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4F7D09E-7FAC-DBE4-92FE-9ABED511AFC6}"/>
              </a:ext>
            </a:extLst>
          </p:cNvPr>
          <p:cNvSpPr txBox="1"/>
          <p:nvPr/>
        </p:nvSpPr>
        <p:spPr>
          <a:xfrm>
            <a:off x="5484812" y="6275584"/>
            <a:ext cx="745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Time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D2F58-A158-9326-E2D7-BCCE568333FC}"/>
              </a:ext>
            </a:extLst>
          </p:cNvPr>
          <p:cNvSpPr txBox="1"/>
          <p:nvPr/>
        </p:nvSpPr>
        <p:spPr>
          <a:xfrm rot="16200000">
            <a:off x="307415" y="322894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CO2 (ppm)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570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Reconstructed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0A64C-DBB9-7926-69AC-D6BACAFA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55" y="1143000"/>
            <a:ext cx="10800000" cy="496161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8F87A9D-3C6F-5E36-3D92-C337C7063B8D}"/>
              </a:ext>
            </a:extLst>
          </p:cNvPr>
          <p:cNvGrpSpPr/>
          <p:nvPr/>
        </p:nvGrpSpPr>
        <p:grpSpPr>
          <a:xfrm>
            <a:off x="6399212" y="1146283"/>
            <a:ext cx="5715000" cy="1638765"/>
            <a:chOff x="3494087" y="1971675"/>
            <a:chExt cx="5715000" cy="163876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0E74B9C-BB2A-126C-0530-D578FFD9F920}"/>
                </a:ext>
              </a:extLst>
            </p:cNvPr>
            <p:cNvSpPr/>
            <p:nvPr/>
          </p:nvSpPr>
          <p:spPr>
            <a:xfrm>
              <a:off x="3494087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Data Generation Model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00DE17E-B279-22B1-6504-DC7CAAC64FAD}"/>
                </a:ext>
              </a:extLst>
            </p:cNvPr>
            <p:cNvSpPr/>
            <p:nvPr/>
          </p:nvSpPr>
          <p:spPr>
            <a:xfrm>
              <a:off x="5476223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(Temporary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15ACD16-A470-4901-2A48-655A1D3A2DD1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4560291" y="2228712"/>
              <a:ext cx="91593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B554B0-DE4E-480E-03F0-9AC4C530F52C}"/>
                </a:ext>
              </a:extLst>
            </p:cNvPr>
            <p:cNvSpPr txBox="1"/>
            <p:nvPr/>
          </p:nvSpPr>
          <p:spPr>
            <a:xfrm>
              <a:off x="4515814" y="2101256"/>
              <a:ext cx="960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664" indent="-285664">
                <a:buFont typeface="Arial" panose="020B0604020202020204" pitchFamily="34" charset="0"/>
                <a:buChar char="•"/>
                <a:defRPr sz="1600"/>
              </a:lvl1pPr>
            </a:lstStyle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CO</a:t>
              </a:r>
              <a:r>
                <a:rPr kumimoji="0" lang="en-IN" sz="6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2</a:t>
              </a: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 across zones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TPH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Passenger count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395F59-507D-3D7A-7C17-C5BB4813328A}"/>
                </a:ext>
              </a:extLst>
            </p:cNvPr>
            <p:cNvSpPr/>
            <p:nvPr/>
          </p:nvSpPr>
          <p:spPr>
            <a:xfrm>
              <a:off x="5380795" y="2992179"/>
              <a:ext cx="2502609" cy="618261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Kapacitor (batch process)</a:t>
              </a: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</a:b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</a:b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Adaptive Storage Algorithm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82521FF-DF4A-3F4F-8364-CEBE1AD52F86}"/>
                </a:ext>
              </a:extLst>
            </p:cNvPr>
            <p:cNvSpPr/>
            <p:nvPr/>
          </p:nvSpPr>
          <p:spPr>
            <a:xfrm>
              <a:off x="6750623" y="1971675"/>
              <a:ext cx="101800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(Final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1C0474-CFB8-BD2A-CB9C-D5DAA743E60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6009325" y="2485749"/>
              <a:ext cx="0" cy="50643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C98277A-1902-60CE-630A-48A4FA102EB4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7259627" y="2552259"/>
              <a:ext cx="0" cy="439921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F4D779-2BDB-FBAB-95C6-90FF126E81C6}"/>
                </a:ext>
              </a:extLst>
            </p:cNvPr>
            <p:cNvSpPr txBox="1"/>
            <p:nvPr/>
          </p:nvSpPr>
          <p:spPr>
            <a:xfrm>
              <a:off x="5380796" y="2587534"/>
              <a:ext cx="834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Query data for defined window size </a:t>
              </a:r>
              <a:endParaRPr kumimoji="0" lang="en-IN" sz="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4844CB-EA6A-686B-601B-2D4FD3D02FDF}"/>
                </a:ext>
              </a:extLst>
            </p:cNvPr>
            <p:cNvSpPr txBox="1"/>
            <p:nvPr/>
          </p:nvSpPr>
          <p:spPr>
            <a:xfrm>
              <a:off x="7276209" y="2627099"/>
              <a:ext cx="6071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Points to be stored</a:t>
              </a:r>
              <a:endParaRPr kumimoji="0" lang="en-IN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92556F6-904F-86AD-D0CB-70FAE10C7B0B}"/>
                </a:ext>
              </a:extLst>
            </p:cNvPr>
            <p:cNvSpPr/>
            <p:nvPr/>
          </p:nvSpPr>
          <p:spPr>
            <a:xfrm>
              <a:off x="8097089" y="1971675"/>
              <a:ext cx="111199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Chronograf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 (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Reconstruction and visualization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)</a:t>
              </a:r>
              <a:endPara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B28AA8-9F59-54A6-4E84-B7694255C8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8631" y="2261967"/>
              <a:ext cx="32845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3753507-D6A3-1C05-D945-2F813B5E68A7}"/>
              </a:ext>
            </a:extLst>
          </p:cNvPr>
          <p:cNvSpPr txBox="1"/>
          <p:nvPr/>
        </p:nvSpPr>
        <p:spPr>
          <a:xfrm>
            <a:off x="5484812" y="6275584"/>
            <a:ext cx="745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Time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72AF28-F23A-0258-F494-58A8E9E196B2}"/>
              </a:ext>
            </a:extLst>
          </p:cNvPr>
          <p:cNvSpPr txBox="1"/>
          <p:nvPr/>
        </p:nvSpPr>
        <p:spPr>
          <a:xfrm rot="16200000">
            <a:off x="307415" y="322894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CO2 (ppm)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083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Adaptively stored data at zone 1 (Non-anomalous)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15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9C45EA-7987-AAC4-E643-ACAA443EE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706" y="1143000"/>
            <a:ext cx="10767119" cy="522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15039C1-016E-5CA9-F697-7B80847D3FBE}"/>
              </a:ext>
            </a:extLst>
          </p:cNvPr>
          <p:cNvGrpSpPr/>
          <p:nvPr/>
        </p:nvGrpSpPr>
        <p:grpSpPr>
          <a:xfrm>
            <a:off x="6399212" y="1143000"/>
            <a:ext cx="5715000" cy="1638765"/>
            <a:chOff x="3494087" y="1971675"/>
            <a:chExt cx="5715000" cy="163876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DA980AC-0FF5-19A2-8666-930895CA3DC6}"/>
                </a:ext>
              </a:extLst>
            </p:cNvPr>
            <p:cNvSpPr/>
            <p:nvPr/>
          </p:nvSpPr>
          <p:spPr>
            <a:xfrm>
              <a:off x="3494087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Data Generation Model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6D97CF1-CACA-6E7B-BECB-8C45A4EB3A7A}"/>
                </a:ext>
              </a:extLst>
            </p:cNvPr>
            <p:cNvSpPr/>
            <p:nvPr/>
          </p:nvSpPr>
          <p:spPr>
            <a:xfrm>
              <a:off x="5476223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(Temporary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84C22CF-DB06-5B43-AC3F-60D4D154F6BB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4560291" y="2228712"/>
              <a:ext cx="91593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15C96B-4CBC-3C3D-F94C-092E36C52963}"/>
                </a:ext>
              </a:extLst>
            </p:cNvPr>
            <p:cNvSpPr txBox="1"/>
            <p:nvPr/>
          </p:nvSpPr>
          <p:spPr>
            <a:xfrm>
              <a:off x="4515814" y="2101256"/>
              <a:ext cx="960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664" indent="-285664">
                <a:buFont typeface="Arial" panose="020B0604020202020204" pitchFamily="34" charset="0"/>
                <a:buChar char="•"/>
                <a:defRPr sz="1600"/>
              </a:lvl1pPr>
            </a:lstStyle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CO</a:t>
              </a:r>
              <a:r>
                <a:rPr kumimoji="0" lang="en-IN" sz="6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2</a:t>
              </a: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 across zones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TPH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Passenger count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D522E3F-EA51-F2C2-3684-ACF4E3A0CBDA}"/>
                </a:ext>
              </a:extLst>
            </p:cNvPr>
            <p:cNvSpPr/>
            <p:nvPr/>
          </p:nvSpPr>
          <p:spPr>
            <a:xfrm>
              <a:off x="5380795" y="2992179"/>
              <a:ext cx="2502609" cy="618261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Kapacitor (batch process)</a:t>
              </a: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</a:b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</a:b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Adaptive Storage Algorithm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FEEAC08-CE2A-7878-B968-117D20BC3F60}"/>
                </a:ext>
              </a:extLst>
            </p:cNvPr>
            <p:cNvSpPr/>
            <p:nvPr/>
          </p:nvSpPr>
          <p:spPr>
            <a:xfrm>
              <a:off x="6750623" y="1971675"/>
              <a:ext cx="101800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Influx DB (Final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E5BB088-A86C-6868-CA99-9A15B805EDF2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6009325" y="2485749"/>
              <a:ext cx="0" cy="50643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2400433-ACEE-1958-A0F2-64049E2F2D7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7259627" y="2552259"/>
              <a:ext cx="0" cy="439921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4633C0-626A-F8B8-9B0C-5C15E3D22B2A}"/>
                </a:ext>
              </a:extLst>
            </p:cNvPr>
            <p:cNvSpPr txBox="1"/>
            <p:nvPr/>
          </p:nvSpPr>
          <p:spPr>
            <a:xfrm>
              <a:off x="5380796" y="2587534"/>
              <a:ext cx="834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Query data for defined window size </a:t>
              </a:r>
              <a:endParaRPr kumimoji="0" lang="en-IN" sz="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E18985-4BB1-8F94-498C-4F4EE013450D}"/>
                </a:ext>
              </a:extLst>
            </p:cNvPr>
            <p:cNvSpPr txBox="1"/>
            <p:nvPr/>
          </p:nvSpPr>
          <p:spPr>
            <a:xfrm>
              <a:off x="7276209" y="2627099"/>
              <a:ext cx="6071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Points to be stored</a:t>
              </a:r>
              <a:endParaRPr kumimoji="0" lang="en-IN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D8DA8A7-538D-8962-C855-86BC362FB7DE}"/>
                </a:ext>
              </a:extLst>
            </p:cNvPr>
            <p:cNvSpPr/>
            <p:nvPr/>
          </p:nvSpPr>
          <p:spPr>
            <a:xfrm>
              <a:off x="8097089" y="1971675"/>
              <a:ext cx="111199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Chronograf (</a:t>
              </a: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Reconstruction and visualization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)</a:t>
              </a:r>
              <a:endPara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B78A2A0-1ADF-010F-25A7-786B9AA7193D}"/>
                </a:ext>
              </a:extLst>
            </p:cNvPr>
            <p:cNvCxnSpPr>
              <a:cxnSpLocks/>
              <a:stCxn id="18" idx="1"/>
              <a:endCxn id="13" idx="3"/>
            </p:cNvCxnSpPr>
            <p:nvPr/>
          </p:nvCxnSpPr>
          <p:spPr>
            <a:xfrm flipH="1">
              <a:off x="7768631" y="2261967"/>
              <a:ext cx="32845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D78BA0D-4D1B-C437-2B58-12E2863ECA63}"/>
              </a:ext>
            </a:extLst>
          </p:cNvPr>
          <p:cNvSpPr txBox="1"/>
          <p:nvPr/>
        </p:nvSpPr>
        <p:spPr>
          <a:xfrm>
            <a:off x="5484812" y="6275584"/>
            <a:ext cx="745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Time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B00CA0-9411-1248-BF43-6EDBEACEE09E}"/>
              </a:ext>
            </a:extLst>
          </p:cNvPr>
          <p:cNvSpPr txBox="1"/>
          <p:nvPr/>
        </p:nvSpPr>
        <p:spPr>
          <a:xfrm rot="16200000">
            <a:off x="307415" y="322894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CO2 (ppm)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0819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Reconstructed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16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87EAB-DBBC-2BB5-75E1-4DAC80A58D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1"/>
          <a:stretch/>
        </p:blipFill>
        <p:spPr>
          <a:xfrm>
            <a:off x="1446212" y="1142999"/>
            <a:ext cx="10749990" cy="522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EC916C3-3F0E-D203-867E-7C1AA6E99D80}"/>
              </a:ext>
            </a:extLst>
          </p:cNvPr>
          <p:cNvGrpSpPr/>
          <p:nvPr/>
        </p:nvGrpSpPr>
        <p:grpSpPr>
          <a:xfrm>
            <a:off x="6399212" y="1146283"/>
            <a:ext cx="5715000" cy="1638765"/>
            <a:chOff x="3494087" y="1971675"/>
            <a:chExt cx="5715000" cy="163876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A5406AD-7ACE-D241-6CA7-3C474B7DADB0}"/>
                </a:ext>
              </a:extLst>
            </p:cNvPr>
            <p:cNvSpPr/>
            <p:nvPr/>
          </p:nvSpPr>
          <p:spPr>
            <a:xfrm>
              <a:off x="3494087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Data Generation Model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A44159-2735-4CB6-8972-372967781A71}"/>
                </a:ext>
              </a:extLst>
            </p:cNvPr>
            <p:cNvSpPr/>
            <p:nvPr/>
          </p:nvSpPr>
          <p:spPr>
            <a:xfrm>
              <a:off x="5476223" y="1971675"/>
              <a:ext cx="1066204" cy="51407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(Temporary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2AA5E7C-0AB5-7DF1-F090-2B2D7ACE3038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4560291" y="2228712"/>
              <a:ext cx="91593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7ACB67-6EA6-BB7D-5053-98B8012EA294}"/>
                </a:ext>
              </a:extLst>
            </p:cNvPr>
            <p:cNvSpPr txBox="1"/>
            <p:nvPr/>
          </p:nvSpPr>
          <p:spPr>
            <a:xfrm>
              <a:off x="4515814" y="2101256"/>
              <a:ext cx="960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664" indent="-285664">
                <a:buFont typeface="Arial" panose="020B0604020202020204" pitchFamily="34" charset="0"/>
                <a:buChar char="•"/>
                <a:defRPr sz="1600"/>
              </a:lvl1pPr>
            </a:lstStyle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CO</a:t>
              </a:r>
              <a:r>
                <a:rPr kumimoji="0" lang="en-IN" sz="6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2</a:t>
              </a: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 across zones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TPH</a:t>
              </a:r>
            </a:p>
            <a:p>
              <a:pPr marL="72000" marR="0" lvl="0" indent="-1440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Passenger count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3295B74-6E30-C38B-B288-8C7B6A199095}"/>
                </a:ext>
              </a:extLst>
            </p:cNvPr>
            <p:cNvSpPr/>
            <p:nvPr/>
          </p:nvSpPr>
          <p:spPr>
            <a:xfrm>
              <a:off x="5380795" y="2992179"/>
              <a:ext cx="2502609" cy="618261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Kapacitor (batch process)</a:t>
              </a: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</a:br>
              <a:b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</a:b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Adaptive Storage Algorithm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FC6A969-498F-5F8A-6EC0-66FC0EFA43D4}"/>
                </a:ext>
              </a:extLst>
            </p:cNvPr>
            <p:cNvSpPr/>
            <p:nvPr/>
          </p:nvSpPr>
          <p:spPr>
            <a:xfrm>
              <a:off x="6750623" y="1971675"/>
              <a:ext cx="101800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  <a:alpha val="25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Influx DB (Final Database)</a:t>
              </a:r>
              <a:endParaRPr kumimoji="0" lang="en-IN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9FF0276-5C0A-0BB9-8AC1-5EF619317F57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6009325" y="2485749"/>
              <a:ext cx="0" cy="50643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39DAC8B-ED76-4E2A-165C-D496671AC2D4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7259627" y="2552259"/>
              <a:ext cx="0" cy="439921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E97230-F90E-9024-6B89-4AA90D63E8A8}"/>
                </a:ext>
              </a:extLst>
            </p:cNvPr>
            <p:cNvSpPr txBox="1"/>
            <p:nvPr/>
          </p:nvSpPr>
          <p:spPr>
            <a:xfrm>
              <a:off x="5380796" y="2587534"/>
              <a:ext cx="8341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Query data for defined window size </a:t>
              </a:r>
              <a:endParaRPr kumimoji="0" lang="en-IN" sz="6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1112E8-F844-85F4-321A-14AB01D5F55D}"/>
                </a:ext>
              </a:extLst>
            </p:cNvPr>
            <p:cNvSpPr txBox="1"/>
            <p:nvPr/>
          </p:nvSpPr>
          <p:spPr>
            <a:xfrm>
              <a:off x="7276209" y="2627099"/>
              <a:ext cx="6071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/>
                </a:rPr>
                <a:t>Points to be stored</a:t>
              </a:r>
              <a:endParaRPr kumimoji="0" lang="en-IN" sz="7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E082ADB-E4C3-F205-E6C8-07A32A70C151}"/>
                </a:ext>
              </a:extLst>
            </p:cNvPr>
            <p:cNvSpPr/>
            <p:nvPr/>
          </p:nvSpPr>
          <p:spPr>
            <a:xfrm>
              <a:off x="8097089" y="1971675"/>
              <a:ext cx="1111998" cy="580584"/>
            </a:xfrm>
            <a:prstGeom prst="roundRect">
              <a:avLst>
                <a:gd name="adj" fmla="val 10000"/>
              </a:avLst>
            </a:prstGeom>
            <a:solidFill>
              <a:srgbClr val="E0AA0F">
                <a:lumMod val="20000"/>
                <a:lumOff val="80000"/>
              </a:srgbClr>
            </a:solidFill>
            <a:ln w="127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Chronograf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 (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Reconstruction and visualization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)</a:t>
              </a:r>
              <a:endPara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E029BB1-1DF0-2079-267A-93D1E583DB7B}"/>
                </a:ext>
              </a:extLst>
            </p:cNvPr>
            <p:cNvCxnSpPr>
              <a:cxnSpLocks/>
              <a:stCxn id="18" idx="1"/>
              <a:endCxn id="13" idx="3"/>
            </p:cNvCxnSpPr>
            <p:nvPr/>
          </p:nvCxnSpPr>
          <p:spPr>
            <a:xfrm flipH="1">
              <a:off x="7768631" y="2261967"/>
              <a:ext cx="32845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DFEE832-5009-3B8C-D2AA-AF07A4462A5C}"/>
              </a:ext>
            </a:extLst>
          </p:cNvPr>
          <p:cNvSpPr txBox="1"/>
          <p:nvPr/>
        </p:nvSpPr>
        <p:spPr>
          <a:xfrm>
            <a:off x="5484812" y="6275584"/>
            <a:ext cx="745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Time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C68EB-3092-D69D-79A7-8519843DA6EB}"/>
              </a:ext>
            </a:extLst>
          </p:cNvPr>
          <p:cNvSpPr txBox="1"/>
          <p:nvPr/>
        </p:nvSpPr>
        <p:spPr>
          <a:xfrm rot="16200000">
            <a:off x="307415" y="322894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/>
              </a:rPr>
              <a:t>CO2 (ppm)</a:t>
            </a:r>
            <a:endParaRPr lang="en-IN" sz="2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66609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4_ssd4mt04 1">
    <a:dk1>
      <a:srgbClr val="000000"/>
    </a:dk1>
    <a:lt1>
      <a:srgbClr val="FFFFFF"/>
    </a:lt1>
    <a:dk2>
      <a:srgbClr val="E0AA0F"/>
    </a:dk2>
    <a:lt2>
      <a:srgbClr val="A6A49E"/>
    </a:lt2>
    <a:accent1>
      <a:srgbClr val="A32638"/>
    </a:accent1>
    <a:accent2>
      <a:srgbClr val="0038A8"/>
    </a:accent2>
    <a:accent3>
      <a:srgbClr val="FFFFFF"/>
    </a:accent3>
    <a:accent4>
      <a:srgbClr val="000000"/>
    </a:accent4>
    <a:accent5>
      <a:srgbClr val="CEACAE"/>
    </a:accent5>
    <a:accent6>
      <a:srgbClr val="003298"/>
    </a:accent6>
    <a:hlink>
      <a:srgbClr val="3A75C4"/>
    </a:hlink>
    <a:folHlink>
      <a:srgbClr val="7F6689"/>
    </a:folHlink>
  </a:clrScheme>
  <a:fontScheme name="Office">
    <a:maj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7183</TotalTime>
  <Words>1031</Words>
  <Application>Microsoft Office PowerPoint</Application>
  <PresentationFormat>Custom</PresentationFormat>
  <Paragraphs>279</Paragraphs>
  <Slides>16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Custom Design</vt:lpstr>
      <vt:lpstr>AIOT data management - Overview</vt:lpstr>
      <vt:lpstr>Data generation model</vt:lpstr>
      <vt:lpstr>Example - Class 2 anomaly in zone 2 for 50% occupancy</vt:lpstr>
      <vt:lpstr>Anomaly &amp; severity level prediction</vt:lpstr>
      <vt:lpstr>Adaptive decision block</vt:lpstr>
      <vt:lpstr>Anomaly and severity predictions using Decision Block</vt:lpstr>
      <vt:lpstr>Adaptive Storage using Linear Interpolation </vt:lpstr>
      <vt:lpstr>Adaptive Storage using Linear Interpolation </vt:lpstr>
      <vt:lpstr>Designing a Cost Function</vt:lpstr>
      <vt:lpstr>Data management implementation in TICK stack</vt:lpstr>
      <vt:lpstr>TICK stack results</vt:lpstr>
      <vt:lpstr>Generated data at zones 1 &amp; 3</vt:lpstr>
      <vt:lpstr>Adaptively stored data at zone 3 (anomalous)</vt:lpstr>
      <vt:lpstr>Reconstructed data</vt:lpstr>
      <vt:lpstr>Adaptively stored data at zone 1 (Non-anomalous)</vt:lpstr>
      <vt:lpstr>Reconstructed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WiFi_Simulation</dc:title>
  <dc:creator>Nithish K Gnani</dc:creator>
  <cp:keywords>PER;SNR;MCS</cp:keywords>
  <cp:lastModifiedBy>Nithish K Gnani</cp:lastModifiedBy>
  <cp:revision>541</cp:revision>
  <dcterms:created xsi:type="dcterms:W3CDTF">2018-03-19T06:11:25Z</dcterms:created>
  <dcterms:modified xsi:type="dcterms:W3CDTF">2023-08-10T17:35:33Z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SIP_Label_f42aa342-8706-4288-bd11-ebb85995028c_Enabled">
    <vt:lpwstr>True</vt:lpwstr>
  </property>
  <property fmtid="{D5CDD505-2E9C-101B-9397-08002B2CF9AE}" pid="13" name="MSIP_Label_f42aa342-8706-4288-bd11-ebb85995028c_SiteId">
    <vt:lpwstr>72f988bf-86f1-41af-91ab-2d7cd011db47</vt:lpwstr>
  </property>
  <property fmtid="{D5CDD505-2E9C-101B-9397-08002B2CF9AE}" pid="14" name="MSIP_Label_f42aa342-8706-4288-bd11-ebb85995028c_Owner">
    <vt:lpwstr>v-asharm@microsoft.com</vt:lpwstr>
  </property>
  <property fmtid="{D5CDD505-2E9C-101B-9397-08002B2CF9AE}" pid="15" name="MSIP_Label_f42aa342-8706-4288-bd11-ebb85995028c_SetDate">
    <vt:lpwstr>2017-11-17T04:13:46.1587428Z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</Properties>
</file>