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17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hish\Google%20Drive\Research_AIOT\Graph_tem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hish\Google%20Drive\Research_AIOT\Graph_tem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hish\Google%20Drive\Research_AIOT\Graph_temp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hish\Google%20Drive\Research_AIOT\Graph_temp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hish\Google%20Drive\Research_AIOT\Graph_temp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thish\Google%20Drive\Research_AIOT\Graph_temp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Adaptive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Sheet1!$A$1:$A$9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16</c:v>
                </c:pt>
                <c:pt idx="4">
                  <c:v>40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6-4C9E-8D31-B5AC5963B9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18394640"/>
        <c:axId val="1655837648"/>
      </c:barChart>
      <c:catAx>
        <c:axId val="151839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5837648"/>
        <c:crosses val="autoZero"/>
        <c:auto val="1"/>
        <c:lblAlgn val="ctr"/>
        <c:lblOffset val="100"/>
        <c:noMultiLvlLbl val="0"/>
      </c:catAx>
      <c:valAx>
        <c:axId val="1655837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8394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Adaptive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Sheet1!$A$1:$A$9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16</c:v>
                </c:pt>
                <c:pt idx="4">
                  <c:v>40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6-4C9E-8D31-B5AC5963B9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18394640"/>
        <c:axId val="1655837648"/>
      </c:barChart>
      <c:catAx>
        <c:axId val="151839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5837648"/>
        <c:crosses val="autoZero"/>
        <c:auto val="1"/>
        <c:lblAlgn val="ctr"/>
        <c:lblOffset val="100"/>
        <c:noMultiLvlLbl val="0"/>
      </c:catAx>
      <c:valAx>
        <c:axId val="1655837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8394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Adaptive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Sheet1!$A$1:$A$9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16</c:v>
                </c:pt>
                <c:pt idx="4">
                  <c:v>40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6-4C9E-8D31-B5AC5963B9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18394640"/>
        <c:axId val="1655837648"/>
      </c:barChart>
      <c:catAx>
        <c:axId val="151839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5837648"/>
        <c:crosses val="autoZero"/>
        <c:auto val="1"/>
        <c:lblAlgn val="ctr"/>
        <c:lblOffset val="100"/>
        <c:noMultiLvlLbl val="0"/>
      </c:catAx>
      <c:valAx>
        <c:axId val="1655837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8394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Adaptive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Sheet1!$A$1:$A$9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16</c:v>
                </c:pt>
                <c:pt idx="4">
                  <c:v>40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6-4C9E-8D31-B5AC5963B9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18394640"/>
        <c:axId val="1655837648"/>
      </c:barChart>
      <c:catAx>
        <c:axId val="151839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5837648"/>
        <c:crosses val="autoZero"/>
        <c:auto val="1"/>
        <c:lblAlgn val="ctr"/>
        <c:lblOffset val="100"/>
        <c:noMultiLvlLbl val="0"/>
      </c:catAx>
      <c:valAx>
        <c:axId val="1655837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8394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Adaptive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Sheet1!$A$1:$A$9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16</c:v>
                </c:pt>
                <c:pt idx="4">
                  <c:v>40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6-4C9E-8D31-B5AC5963B9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18394640"/>
        <c:axId val="1655837648"/>
      </c:barChart>
      <c:catAx>
        <c:axId val="151839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5837648"/>
        <c:crosses val="autoZero"/>
        <c:auto val="1"/>
        <c:lblAlgn val="ctr"/>
        <c:lblOffset val="100"/>
        <c:noMultiLvlLbl val="0"/>
      </c:catAx>
      <c:valAx>
        <c:axId val="1655837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8394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Adaptive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Sheet1!$A$1:$A$9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10</c:v>
                </c:pt>
                <c:pt idx="3">
                  <c:v>16</c:v>
                </c:pt>
                <c:pt idx="4">
                  <c:v>40</c:v>
                </c:pt>
                <c:pt idx="5">
                  <c:v>12</c:v>
                </c:pt>
                <c:pt idx="6">
                  <c:v>14</c:v>
                </c:pt>
                <c:pt idx="7">
                  <c:v>20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6-4C9E-8D31-B5AC5963B9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18394640"/>
        <c:axId val="1655837648"/>
      </c:barChart>
      <c:catAx>
        <c:axId val="151839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5837648"/>
        <c:crosses val="autoZero"/>
        <c:auto val="1"/>
        <c:lblAlgn val="ctr"/>
        <c:lblOffset val="100"/>
        <c:noMultiLvlLbl val="0"/>
      </c:catAx>
      <c:valAx>
        <c:axId val="16558376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18394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90A2-079A-4329-BDDB-D787FAF41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A5F4A-1519-459C-AFC7-5EFF50F63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A9EEF-5A11-476D-BF75-640CAA059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62085-4680-4BD8-A225-0459F7B2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FDFBD-018C-4528-85EC-6A5E0B91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4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F029-A3EA-4768-955C-94ED6E21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7374D-F162-4DC8-8274-C78B535B0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EAB17-5F57-4321-90F6-84013EA5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86D5D-5E10-4DEF-A4CC-E4D89671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1B79F-90F5-46F3-B204-BBF408AC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98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78AA-2374-4F8F-9CB8-9C93795CD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072F4-8C02-4C7F-8E0B-43BFB8B7B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56226-5D47-4471-AC40-A1FB6817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C785-CB18-4836-8145-8FACD1FA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7BB62-9BEE-4C03-8560-590EF75F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6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CCF8-25FA-401F-AEBE-8795777A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762C-C714-4767-9B60-226779555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6A0DF-C395-4DB5-8668-48BE05E00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CAFD8-89F4-4A50-A510-6E0D4C86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7503B-0571-4775-92AB-9F9D5C3F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A93D1-3594-46DC-9B5F-865036F0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75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AFC6-2F61-453C-AA65-F6612F19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46E69-F884-4D7A-98CA-8761758B1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399E6-85B8-49B1-A84A-B9EE2B87F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8CE0B-5304-449F-962A-D0B3A3616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CB05D-1118-49AF-969B-1A9645F32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C8C772-E49B-4E4E-81AC-6462A3C6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D5585-E203-49E4-8AD2-95D7CD84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DD9F5-BCD1-4EA3-BDF8-3631B00E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98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A011-815C-4E59-A4CC-6704963B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90585-BA78-4162-B793-4EB28B8A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8FF9C-AEDE-4A83-B3C9-20DD4356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0F8CA-33C3-4807-8667-75A5B6E4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71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F0400-F662-4783-BC77-51F8606E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FB8CE-DED6-44DE-9C29-9ADDABD3F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36421-1857-452D-8669-42DA27B5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71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6219-6213-40DB-828D-6C54E8BD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B08A-7BD6-4DE3-A969-1B6E716D4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85A33-C79A-4320-85AD-83AE68A0A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35DCE-4173-442C-9C6E-8FF33EBB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360E9-D594-4034-A4D5-0D697900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A2D9F-D6A2-4362-B1E4-2F7855CC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94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7831-E5DA-4457-AFAE-0D92F699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BD5EC-742E-4BF5-AF18-19D33D8A5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BE175-100A-43A5-8558-AA6F6173C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4CE7-57BB-45FA-B8A8-8E464EF7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73D5B-EF86-449C-8A87-E3F8381E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9BD71-C5C9-48FB-98F2-ACF7795F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16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08CF-14B0-44FB-91FD-5AADC081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224A7-A901-4E45-B8BD-7F5010C3B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58132-33DD-44F5-AD61-84A2E035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C762B-998A-4E7D-96F4-8E05CA04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45157-A415-44B8-A49F-1B29F9AC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23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A8962-CBBB-4E6F-BDBB-8C927525E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EDEC4-DFA6-4099-8BD2-231EA4FE8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CF26A-6FA3-45A8-BD36-5B1FDC09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6CF01-3B77-4F28-98A0-BA88C294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09312-A446-42EA-9138-52A01C29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1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42017-D8D8-407A-A723-07F43BDD1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EEAAA-12C8-4705-B21D-0952471ED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FFB83-F39D-4EB3-83C4-CF30209E6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D77C0-00C7-4963-A3FC-F1519AFECFAB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A210-48C1-4B19-A0AB-88235CA37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3ACF3-B394-47C2-974F-1E370E8DB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77F41-0869-4227-99A2-3D08B9721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6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1272A22-D815-49F2-8155-17585B4A2603}"/>
              </a:ext>
            </a:extLst>
          </p:cNvPr>
          <p:cNvGraphicFramePr>
            <a:graphicFrameLocks/>
          </p:cNvGraphicFramePr>
          <p:nvPr/>
        </p:nvGraphicFramePr>
        <p:xfrm>
          <a:off x="1537981" y="0"/>
          <a:ext cx="9116037" cy="5469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B9462A-995D-48EB-ACEE-90BF3B437E9F}"/>
              </a:ext>
            </a:extLst>
          </p:cNvPr>
          <p:cNvSpPr txBox="1"/>
          <p:nvPr/>
        </p:nvSpPr>
        <p:spPr>
          <a:xfrm>
            <a:off x="2030136" y="590585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7C348-D648-4CB0-8DE3-97E746D4C1AB}"/>
              </a:ext>
            </a:extLst>
          </p:cNvPr>
          <p:cNvSpPr txBox="1"/>
          <p:nvPr/>
        </p:nvSpPr>
        <p:spPr>
          <a:xfrm>
            <a:off x="3969391" y="590585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538EBD-F260-4CF7-B329-D03C9F7D61D3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172162" y="5469622"/>
            <a:ext cx="16832" cy="436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55FA81-9E6A-46CD-9173-868EE33EACC2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4113822" y="5428376"/>
            <a:ext cx="17633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2A853-B13F-452E-831B-30124443EECF}"/>
              </a:ext>
            </a:extLst>
          </p:cNvPr>
          <p:cNvCxnSpPr/>
          <p:nvPr/>
        </p:nvCxnSpPr>
        <p:spPr>
          <a:xfrm flipV="1">
            <a:off x="2172162" y="4177717"/>
            <a:ext cx="1941660" cy="595619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10BCB1-AA98-4DFE-BD62-2799D86ACA0F}"/>
              </a:ext>
            </a:extLst>
          </p:cNvPr>
          <p:cNvCxnSpPr/>
          <p:nvPr/>
        </p:nvCxnSpPr>
        <p:spPr>
          <a:xfrm flipV="1">
            <a:off x="3142246" y="4365792"/>
            <a:ext cx="0" cy="10066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01970A-BD1E-44D5-ABCF-FB4F5C93CEDB}"/>
              </a:ext>
            </a:extLst>
          </p:cNvPr>
          <p:cNvSpPr txBox="1"/>
          <p:nvPr/>
        </p:nvSpPr>
        <p:spPr>
          <a:xfrm>
            <a:off x="1730201" y="6523431"/>
            <a:ext cx="871264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Stored</a:t>
            </a:r>
            <a:endParaRPr lang="en-IN" sz="2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785C47-31B4-4CAC-B818-3294153FC78F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165833" y="6253163"/>
            <a:ext cx="16832" cy="2702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EF5EC0-1C14-3916-0762-EC53FFC85823}"/>
              </a:ext>
            </a:extLst>
          </p:cNvPr>
          <p:cNvSpPr txBox="1"/>
          <p:nvPr/>
        </p:nvSpPr>
        <p:spPr>
          <a:xfrm>
            <a:off x="10275549" y="5304029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B13951-8EE3-C99F-FB68-CBEEDDA63A4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1032487" y="5534862"/>
            <a:ext cx="702313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FC0F98E-EDDB-94F6-358B-28E43C1D5350}"/>
              </a:ext>
            </a:extLst>
          </p:cNvPr>
          <p:cNvSpPr txBox="1"/>
          <p:nvPr/>
        </p:nvSpPr>
        <p:spPr>
          <a:xfrm rot="16200000">
            <a:off x="408314" y="3340450"/>
            <a:ext cx="150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 value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5ECA61-B72E-FB3C-47BA-4D16253D8BEF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1159512" y="2139004"/>
            <a:ext cx="2" cy="68107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A684097-0972-3074-8455-8ABF2F613648}"/>
              </a:ext>
            </a:extLst>
          </p:cNvPr>
          <p:cNvSpPr/>
          <p:nvPr/>
        </p:nvSpPr>
        <p:spPr>
          <a:xfrm>
            <a:off x="8234043" y="464666"/>
            <a:ext cx="1155700" cy="1155700"/>
          </a:xfrm>
          <a:prstGeom prst="rect">
            <a:avLst/>
          </a:prstGeom>
          <a:blipFill dpi="0" rotWithShape="1">
            <a:blip r:embed="rId3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CD87D0-2B83-9227-78FD-8D8F1FBE6276}"/>
              </a:ext>
            </a:extLst>
          </p:cNvPr>
          <p:cNvSpPr/>
          <p:nvPr/>
        </p:nvSpPr>
        <p:spPr>
          <a:xfrm>
            <a:off x="8234043" y="1073320"/>
            <a:ext cx="1155700" cy="1155700"/>
          </a:xfrm>
          <a:prstGeom prst="rect">
            <a:avLst/>
          </a:prstGeom>
          <a:blipFill dpi="0" rotWithShape="1">
            <a:blip r:embed="rId4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681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1272A22-D815-49F2-8155-17585B4A2603}"/>
              </a:ext>
            </a:extLst>
          </p:cNvPr>
          <p:cNvGraphicFramePr>
            <a:graphicFrameLocks/>
          </p:cNvGraphicFramePr>
          <p:nvPr/>
        </p:nvGraphicFramePr>
        <p:xfrm>
          <a:off x="1537981" y="0"/>
          <a:ext cx="9116037" cy="5469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B9462A-995D-48EB-ACEE-90BF3B437E9F}"/>
              </a:ext>
            </a:extLst>
          </p:cNvPr>
          <p:cNvSpPr txBox="1"/>
          <p:nvPr/>
        </p:nvSpPr>
        <p:spPr>
          <a:xfrm>
            <a:off x="2030136" y="590585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7C348-D648-4CB0-8DE3-97E746D4C1AB}"/>
              </a:ext>
            </a:extLst>
          </p:cNvPr>
          <p:cNvSpPr txBox="1"/>
          <p:nvPr/>
        </p:nvSpPr>
        <p:spPr>
          <a:xfrm>
            <a:off x="4940941" y="590585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538EBD-F260-4CF7-B329-D03C9F7D61D3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172162" y="5469622"/>
            <a:ext cx="16832" cy="436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55FA81-9E6A-46CD-9173-868EE33EACC2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085372" y="5428376"/>
            <a:ext cx="17633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2A853-B13F-452E-831B-30124443EECF}"/>
              </a:ext>
            </a:extLst>
          </p:cNvPr>
          <p:cNvCxnSpPr>
            <a:cxnSpLocks/>
          </p:cNvCxnSpPr>
          <p:nvPr/>
        </p:nvCxnSpPr>
        <p:spPr>
          <a:xfrm flipV="1">
            <a:off x="2172162" y="3552825"/>
            <a:ext cx="2913210" cy="1220512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10BCB1-AA98-4DFE-BD62-2799D86ACA0F}"/>
              </a:ext>
            </a:extLst>
          </p:cNvPr>
          <p:cNvCxnSpPr>
            <a:cxnSpLocks/>
          </p:cNvCxnSpPr>
          <p:nvPr/>
        </p:nvCxnSpPr>
        <p:spPr>
          <a:xfrm flipV="1">
            <a:off x="4123321" y="3955256"/>
            <a:ext cx="0" cy="2024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A9D1E6-6D89-43AB-981A-0F0B136FDF40}"/>
              </a:ext>
            </a:extLst>
          </p:cNvPr>
          <p:cNvCxnSpPr>
            <a:cxnSpLocks/>
          </p:cNvCxnSpPr>
          <p:nvPr/>
        </p:nvCxnSpPr>
        <p:spPr>
          <a:xfrm flipV="1">
            <a:off x="3142246" y="4357688"/>
            <a:ext cx="0" cy="3572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6A28E5-7639-45B9-B82C-A5993C009E32}"/>
              </a:ext>
            </a:extLst>
          </p:cNvPr>
          <p:cNvSpPr txBox="1"/>
          <p:nvPr/>
        </p:nvSpPr>
        <p:spPr>
          <a:xfrm>
            <a:off x="3978890" y="590585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D92034-F005-45F0-AADE-2688470F88E7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4123321" y="5428376"/>
            <a:ext cx="17633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202DCB-DB43-47CD-842D-4133388E608E}"/>
              </a:ext>
            </a:extLst>
          </p:cNvPr>
          <p:cNvCxnSpPr/>
          <p:nvPr/>
        </p:nvCxnSpPr>
        <p:spPr>
          <a:xfrm flipV="1">
            <a:off x="2172162" y="4177717"/>
            <a:ext cx="1941660" cy="595619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E045AB-1DDA-4675-970A-C7048F11A17B}"/>
              </a:ext>
            </a:extLst>
          </p:cNvPr>
          <p:cNvCxnSpPr/>
          <p:nvPr/>
        </p:nvCxnSpPr>
        <p:spPr>
          <a:xfrm flipV="1">
            <a:off x="3142246" y="4365792"/>
            <a:ext cx="0" cy="10066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F7E6263-676A-C337-126F-5258C03F1509}"/>
              </a:ext>
            </a:extLst>
          </p:cNvPr>
          <p:cNvSpPr txBox="1"/>
          <p:nvPr/>
        </p:nvSpPr>
        <p:spPr>
          <a:xfrm>
            <a:off x="10275549" y="5304029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CFA0C5F-5210-DF36-D3AD-84E50DB756F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1032487" y="5534862"/>
            <a:ext cx="702313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B80B49-7B2C-7EC9-E7E3-DC8BFAD8DE1D}"/>
              </a:ext>
            </a:extLst>
          </p:cNvPr>
          <p:cNvSpPr txBox="1"/>
          <p:nvPr/>
        </p:nvSpPr>
        <p:spPr>
          <a:xfrm rot="16200000">
            <a:off x="408314" y="3340450"/>
            <a:ext cx="150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 value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148C1B-75CE-C941-545A-C415DCA3AF5A}"/>
              </a:ext>
            </a:extLst>
          </p:cNvPr>
          <p:cNvCxnSpPr>
            <a:cxnSpLocks/>
            <a:stCxn id="5" idx="3"/>
          </p:cNvCxnSpPr>
          <p:nvPr/>
        </p:nvCxnSpPr>
        <p:spPr>
          <a:xfrm flipH="1" flipV="1">
            <a:off x="1159512" y="2139004"/>
            <a:ext cx="2" cy="68107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FE2C87A-A21A-0DB2-258E-DEA94C1E1761}"/>
              </a:ext>
            </a:extLst>
          </p:cNvPr>
          <p:cNvSpPr/>
          <p:nvPr/>
        </p:nvSpPr>
        <p:spPr>
          <a:xfrm>
            <a:off x="8234043" y="464666"/>
            <a:ext cx="1155700" cy="1155700"/>
          </a:xfrm>
          <a:prstGeom prst="rect">
            <a:avLst/>
          </a:prstGeom>
          <a:blipFill dpi="0" rotWithShape="1">
            <a:blip r:embed="rId3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A65B53-53E0-CC44-29CD-E82F1FC73414}"/>
              </a:ext>
            </a:extLst>
          </p:cNvPr>
          <p:cNvSpPr/>
          <p:nvPr/>
        </p:nvSpPr>
        <p:spPr>
          <a:xfrm>
            <a:off x="8234043" y="1073320"/>
            <a:ext cx="1155700" cy="1155700"/>
          </a:xfrm>
          <a:prstGeom prst="rect">
            <a:avLst/>
          </a:prstGeom>
          <a:blipFill dpi="0" rotWithShape="1">
            <a:blip r:embed="rId4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740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1272A22-D815-49F2-8155-17585B4A26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182539"/>
              </p:ext>
            </p:extLst>
          </p:nvPr>
        </p:nvGraphicFramePr>
        <p:xfrm>
          <a:off x="1537981" y="0"/>
          <a:ext cx="9116037" cy="5469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B9462A-995D-48EB-ACEE-90BF3B437E9F}"/>
              </a:ext>
            </a:extLst>
          </p:cNvPr>
          <p:cNvSpPr txBox="1"/>
          <p:nvPr/>
        </p:nvSpPr>
        <p:spPr>
          <a:xfrm>
            <a:off x="2030136" y="590585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7C348-D648-4CB0-8DE3-97E746D4C1AB}"/>
              </a:ext>
            </a:extLst>
          </p:cNvPr>
          <p:cNvSpPr txBox="1"/>
          <p:nvPr/>
        </p:nvSpPr>
        <p:spPr>
          <a:xfrm>
            <a:off x="5951568" y="590585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538EBD-F260-4CF7-B329-D03C9F7D61D3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172162" y="5469622"/>
            <a:ext cx="16832" cy="436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55FA81-9E6A-46CD-9173-868EE33EACC2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6095999" y="5428376"/>
            <a:ext cx="17633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2A853-B13F-452E-831B-30124443EECF}"/>
              </a:ext>
            </a:extLst>
          </p:cNvPr>
          <p:cNvCxnSpPr>
            <a:cxnSpLocks/>
          </p:cNvCxnSpPr>
          <p:nvPr/>
        </p:nvCxnSpPr>
        <p:spPr>
          <a:xfrm flipV="1">
            <a:off x="2172162" y="1031847"/>
            <a:ext cx="3923837" cy="3749878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10BCB1-AA98-4DFE-BD62-2799D86ACA0F}"/>
              </a:ext>
            </a:extLst>
          </p:cNvPr>
          <p:cNvCxnSpPr>
            <a:cxnSpLocks/>
          </p:cNvCxnSpPr>
          <p:nvPr/>
        </p:nvCxnSpPr>
        <p:spPr>
          <a:xfrm flipV="1">
            <a:off x="5098087" y="2013358"/>
            <a:ext cx="0" cy="15168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A9D1E6-6D89-43AB-981A-0F0B136FDF40}"/>
              </a:ext>
            </a:extLst>
          </p:cNvPr>
          <p:cNvCxnSpPr>
            <a:cxnSpLocks/>
          </p:cNvCxnSpPr>
          <p:nvPr/>
        </p:nvCxnSpPr>
        <p:spPr>
          <a:xfrm flipV="1">
            <a:off x="3142246" y="3884103"/>
            <a:ext cx="0" cy="5093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69315C-74BE-4FD3-9CAB-C5CEDE9B4A24}"/>
              </a:ext>
            </a:extLst>
          </p:cNvPr>
          <p:cNvCxnSpPr>
            <a:cxnSpLocks/>
          </p:cNvCxnSpPr>
          <p:nvPr/>
        </p:nvCxnSpPr>
        <p:spPr>
          <a:xfrm flipV="1">
            <a:off x="4134751" y="2936147"/>
            <a:ext cx="0" cy="12162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C2ABE0E-9685-4FCE-818C-B6579ABDE79B}"/>
              </a:ext>
            </a:extLst>
          </p:cNvPr>
          <p:cNvSpPr txBox="1"/>
          <p:nvPr/>
        </p:nvSpPr>
        <p:spPr>
          <a:xfrm>
            <a:off x="4662455" y="6298635"/>
            <a:ext cx="871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Stored</a:t>
            </a:r>
            <a:endParaRPr lang="en-IN"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AEB884-DDDE-44D5-8F34-997B1EE69F1B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098087" y="5510213"/>
            <a:ext cx="0" cy="7884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51F24B7-7A0D-45F8-87EA-0B91EE0E51E4}"/>
              </a:ext>
            </a:extLst>
          </p:cNvPr>
          <p:cNvSpPr txBox="1"/>
          <p:nvPr/>
        </p:nvSpPr>
        <p:spPr>
          <a:xfrm>
            <a:off x="4940941" y="590585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98870A-8D9B-41AA-A74A-57399A5CE984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5085372" y="5428376"/>
            <a:ext cx="17633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5D88598-6D71-CC12-32CF-C8A6009E1466}"/>
              </a:ext>
            </a:extLst>
          </p:cNvPr>
          <p:cNvSpPr txBox="1"/>
          <p:nvPr/>
        </p:nvSpPr>
        <p:spPr>
          <a:xfrm>
            <a:off x="10275549" y="5304029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AA85CD-301A-C855-B5BE-496C499FB7A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1032487" y="5534862"/>
            <a:ext cx="702313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9DD871-0AD4-067E-363D-73896DA3CC1E}"/>
              </a:ext>
            </a:extLst>
          </p:cNvPr>
          <p:cNvSpPr txBox="1"/>
          <p:nvPr/>
        </p:nvSpPr>
        <p:spPr>
          <a:xfrm rot="16200000">
            <a:off x="408314" y="3340450"/>
            <a:ext cx="150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 value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272F82-04EE-F7DC-D73F-CE09B68A6967}"/>
              </a:ext>
            </a:extLst>
          </p:cNvPr>
          <p:cNvCxnSpPr>
            <a:cxnSpLocks/>
            <a:stCxn id="9" idx="3"/>
          </p:cNvCxnSpPr>
          <p:nvPr/>
        </p:nvCxnSpPr>
        <p:spPr>
          <a:xfrm flipH="1" flipV="1">
            <a:off x="1159512" y="2139004"/>
            <a:ext cx="2" cy="68107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41A3C51-B149-109D-BE28-77E8FAEAA8C3}"/>
              </a:ext>
            </a:extLst>
          </p:cNvPr>
          <p:cNvSpPr/>
          <p:nvPr/>
        </p:nvSpPr>
        <p:spPr>
          <a:xfrm>
            <a:off x="8234043" y="464666"/>
            <a:ext cx="1155700" cy="1155700"/>
          </a:xfrm>
          <a:prstGeom prst="rect">
            <a:avLst/>
          </a:prstGeom>
          <a:blipFill dpi="0" rotWithShape="1">
            <a:blip r:embed="rId3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0676C7-02FE-146A-E903-11CFE6AA3711}"/>
              </a:ext>
            </a:extLst>
          </p:cNvPr>
          <p:cNvSpPr/>
          <p:nvPr/>
        </p:nvSpPr>
        <p:spPr>
          <a:xfrm>
            <a:off x="8234043" y="1073320"/>
            <a:ext cx="1155700" cy="1155700"/>
          </a:xfrm>
          <a:prstGeom prst="rect">
            <a:avLst/>
          </a:prstGeom>
          <a:blipFill dpi="0" rotWithShape="1">
            <a:blip r:embed="rId4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888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500"/>
    </mc:Choice>
    <mc:Fallback>
      <p:transition spd="slow" advClick="0" advTm="6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1272A22-D815-49F2-8155-17585B4A2603}"/>
              </a:ext>
            </a:extLst>
          </p:cNvPr>
          <p:cNvGraphicFramePr>
            <a:graphicFrameLocks/>
          </p:cNvGraphicFramePr>
          <p:nvPr/>
        </p:nvGraphicFramePr>
        <p:xfrm>
          <a:off x="1537981" y="0"/>
          <a:ext cx="9116037" cy="5469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A7C348-D648-4CB0-8DE3-97E746D4C1AB}"/>
              </a:ext>
            </a:extLst>
          </p:cNvPr>
          <p:cNvSpPr txBox="1"/>
          <p:nvPr/>
        </p:nvSpPr>
        <p:spPr>
          <a:xfrm>
            <a:off x="7881985" y="5905850"/>
            <a:ext cx="288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55FA81-9E6A-46CD-9173-868EE33EACC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8026416" y="5428376"/>
            <a:ext cx="0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2A853-B13F-452E-831B-30124443EECF}"/>
              </a:ext>
            </a:extLst>
          </p:cNvPr>
          <p:cNvCxnSpPr>
            <a:cxnSpLocks/>
          </p:cNvCxnSpPr>
          <p:nvPr/>
        </p:nvCxnSpPr>
        <p:spPr>
          <a:xfrm>
            <a:off x="6098796" y="1031846"/>
            <a:ext cx="1963024" cy="269286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10BCB1-AA98-4DFE-BD62-2799D86ACA0F}"/>
              </a:ext>
            </a:extLst>
          </p:cNvPr>
          <p:cNvCxnSpPr>
            <a:cxnSpLocks/>
          </p:cNvCxnSpPr>
          <p:nvPr/>
        </p:nvCxnSpPr>
        <p:spPr>
          <a:xfrm flipV="1">
            <a:off x="7069500" y="2374084"/>
            <a:ext cx="0" cy="15671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CFD88B-9015-4D6C-8135-EE8E16EDA702}"/>
              </a:ext>
            </a:extLst>
          </p:cNvPr>
          <p:cNvSpPr txBox="1"/>
          <p:nvPr/>
        </p:nvSpPr>
        <p:spPr>
          <a:xfrm>
            <a:off x="5953973" y="590585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2D7B77-FD17-4BCD-93BA-11139FAB0077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6095999" y="5469622"/>
            <a:ext cx="16832" cy="436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B2AC806-4952-4000-B968-7DEBD35211C6}"/>
              </a:ext>
            </a:extLst>
          </p:cNvPr>
          <p:cNvSpPr txBox="1"/>
          <p:nvPr/>
        </p:nvSpPr>
        <p:spPr>
          <a:xfrm>
            <a:off x="5728686" y="6486107"/>
            <a:ext cx="871264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Stored</a:t>
            </a:r>
            <a:endParaRPr lang="en-IN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0E78DA-C8C3-498C-8932-8AD42D9C7394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6164318" y="6232525"/>
            <a:ext cx="0" cy="2535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50E865-5418-824E-CD27-F11BA3ADD433}"/>
              </a:ext>
            </a:extLst>
          </p:cNvPr>
          <p:cNvSpPr txBox="1"/>
          <p:nvPr/>
        </p:nvSpPr>
        <p:spPr>
          <a:xfrm>
            <a:off x="10275549" y="5304029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4B746BF-F611-5DBA-6F41-E2618A7041E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1032487" y="5534862"/>
            <a:ext cx="702313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CD86EB-94B1-CAEB-0497-2EEE7FE7BF27}"/>
              </a:ext>
            </a:extLst>
          </p:cNvPr>
          <p:cNvSpPr txBox="1"/>
          <p:nvPr/>
        </p:nvSpPr>
        <p:spPr>
          <a:xfrm rot="16200000">
            <a:off x="408314" y="3340450"/>
            <a:ext cx="150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 value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6B09E3-B728-06EC-7A37-A97BC37D97C8}"/>
              </a:ext>
            </a:extLst>
          </p:cNvPr>
          <p:cNvCxnSpPr>
            <a:cxnSpLocks/>
            <a:stCxn id="7" idx="3"/>
          </p:cNvCxnSpPr>
          <p:nvPr/>
        </p:nvCxnSpPr>
        <p:spPr>
          <a:xfrm flipH="1" flipV="1">
            <a:off x="1159512" y="2139004"/>
            <a:ext cx="2" cy="68107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99846F2-EB8C-3388-882D-52DDFB9ED909}"/>
              </a:ext>
            </a:extLst>
          </p:cNvPr>
          <p:cNvSpPr/>
          <p:nvPr/>
        </p:nvSpPr>
        <p:spPr>
          <a:xfrm>
            <a:off x="8234043" y="464666"/>
            <a:ext cx="1155700" cy="1155700"/>
          </a:xfrm>
          <a:prstGeom prst="rect">
            <a:avLst/>
          </a:prstGeom>
          <a:blipFill dpi="0" rotWithShape="1">
            <a:blip r:embed="rId3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EA3C59-57A3-B91A-5D33-CFE29170F819}"/>
              </a:ext>
            </a:extLst>
          </p:cNvPr>
          <p:cNvSpPr/>
          <p:nvPr/>
        </p:nvSpPr>
        <p:spPr>
          <a:xfrm>
            <a:off x="8234043" y="1073320"/>
            <a:ext cx="1155700" cy="1155700"/>
          </a:xfrm>
          <a:prstGeom prst="rect">
            <a:avLst/>
          </a:prstGeom>
          <a:blipFill dpi="0" rotWithShape="1">
            <a:blip r:embed="rId4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004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1272A22-D815-49F2-8155-17585B4A2603}"/>
              </a:ext>
            </a:extLst>
          </p:cNvPr>
          <p:cNvGraphicFramePr>
            <a:graphicFrameLocks/>
          </p:cNvGraphicFramePr>
          <p:nvPr/>
        </p:nvGraphicFramePr>
        <p:xfrm>
          <a:off x="1537981" y="0"/>
          <a:ext cx="9116037" cy="5469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A7C348-D648-4CB0-8DE3-97E746D4C1AB}"/>
              </a:ext>
            </a:extLst>
          </p:cNvPr>
          <p:cNvSpPr txBox="1"/>
          <p:nvPr/>
        </p:nvSpPr>
        <p:spPr>
          <a:xfrm>
            <a:off x="7881985" y="5905850"/>
            <a:ext cx="288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55FA81-9E6A-46CD-9173-868EE33EACC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8026416" y="5428376"/>
            <a:ext cx="0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2A853-B13F-452E-831B-30124443EECF}"/>
              </a:ext>
            </a:extLst>
          </p:cNvPr>
          <p:cNvCxnSpPr>
            <a:cxnSpLocks/>
          </p:cNvCxnSpPr>
          <p:nvPr/>
        </p:nvCxnSpPr>
        <p:spPr>
          <a:xfrm>
            <a:off x="6098796" y="1031846"/>
            <a:ext cx="1963024" cy="269286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10BCB1-AA98-4DFE-BD62-2799D86ACA0F}"/>
              </a:ext>
            </a:extLst>
          </p:cNvPr>
          <p:cNvCxnSpPr>
            <a:cxnSpLocks/>
          </p:cNvCxnSpPr>
          <p:nvPr/>
        </p:nvCxnSpPr>
        <p:spPr>
          <a:xfrm flipV="1">
            <a:off x="7069500" y="2374084"/>
            <a:ext cx="0" cy="15671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CFD88B-9015-4D6C-8135-EE8E16EDA702}"/>
              </a:ext>
            </a:extLst>
          </p:cNvPr>
          <p:cNvSpPr txBox="1"/>
          <p:nvPr/>
        </p:nvSpPr>
        <p:spPr>
          <a:xfrm>
            <a:off x="5953973" y="590585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2D7B77-FD17-4BCD-93BA-11139FAB0077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095999" y="5469622"/>
            <a:ext cx="16832" cy="436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55AE5B0-0A81-4D8E-8569-31098F21EE04}"/>
              </a:ext>
            </a:extLst>
          </p:cNvPr>
          <p:cNvSpPr txBox="1"/>
          <p:nvPr/>
        </p:nvSpPr>
        <p:spPr>
          <a:xfrm>
            <a:off x="6707832" y="6298635"/>
            <a:ext cx="871264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Stored</a:t>
            </a:r>
            <a:endParaRPr lang="en-IN" sz="2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B24695-3C17-412D-9951-E2628D8D82CF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7075144" y="5515024"/>
            <a:ext cx="68320" cy="7836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141E1D-18A8-4747-B580-323C751D8678}"/>
              </a:ext>
            </a:extLst>
          </p:cNvPr>
          <p:cNvSpPr txBox="1"/>
          <p:nvPr/>
        </p:nvSpPr>
        <p:spPr>
          <a:xfrm>
            <a:off x="5728686" y="6486107"/>
            <a:ext cx="871264" cy="3077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sz="2000" dirty="0"/>
              <a:t>Stored</a:t>
            </a:r>
            <a:endParaRPr lang="en-IN"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8BA852-02B7-40D1-B8CC-9380075B63D0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164318" y="6238875"/>
            <a:ext cx="0" cy="2472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9515B6-9481-8B78-2E27-7DE7391AB82F}"/>
              </a:ext>
            </a:extLst>
          </p:cNvPr>
          <p:cNvSpPr txBox="1"/>
          <p:nvPr/>
        </p:nvSpPr>
        <p:spPr>
          <a:xfrm>
            <a:off x="10275549" y="5304029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6E3BA7-BE5F-2B20-7F58-BCD3C17096F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1032487" y="5534862"/>
            <a:ext cx="702313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CF3FAEE-5F9B-B610-9D86-AF2F8D179F00}"/>
              </a:ext>
            </a:extLst>
          </p:cNvPr>
          <p:cNvSpPr txBox="1"/>
          <p:nvPr/>
        </p:nvSpPr>
        <p:spPr>
          <a:xfrm rot="16200000">
            <a:off x="408314" y="3340450"/>
            <a:ext cx="150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 value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512348-CCC3-16EF-EA81-EFD561C133C0}"/>
              </a:ext>
            </a:extLst>
          </p:cNvPr>
          <p:cNvCxnSpPr>
            <a:cxnSpLocks/>
            <a:stCxn id="21" idx="3"/>
          </p:cNvCxnSpPr>
          <p:nvPr/>
        </p:nvCxnSpPr>
        <p:spPr>
          <a:xfrm flipH="1" flipV="1">
            <a:off x="1159512" y="2139004"/>
            <a:ext cx="2" cy="68107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B77EE4F-8F0B-6F86-0E91-1191774FB6FD}"/>
              </a:ext>
            </a:extLst>
          </p:cNvPr>
          <p:cNvSpPr/>
          <p:nvPr/>
        </p:nvSpPr>
        <p:spPr>
          <a:xfrm>
            <a:off x="8234043" y="464666"/>
            <a:ext cx="1155700" cy="1155700"/>
          </a:xfrm>
          <a:prstGeom prst="rect">
            <a:avLst/>
          </a:prstGeom>
          <a:blipFill dpi="0" rotWithShape="1">
            <a:blip r:embed="rId3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19C6A-4DCB-67A2-F538-0035D6922068}"/>
              </a:ext>
            </a:extLst>
          </p:cNvPr>
          <p:cNvSpPr/>
          <p:nvPr/>
        </p:nvSpPr>
        <p:spPr>
          <a:xfrm>
            <a:off x="8234043" y="1073320"/>
            <a:ext cx="1155700" cy="1155700"/>
          </a:xfrm>
          <a:prstGeom prst="rect">
            <a:avLst/>
          </a:prstGeom>
          <a:blipFill dpi="0" rotWithShape="1">
            <a:blip r:embed="rId4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46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00"/>
    </mc:Choice>
    <mc:Fallback>
      <p:transition spd="slow" advClick="0" advTm="1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1272A22-D815-49F2-8155-17585B4A2603}"/>
              </a:ext>
            </a:extLst>
          </p:cNvPr>
          <p:cNvGraphicFramePr>
            <a:graphicFrameLocks/>
          </p:cNvGraphicFramePr>
          <p:nvPr/>
        </p:nvGraphicFramePr>
        <p:xfrm>
          <a:off x="1537981" y="0"/>
          <a:ext cx="9116037" cy="5469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A7C348-D648-4CB0-8DE3-97E746D4C1AB}"/>
              </a:ext>
            </a:extLst>
          </p:cNvPr>
          <p:cNvSpPr txBox="1"/>
          <p:nvPr/>
        </p:nvSpPr>
        <p:spPr>
          <a:xfrm>
            <a:off x="9886954" y="5905850"/>
            <a:ext cx="288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55FA81-9E6A-46CD-9173-868EE33EACC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031385" y="5428376"/>
            <a:ext cx="0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2A853-B13F-452E-831B-30124443EECF}"/>
              </a:ext>
            </a:extLst>
          </p:cNvPr>
          <p:cNvCxnSpPr>
            <a:cxnSpLocks/>
          </p:cNvCxnSpPr>
          <p:nvPr/>
        </p:nvCxnSpPr>
        <p:spPr>
          <a:xfrm flipV="1">
            <a:off x="8061820" y="2684477"/>
            <a:ext cx="1969565" cy="1057013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10BCB1-AA98-4DFE-BD62-2799D86ACA0F}"/>
              </a:ext>
            </a:extLst>
          </p:cNvPr>
          <p:cNvCxnSpPr>
            <a:cxnSpLocks/>
          </p:cNvCxnSpPr>
          <p:nvPr/>
        </p:nvCxnSpPr>
        <p:spPr>
          <a:xfrm flipV="1">
            <a:off x="9032524" y="3103927"/>
            <a:ext cx="0" cy="1158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CFD88B-9015-4D6C-8135-EE8E16EDA702}"/>
              </a:ext>
            </a:extLst>
          </p:cNvPr>
          <p:cNvSpPr txBox="1"/>
          <p:nvPr/>
        </p:nvSpPr>
        <p:spPr>
          <a:xfrm>
            <a:off x="7919794" y="590585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2D7B77-FD17-4BCD-93BA-11139FAB0077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8061820" y="5469622"/>
            <a:ext cx="16832" cy="436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482ACD-92B8-4FFC-B21E-ADB263D45AAF}"/>
              </a:ext>
            </a:extLst>
          </p:cNvPr>
          <p:cNvSpPr txBox="1"/>
          <p:nvPr/>
        </p:nvSpPr>
        <p:spPr>
          <a:xfrm>
            <a:off x="7881985" y="5905850"/>
            <a:ext cx="288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</a:t>
            </a:r>
            <a:endParaRPr lang="en-IN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EFF778-9A86-4856-9EA0-0B34EE800940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026416" y="5428376"/>
            <a:ext cx="0" cy="4774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FB5168-BB98-595D-F3FB-4E9B9D21B412}"/>
              </a:ext>
            </a:extLst>
          </p:cNvPr>
          <p:cNvSpPr txBox="1"/>
          <p:nvPr/>
        </p:nvSpPr>
        <p:spPr>
          <a:xfrm>
            <a:off x="10275549" y="5304029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time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84D883-FD15-0C05-3716-7B893562F3B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1032487" y="5534862"/>
            <a:ext cx="702313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AA90B0-673B-683A-8107-264CEC337466}"/>
              </a:ext>
            </a:extLst>
          </p:cNvPr>
          <p:cNvSpPr txBox="1"/>
          <p:nvPr/>
        </p:nvSpPr>
        <p:spPr>
          <a:xfrm rot="16200000">
            <a:off x="408314" y="3340450"/>
            <a:ext cx="150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Data value</a:t>
            </a:r>
            <a:endParaRPr lang="en-I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725033-042B-89AC-1DCC-8A538296DB62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1159512" y="2139004"/>
            <a:ext cx="2" cy="68107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DD0C6A1-01B8-6521-F07F-401DCEEFA5C4}"/>
              </a:ext>
            </a:extLst>
          </p:cNvPr>
          <p:cNvSpPr/>
          <p:nvPr/>
        </p:nvSpPr>
        <p:spPr>
          <a:xfrm>
            <a:off x="8234043" y="464666"/>
            <a:ext cx="1155700" cy="1155700"/>
          </a:xfrm>
          <a:prstGeom prst="rect">
            <a:avLst/>
          </a:prstGeom>
          <a:blipFill dpi="0" rotWithShape="1">
            <a:blip r:embed="rId3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7672C6-EF00-2172-8659-767730DF3A0C}"/>
              </a:ext>
            </a:extLst>
          </p:cNvPr>
          <p:cNvSpPr/>
          <p:nvPr/>
        </p:nvSpPr>
        <p:spPr>
          <a:xfrm>
            <a:off x="8234043" y="1073320"/>
            <a:ext cx="1155700" cy="1155700"/>
          </a:xfrm>
          <a:prstGeom prst="rect">
            <a:avLst/>
          </a:prstGeom>
          <a:blipFill dpi="0" rotWithShape="1">
            <a:blip r:embed="rId4">
              <a:alphaModFix amt="39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97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50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Sapien Prime</dc:creator>
  <cp:lastModifiedBy>Nithish K Gnani</cp:lastModifiedBy>
  <cp:revision>14</cp:revision>
  <dcterms:created xsi:type="dcterms:W3CDTF">2019-09-20T05:58:39Z</dcterms:created>
  <dcterms:modified xsi:type="dcterms:W3CDTF">2023-08-10T18:00:29Z</dcterms:modified>
</cp:coreProperties>
</file>