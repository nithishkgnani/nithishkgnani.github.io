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2" r:id="rId1"/>
  </p:sldMasterIdLst>
  <p:notesMasterIdLst>
    <p:notesMasterId r:id="rId3"/>
  </p:notesMasterIdLst>
  <p:sldIdLst>
    <p:sldId id="449" r:id="rId2"/>
  </p:sldIdLst>
  <p:sldSz cx="12188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1152">
          <p15:clr>
            <a:srgbClr val="A4A3A4"/>
          </p15:clr>
        </p15:guide>
        <p15:guide id="4" orient="horz" pos="3888">
          <p15:clr>
            <a:srgbClr val="A4A3A4"/>
          </p15:clr>
        </p15:guide>
        <p15:guide id="5" orient="horz" pos="3072">
          <p15:clr>
            <a:srgbClr val="A4A3A4"/>
          </p15:clr>
        </p15:guide>
        <p15:guide id="6" orient="horz" pos="432">
          <p15:clr>
            <a:srgbClr val="A4A3A4"/>
          </p15:clr>
        </p15:guide>
        <p15:guide id="7" orient="horz" pos="3648">
          <p15:clr>
            <a:srgbClr val="A4A3A4"/>
          </p15:clr>
        </p15:guide>
        <p15:guide id="8" pos="3839">
          <p15:clr>
            <a:srgbClr val="A4A3A4"/>
          </p15:clr>
        </p15:guide>
        <p15:guide id="9" pos="766">
          <p15:clr>
            <a:srgbClr val="A4A3A4"/>
          </p15:clr>
        </p15:guide>
        <p15:guide id="10" pos="6912">
          <p15:clr>
            <a:srgbClr val="A4A3A4"/>
          </p15:clr>
        </p15:guide>
        <p15:guide id="11" pos="5711">
          <p15:clr>
            <a:srgbClr val="A4A3A4"/>
          </p15:clr>
        </p15:guide>
        <p15:guide id="12" pos="7247">
          <p15:clr>
            <a:srgbClr val="A4A3A4"/>
          </p15:clr>
        </p15:guide>
        <p15:guide id="13" pos="3695">
          <p15:clr>
            <a:srgbClr val="A4A3A4"/>
          </p15:clr>
        </p15:guide>
        <p15:guide id="14" pos="431">
          <p15:clr>
            <a:srgbClr val="A4A3A4"/>
          </p15:clr>
        </p15:guide>
        <p15:guide id="15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BAFF"/>
    <a:srgbClr val="FCE4D6"/>
    <a:srgbClr val="ED7D31"/>
    <a:srgbClr val="FF6600"/>
    <a:srgbClr val="F4B084"/>
    <a:srgbClr val="FE86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D255CF-6628-4813-907E-2EF8DBF8922C}">
  <a:tblStyle styleId="{53D255CF-6628-4813-907E-2EF8DBF8922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01" autoAdjust="0"/>
    <p:restoredTop sz="94971" autoAdjust="0"/>
  </p:normalViewPr>
  <p:slideViewPr>
    <p:cSldViewPr snapToGrid="0">
      <p:cViewPr varScale="1">
        <p:scale>
          <a:sx n="109" d="100"/>
          <a:sy n="109" d="100"/>
        </p:scale>
        <p:origin x="396" y="102"/>
      </p:cViewPr>
      <p:guideLst>
        <p:guide orient="horz" pos="2160"/>
        <p:guide orient="horz" pos="1008"/>
        <p:guide orient="horz" pos="1152"/>
        <p:guide orient="horz" pos="3888"/>
        <p:guide orient="horz" pos="3072"/>
        <p:guide orient="horz" pos="432"/>
        <p:guide orient="horz" pos="3648"/>
        <p:guide pos="3839"/>
        <p:guide pos="766"/>
        <p:guide pos="6912"/>
        <p:guide pos="5711"/>
        <p:guide pos="7247"/>
        <p:guide pos="3695"/>
        <p:guide pos="431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994178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0" y="193331"/>
            <a:ext cx="12188825" cy="56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0" y="1169988"/>
            <a:ext cx="12188825" cy="256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–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ftr" idx="11"/>
          </p:nvPr>
        </p:nvSpPr>
        <p:spPr>
          <a:xfrm>
            <a:off x="0" y="6381750"/>
            <a:ext cx="480993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title"/>
          </p:nvPr>
        </p:nvSpPr>
        <p:spPr>
          <a:xfrm rot="5400000">
            <a:off x="9156304" y="910890"/>
            <a:ext cx="3017838" cy="1589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1"/>
          </p:nvPr>
        </p:nvSpPr>
        <p:spPr>
          <a:xfrm rot="5400000">
            <a:off x="4986444" y="-737341"/>
            <a:ext cx="3017838" cy="488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–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ftr" idx="11"/>
          </p:nvPr>
        </p:nvSpPr>
        <p:spPr>
          <a:xfrm>
            <a:off x="0" y="6381750"/>
            <a:ext cx="4809931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5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body" idx="1"/>
          </p:nvPr>
        </p:nvSpPr>
        <p:spPr>
          <a:xfrm>
            <a:off x="0" y="1169988"/>
            <a:ext cx="12188825" cy="2193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0" y="193331"/>
            <a:ext cx="12188825" cy="56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Shape 16"/>
          <p:cNvSpPr/>
          <p:nvPr/>
        </p:nvSpPr>
        <p:spPr>
          <a:xfrm>
            <a:off x="4875530" y="-88900"/>
            <a:ext cx="2363702" cy="295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0" tIns="82275" rIns="69050" bIns="345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4"/>
              <a:buFont typeface="Arial"/>
              <a:buNone/>
            </a:pPr>
            <a:r>
              <a:rPr lang="en-US" sz="674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BOEING PROPRIETARY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ounded Rectangle 3">
            <a:extLst>
              <a:ext uri="{FF2B5EF4-FFF2-40B4-BE49-F238E27FC236}">
                <a16:creationId xmlns:a16="http://schemas.microsoft.com/office/drawing/2014/main" id="{451A40C9-DDAC-471C-B991-A743782EC8AC}"/>
              </a:ext>
            </a:extLst>
          </p:cNvPr>
          <p:cNvSpPr/>
          <p:nvPr/>
        </p:nvSpPr>
        <p:spPr>
          <a:xfrm rot="5400000">
            <a:off x="-700072" y="2080387"/>
            <a:ext cx="5668787" cy="38864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600" dirty="0">
              <a:cs typeface="Calibri" panose="020F0502020204030204" pitchFamily="34" charset="0"/>
            </a:endParaRPr>
          </a:p>
        </p:txBody>
      </p:sp>
      <p:pic>
        <p:nvPicPr>
          <p:cNvPr id="47" name="Picture 2" descr="Image result for BLE broadcast symbol">
            <a:extLst>
              <a:ext uri="{FF2B5EF4-FFF2-40B4-BE49-F238E27FC236}">
                <a16:creationId xmlns:a16="http://schemas.microsoft.com/office/drawing/2014/main" id="{68F0EAA1-796A-4F2B-BFB3-3ABF5621C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374" y="1755781"/>
            <a:ext cx="503629" cy="295462"/>
          </a:xfrm>
          <a:prstGeom prst="rect">
            <a:avLst/>
          </a:prstGeom>
          <a:solidFill>
            <a:srgbClr val="92D050"/>
          </a:solidFill>
        </p:spPr>
      </p:pic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5246F52-C6D8-418D-B143-E0771B259DCC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3949003" y="1903512"/>
            <a:ext cx="2753560" cy="611696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23BEE03B-109F-4637-836E-778207F64170}"/>
              </a:ext>
            </a:extLst>
          </p:cNvPr>
          <p:cNvSpPr txBox="1"/>
          <p:nvPr/>
        </p:nvSpPr>
        <p:spPr>
          <a:xfrm rot="823212">
            <a:off x="4226303" y="1829847"/>
            <a:ext cx="16081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TDoA1, 2, 3 at 3A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99F2E0F7-C31E-4A0C-95C6-56E0D206FE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22197" y="6011719"/>
            <a:ext cx="1123177" cy="545989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</p:pic>
      <p:cxnSp>
        <p:nvCxnSpPr>
          <p:cNvPr id="4109" name="Connector: Elbow 4108">
            <a:extLst>
              <a:ext uri="{FF2B5EF4-FFF2-40B4-BE49-F238E27FC236}">
                <a16:creationId xmlns:a16="http://schemas.microsoft.com/office/drawing/2014/main" id="{2E33C7E6-3565-41B1-AAE3-013A27597004}"/>
              </a:ext>
            </a:extLst>
          </p:cNvPr>
          <p:cNvCxnSpPr>
            <a:cxnSpLocks/>
            <a:stCxn id="82" idx="0"/>
            <a:endCxn id="118" idx="1"/>
          </p:cNvCxnSpPr>
          <p:nvPr/>
        </p:nvCxnSpPr>
        <p:spPr>
          <a:xfrm rot="5400000" flipH="1" flipV="1">
            <a:off x="3158203" y="5458606"/>
            <a:ext cx="278697" cy="82753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2EE6674-D5F2-4B2A-98D6-537108804CB7}"/>
              </a:ext>
            </a:extLst>
          </p:cNvPr>
          <p:cNvCxnSpPr>
            <a:cxnSpLocks/>
            <a:stCxn id="4135" idx="3"/>
            <a:endCxn id="56" idx="1"/>
          </p:cNvCxnSpPr>
          <p:nvPr/>
        </p:nvCxnSpPr>
        <p:spPr>
          <a:xfrm>
            <a:off x="8356554" y="4195550"/>
            <a:ext cx="1980310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5D41D98-D3A8-4AD7-A9D0-5775AC1CDC1C}"/>
              </a:ext>
            </a:extLst>
          </p:cNvPr>
          <p:cNvCxnSpPr>
            <a:cxnSpLocks/>
            <a:stCxn id="4135" idx="1"/>
            <a:endCxn id="82" idx="3"/>
          </p:cNvCxnSpPr>
          <p:nvPr/>
        </p:nvCxnSpPr>
        <p:spPr>
          <a:xfrm flipH="1">
            <a:off x="3445374" y="4195550"/>
            <a:ext cx="3250320" cy="2089164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51" name="Group 4150">
            <a:extLst>
              <a:ext uri="{FF2B5EF4-FFF2-40B4-BE49-F238E27FC236}">
                <a16:creationId xmlns:a16="http://schemas.microsoft.com/office/drawing/2014/main" id="{84E39BDE-6BC8-43D9-A287-3756920A9A48}"/>
              </a:ext>
            </a:extLst>
          </p:cNvPr>
          <p:cNvGrpSpPr/>
          <p:nvPr/>
        </p:nvGrpSpPr>
        <p:grpSpPr>
          <a:xfrm>
            <a:off x="331017" y="2047093"/>
            <a:ext cx="3617986" cy="1829993"/>
            <a:chOff x="329516" y="2009367"/>
            <a:chExt cx="3618928" cy="1830470"/>
          </a:xfrm>
        </p:grpSpPr>
        <p:sp>
          <p:nvSpPr>
            <p:cNvPr id="98" name="Rounded Rectangle 79">
              <a:extLst>
                <a:ext uri="{FF2B5EF4-FFF2-40B4-BE49-F238E27FC236}">
                  <a16:creationId xmlns:a16="http://schemas.microsoft.com/office/drawing/2014/main" id="{FF8075ED-82D5-463A-B4E5-8036AC5B0237}"/>
                </a:ext>
              </a:extLst>
            </p:cNvPr>
            <p:cNvSpPr/>
            <p:nvPr/>
          </p:nvSpPr>
          <p:spPr>
            <a:xfrm>
              <a:off x="329516" y="2009368"/>
              <a:ext cx="481938" cy="47634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1100">
                  <a:solidFill>
                    <a:schemeClr val="bg1"/>
                  </a:solidFill>
                  <a:cs typeface="Calibri" panose="020F0502020204030204" pitchFamily="34" charset="0"/>
                </a:rPr>
                <a:t>3F</a:t>
              </a:r>
              <a:endParaRPr lang="en-US" sz="1100" dirty="0">
                <a:solidFill>
                  <a:schemeClr val="bg1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100" name="Rounded Rectangle 79">
              <a:extLst>
                <a:ext uri="{FF2B5EF4-FFF2-40B4-BE49-F238E27FC236}">
                  <a16:creationId xmlns:a16="http://schemas.microsoft.com/office/drawing/2014/main" id="{CCA98EC3-9A65-41DE-A69F-F7CFCA529B83}"/>
                </a:ext>
              </a:extLst>
            </p:cNvPr>
            <p:cNvSpPr/>
            <p:nvPr/>
          </p:nvSpPr>
          <p:spPr>
            <a:xfrm>
              <a:off x="861616" y="2009367"/>
              <a:ext cx="481938" cy="47634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1100" dirty="0">
                  <a:solidFill>
                    <a:schemeClr val="bg1"/>
                  </a:solidFill>
                  <a:cs typeface="Calibri" panose="020F0502020204030204" pitchFamily="34" charset="0"/>
                </a:rPr>
                <a:t>3E</a:t>
              </a:r>
            </a:p>
          </p:txBody>
        </p:sp>
        <p:sp>
          <p:nvSpPr>
            <p:cNvPr id="101" name="Rounded Rectangle 79">
              <a:extLst>
                <a:ext uri="{FF2B5EF4-FFF2-40B4-BE49-F238E27FC236}">
                  <a16:creationId xmlns:a16="http://schemas.microsoft.com/office/drawing/2014/main" id="{2796FF97-F174-451C-AB87-8953CCD7C789}"/>
                </a:ext>
              </a:extLst>
            </p:cNvPr>
            <p:cNvSpPr/>
            <p:nvPr/>
          </p:nvSpPr>
          <p:spPr>
            <a:xfrm>
              <a:off x="1393715" y="2009367"/>
              <a:ext cx="481938" cy="47634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1100" dirty="0">
                  <a:solidFill>
                    <a:schemeClr val="bg1"/>
                  </a:solidFill>
                  <a:cs typeface="Calibri" panose="020F0502020204030204" pitchFamily="34" charset="0"/>
                </a:rPr>
                <a:t>3D</a:t>
              </a:r>
            </a:p>
          </p:txBody>
        </p:sp>
        <p:sp>
          <p:nvSpPr>
            <p:cNvPr id="102" name="Rounded Rectangle 79">
              <a:extLst>
                <a:ext uri="{FF2B5EF4-FFF2-40B4-BE49-F238E27FC236}">
                  <a16:creationId xmlns:a16="http://schemas.microsoft.com/office/drawing/2014/main" id="{1B94788D-6E3D-4DDB-ABCA-5B349758F57D}"/>
                </a:ext>
              </a:extLst>
            </p:cNvPr>
            <p:cNvSpPr/>
            <p:nvPr/>
          </p:nvSpPr>
          <p:spPr>
            <a:xfrm>
              <a:off x="2402309" y="2009368"/>
              <a:ext cx="481938" cy="47634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1100">
                  <a:solidFill>
                    <a:schemeClr val="bg1"/>
                  </a:solidFill>
                  <a:cs typeface="Calibri" panose="020F0502020204030204" pitchFamily="34" charset="0"/>
                </a:rPr>
                <a:t>3C</a:t>
              </a:r>
              <a:endParaRPr lang="en-US" sz="1100" dirty="0">
                <a:solidFill>
                  <a:schemeClr val="bg1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103" name="Rounded Rectangle 79">
              <a:extLst>
                <a:ext uri="{FF2B5EF4-FFF2-40B4-BE49-F238E27FC236}">
                  <a16:creationId xmlns:a16="http://schemas.microsoft.com/office/drawing/2014/main" id="{78B76642-CDB1-4E96-AE66-E807538EDB0D}"/>
                </a:ext>
              </a:extLst>
            </p:cNvPr>
            <p:cNvSpPr/>
            <p:nvPr/>
          </p:nvSpPr>
          <p:spPr>
            <a:xfrm>
              <a:off x="2934408" y="2009367"/>
              <a:ext cx="481938" cy="47634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1100" dirty="0">
                  <a:solidFill>
                    <a:schemeClr val="bg1"/>
                  </a:solidFill>
                  <a:cs typeface="Calibri" panose="020F0502020204030204" pitchFamily="34" charset="0"/>
                </a:rPr>
                <a:t>3B</a:t>
              </a:r>
            </a:p>
          </p:txBody>
        </p:sp>
        <p:sp>
          <p:nvSpPr>
            <p:cNvPr id="104" name="Rounded Rectangle 79">
              <a:extLst>
                <a:ext uri="{FF2B5EF4-FFF2-40B4-BE49-F238E27FC236}">
                  <a16:creationId xmlns:a16="http://schemas.microsoft.com/office/drawing/2014/main" id="{F5BBF9A1-1CE9-4661-B84B-B55866E79547}"/>
                </a:ext>
              </a:extLst>
            </p:cNvPr>
            <p:cNvSpPr/>
            <p:nvPr/>
          </p:nvSpPr>
          <p:spPr>
            <a:xfrm>
              <a:off x="3466506" y="2009367"/>
              <a:ext cx="481938" cy="47634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1100" dirty="0">
                  <a:solidFill>
                    <a:schemeClr val="bg1"/>
                  </a:solidFill>
                  <a:cs typeface="Calibri" panose="020F0502020204030204" pitchFamily="34" charset="0"/>
                </a:rPr>
                <a:t>3A</a:t>
              </a:r>
            </a:p>
          </p:txBody>
        </p:sp>
        <p:sp>
          <p:nvSpPr>
            <p:cNvPr id="105" name="Rounded Rectangle 79">
              <a:extLst>
                <a:ext uri="{FF2B5EF4-FFF2-40B4-BE49-F238E27FC236}">
                  <a16:creationId xmlns:a16="http://schemas.microsoft.com/office/drawing/2014/main" id="{EE8FD5AB-2ADC-4F67-A43D-CE463576F7E9}"/>
                </a:ext>
              </a:extLst>
            </p:cNvPr>
            <p:cNvSpPr/>
            <p:nvPr/>
          </p:nvSpPr>
          <p:spPr>
            <a:xfrm>
              <a:off x="329516" y="2686428"/>
              <a:ext cx="481938" cy="47634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1100">
                  <a:solidFill>
                    <a:schemeClr val="bg1"/>
                  </a:solidFill>
                  <a:cs typeface="Calibri" panose="020F0502020204030204" pitchFamily="34" charset="0"/>
                </a:rPr>
                <a:t>2F</a:t>
              </a:r>
              <a:endParaRPr lang="en-US" sz="1100" dirty="0">
                <a:solidFill>
                  <a:schemeClr val="bg1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106" name="Rounded Rectangle 79">
              <a:extLst>
                <a:ext uri="{FF2B5EF4-FFF2-40B4-BE49-F238E27FC236}">
                  <a16:creationId xmlns:a16="http://schemas.microsoft.com/office/drawing/2014/main" id="{4D54887E-CBAF-4D5D-9347-19DB3E771CC5}"/>
                </a:ext>
              </a:extLst>
            </p:cNvPr>
            <p:cNvSpPr/>
            <p:nvPr/>
          </p:nvSpPr>
          <p:spPr>
            <a:xfrm>
              <a:off x="861616" y="2686428"/>
              <a:ext cx="481938" cy="47634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1100">
                  <a:solidFill>
                    <a:schemeClr val="bg1"/>
                  </a:solidFill>
                  <a:cs typeface="Calibri" panose="020F0502020204030204" pitchFamily="34" charset="0"/>
                </a:rPr>
                <a:t>2E</a:t>
              </a:r>
              <a:endParaRPr lang="en-US" sz="1100" dirty="0">
                <a:solidFill>
                  <a:schemeClr val="bg1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107" name="Rounded Rectangle 79">
              <a:extLst>
                <a:ext uri="{FF2B5EF4-FFF2-40B4-BE49-F238E27FC236}">
                  <a16:creationId xmlns:a16="http://schemas.microsoft.com/office/drawing/2014/main" id="{D3C0C58F-6451-4AEC-B420-DBDF5D413BDA}"/>
                </a:ext>
              </a:extLst>
            </p:cNvPr>
            <p:cNvSpPr/>
            <p:nvPr/>
          </p:nvSpPr>
          <p:spPr>
            <a:xfrm>
              <a:off x="1393715" y="2686428"/>
              <a:ext cx="481938" cy="47634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1100">
                  <a:solidFill>
                    <a:schemeClr val="bg1"/>
                  </a:solidFill>
                  <a:cs typeface="Calibri" panose="020F0502020204030204" pitchFamily="34" charset="0"/>
                </a:rPr>
                <a:t>2D</a:t>
              </a:r>
              <a:endParaRPr lang="en-US" sz="1100" dirty="0">
                <a:solidFill>
                  <a:schemeClr val="bg1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108" name="Rounded Rectangle 79">
              <a:extLst>
                <a:ext uri="{FF2B5EF4-FFF2-40B4-BE49-F238E27FC236}">
                  <a16:creationId xmlns:a16="http://schemas.microsoft.com/office/drawing/2014/main" id="{9CFB89B4-19CC-47EA-A586-670F6AB98F21}"/>
                </a:ext>
              </a:extLst>
            </p:cNvPr>
            <p:cNvSpPr/>
            <p:nvPr/>
          </p:nvSpPr>
          <p:spPr>
            <a:xfrm>
              <a:off x="2402309" y="2686428"/>
              <a:ext cx="481938" cy="47634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1100">
                  <a:solidFill>
                    <a:schemeClr val="bg1"/>
                  </a:solidFill>
                  <a:cs typeface="Calibri" panose="020F0502020204030204" pitchFamily="34" charset="0"/>
                </a:rPr>
                <a:t>2C</a:t>
              </a:r>
              <a:endParaRPr lang="en-US" sz="1100" dirty="0">
                <a:solidFill>
                  <a:schemeClr val="bg1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109" name="Rounded Rectangle 79">
              <a:extLst>
                <a:ext uri="{FF2B5EF4-FFF2-40B4-BE49-F238E27FC236}">
                  <a16:creationId xmlns:a16="http://schemas.microsoft.com/office/drawing/2014/main" id="{04CA3ACE-85FB-4EF7-8E80-35667F06F22A}"/>
                </a:ext>
              </a:extLst>
            </p:cNvPr>
            <p:cNvSpPr/>
            <p:nvPr/>
          </p:nvSpPr>
          <p:spPr>
            <a:xfrm>
              <a:off x="3466506" y="2686428"/>
              <a:ext cx="481938" cy="47634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1100" dirty="0">
                  <a:solidFill>
                    <a:schemeClr val="bg1"/>
                  </a:solidFill>
                  <a:cs typeface="Calibri" panose="020F0502020204030204" pitchFamily="34" charset="0"/>
                </a:rPr>
                <a:t>2A</a:t>
              </a:r>
            </a:p>
          </p:txBody>
        </p:sp>
        <p:sp>
          <p:nvSpPr>
            <p:cNvPr id="110" name="Rounded Rectangle 79">
              <a:extLst>
                <a:ext uri="{FF2B5EF4-FFF2-40B4-BE49-F238E27FC236}">
                  <a16:creationId xmlns:a16="http://schemas.microsoft.com/office/drawing/2014/main" id="{FDB8F482-F097-4DF3-A587-DA549B8C536D}"/>
                </a:ext>
              </a:extLst>
            </p:cNvPr>
            <p:cNvSpPr/>
            <p:nvPr/>
          </p:nvSpPr>
          <p:spPr>
            <a:xfrm>
              <a:off x="329516" y="3363489"/>
              <a:ext cx="481938" cy="47634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1100" dirty="0">
                  <a:solidFill>
                    <a:schemeClr val="bg1"/>
                  </a:solidFill>
                  <a:cs typeface="Calibri" panose="020F0502020204030204" pitchFamily="34" charset="0"/>
                </a:rPr>
                <a:t>1F</a:t>
              </a:r>
            </a:p>
          </p:txBody>
        </p:sp>
        <p:sp>
          <p:nvSpPr>
            <p:cNvPr id="111" name="Rounded Rectangle 79">
              <a:extLst>
                <a:ext uri="{FF2B5EF4-FFF2-40B4-BE49-F238E27FC236}">
                  <a16:creationId xmlns:a16="http://schemas.microsoft.com/office/drawing/2014/main" id="{6636A575-0E34-4E02-B4F9-7653F28C0478}"/>
                </a:ext>
              </a:extLst>
            </p:cNvPr>
            <p:cNvSpPr/>
            <p:nvPr/>
          </p:nvSpPr>
          <p:spPr>
            <a:xfrm>
              <a:off x="861616" y="3363487"/>
              <a:ext cx="481938" cy="47634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1100" dirty="0">
                  <a:solidFill>
                    <a:schemeClr val="bg1"/>
                  </a:solidFill>
                  <a:cs typeface="Calibri" panose="020F0502020204030204" pitchFamily="34" charset="0"/>
                </a:rPr>
                <a:t>1E</a:t>
              </a:r>
            </a:p>
          </p:txBody>
        </p:sp>
        <p:sp>
          <p:nvSpPr>
            <p:cNvPr id="112" name="Rounded Rectangle 79">
              <a:extLst>
                <a:ext uri="{FF2B5EF4-FFF2-40B4-BE49-F238E27FC236}">
                  <a16:creationId xmlns:a16="http://schemas.microsoft.com/office/drawing/2014/main" id="{42E387DB-D519-4F83-9A0F-C52FB8586496}"/>
                </a:ext>
              </a:extLst>
            </p:cNvPr>
            <p:cNvSpPr/>
            <p:nvPr/>
          </p:nvSpPr>
          <p:spPr>
            <a:xfrm>
              <a:off x="1393715" y="3363487"/>
              <a:ext cx="481938" cy="47634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1100" dirty="0">
                  <a:solidFill>
                    <a:schemeClr val="bg1"/>
                  </a:solidFill>
                  <a:cs typeface="Calibri" panose="020F0502020204030204" pitchFamily="34" charset="0"/>
                </a:rPr>
                <a:t>1D</a:t>
              </a:r>
            </a:p>
          </p:txBody>
        </p:sp>
        <p:sp>
          <p:nvSpPr>
            <p:cNvPr id="113" name="Rounded Rectangle 79">
              <a:extLst>
                <a:ext uri="{FF2B5EF4-FFF2-40B4-BE49-F238E27FC236}">
                  <a16:creationId xmlns:a16="http://schemas.microsoft.com/office/drawing/2014/main" id="{DF7845CB-D172-4C83-B697-E23A3AD5A47C}"/>
                </a:ext>
              </a:extLst>
            </p:cNvPr>
            <p:cNvSpPr/>
            <p:nvPr/>
          </p:nvSpPr>
          <p:spPr>
            <a:xfrm>
              <a:off x="2402309" y="3363489"/>
              <a:ext cx="481938" cy="47634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1100" dirty="0">
                  <a:solidFill>
                    <a:schemeClr val="bg1"/>
                  </a:solidFill>
                  <a:cs typeface="Calibri" panose="020F0502020204030204" pitchFamily="34" charset="0"/>
                </a:rPr>
                <a:t>1C</a:t>
              </a:r>
            </a:p>
          </p:txBody>
        </p:sp>
        <p:sp>
          <p:nvSpPr>
            <p:cNvPr id="114" name="Rounded Rectangle 79">
              <a:extLst>
                <a:ext uri="{FF2B5EF4-FFF2-40B4-BE49-F238E27FC236}">
                  <a16:creationId xmlns:a16="http://schemas.microsoft.com/office/drawing/2014/main" id="{2BE773D0-7F0F-441D-9AC0-C40442A51F61}"/>
                </a:ext>
              </a:extLst>
            </p:cNvPr>
            <p:cNvSpPr/>
            <p:nvPr/>
          </p:nvSpPr>
          <p:spPr>
            <a:xfrm>
              <a:off x="2934408" y="3363487"/>
              <a:ext cx="481938" cy="47634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1100" dirty="0">
                  <a:solidFill>
                    <a:schemeClr val="bg1"/>
                  </a:solidFill>
                  <a:cs typeface="Calibri" panose="020F0502020204030204" pitchFamily="34" charset="0"/>
                </a:rPr>
                <a:t>1B</a:t>
              </a:r>
            </a:p>
          </p:txBody>
        </p:sp>
        <p:sp>
          <p:nvSpPr>
            <p:cNvPr id="115" name="Rounded Rectangle 79">
              <a:extLst>
                <a:ext uri="{FF2B5EF4-FFF2-40B4-BE49-F238E27FC236}">
                  <a16:creationId xmlns:a16="http://schemas.microsoft.com/office/drawing/2014/main" id="{79EE52A0-E39E-4C7A-B9B5-EDA527BA5EBE}"/>
                </a:ext>
              </a:extLst>
            </p:cNvPr>
            <p:cNvSpPr/>
            <p:nvPr/>
          </p:nvSpPr>
          <p:spPr>
            <a:xfrm>
              <a:off x="3466506" y="3363487"/>
              <a:ext cx="481938" cy="47634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1100">
                  <a:solidFill>
                    <a:schemeClr val="bg1"/>
                  </a:solidFill>
                  <a:cs typeface="Calibri" panose="020F0502020204030204" pitchFamily="34" charset="0"/>
                </a:rPr>
                <a:t>1A</a:t>
              </a:r>
              <a:endParaRPr lang="en-US" sz="1100" dirty="0">
                <a:solidFill>
                  <a:schemeClr val="bg1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126" name="Rounded Rectangle 79">
              <a:extLst>
                <a:ext uri="{FF2B5EF4-FFF2-40B4-BE49-F238E27FC236}">
                  <a16:creationId xmlns:a16="http://schemas.microsoft.com/office/drawing/2014/main" id="{57752479-C3CE-45C3-B949-573A79D9A854}"/>
                </a:ext>
              </a:extLst>
            </p:cNvPr>
            <p:cNvSpPr/>
            <p:nvPr/>
          </p:nvSpPr>
          <p:spPr>
            <a:xfrm>
              <a:off x="2928963" y="2680769"/>
              <a:ext cx="481938" cy="47634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algn="ctr">
                <a:buClrTx/>
              </a:pPr>
              <a:r>
                <a:rPr lang="en-US" sz="1100" dirty="0">
                  <a:solidFill>
                    <a:schemeClr val="bg1"/>
                  </a:solidFill>
                  <a:cs typeface="Calibri" panose="020F0502020204030204" pitchFamily="34" charset="0"/>
                </a:rPr>
                <a:t>2B</a:t>
              </a:r>
            </a:p>
          </p:txBody>
        </p:sp>
      </p:grpSp>
      <p:pic>
        <p:nvPicPr>
          <p:cNvPr id="4103" name="Picture 4102">
            <a:extLst>
              <a:ext uri="{FF2B5EF4-FFF2-40B4-BE49-F238E27FC236}">
                <a16:creationId xmlns:a16="http://schemas.microsoft.com/office/drawing/2014/main" id="{21E084F9-AE8E-46DB-BAA7-9495F16CE5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9243" y="2110664"/>
            <a:ext cx="380894" cy="380894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08D89578-C79A-4912-AE8C-66DF88F53E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0304" y="2776401"/>
            <a:ext cx="380894" cy="380894"/>
          </a:xfrm>
          <a:prstGeom prst="rect">
            <a:avLst/>
          </a:prstGeom>
        </p:spPr>
      </p:pic>
      <p:pic>
        <p:nvPicPr>
          <p:cNvPr id="135" name="Picture 2" descr="Image result for BLE broadcast symbol">
            <a:extLst>
              <a:ext uri="{FF2B5EF4-FFF2-40B4-BE49-F238E27FC236}">
                <a16:creationId xmlns:a16="http://schemas.microsoft.com/office/drawing/2014/main" id="{20E178E7-3B65-4C0F-BE7F-6B1987BDF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010" y="2431527"/>
            <a:ext cx="503629" cy="295462"/>
          </a:xfrm>
          <a:prstGeom prst="rect">
            <a:avLst/>
          </a:prstGeom>
          <a:solidFill>
            <a:srgbClr val="92D050"/>
          </a:solidFill>
        </p:spPr>
      </p:pic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7BF746B8-0187-4659-AF8D-CA7CE6C4A7B4}"/>
              </a:ext>
            </a:extLst>
          </p:cNvPr>
          <p:cNvCxnSpPr>
            <a:cxnSpLocks/>
            <a:stCxn id="82" idx="0"/>
            <a:endCxn id="116" idx="1"/>
          </p:cNvCxnSpPr>
          <p:nvPr/>
        </p:nvCxnSpPr>
        <p:spPr>
          <a:xfrm rot="5400000" flipH="1" flipV="1">
            <a:off x="2716850" y="5018295"/>
            <a:ext cx="1160361" cy="826489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D3456327-019C-4178-8AAD-6012E8B89929}"/>
              </a:ext>
            </a:extLst>
          </p:cNvPr>
          <p:cNvCxnSpPr>
            <a:cxnSpLocks/>
            <a:stCxn id="82" idx="0"/>
            <a:endCxn id="99" idx="1"/>
          </p:cNvCxnSpPr>
          <p:nvPr/>
        </p:nvCxnSpPr>
        <p:spPr>
          <a:xfrm rot="16200000" flipV="1">
            <a:off x="1147675" y="4275608"/>
            <a:ext cx="1160361" cy="2311862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0D75468E-8626-4B29-8AC8-C34B650929B4}"/>
              </a:ext>
            </a:extLst>
          </p:cNvPr>
          <p:cNvCxnSpPr>
            <a:cxnSpLocks/>
            <a:stCxn id="82" idx="0"/>
            <a:endCxn id="117" idx="1"/>
          </p:cNvCxnSpPr>
          <p:nvPr/>
        </p:nvCxnSpPr>
        <p:spPr>
          <a:xfrm rot="16200000" flipV="1">
            <a:off x="1589029" y="4716961"/>
            <a:ext cx="278697" cy="2310819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249B331C-EA01-4C4C-885B-82F5A9AD6291}"/>
              </a:ext>
            </a:extLst>
          </p:cNvPr>
          <p:cNvSpPr txBox="1"/>
          <p:nvPr/>
        </p:nvSpPr>
        <p:spPr>
          <a:xfrm>
            <a:off x="4296163" y="2579258"/>
            <a:ext cx="16177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TDoA1, 2, 3 at 2C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C786155-8D68-413F-97CE-6AE6CE5EBB4C}"/>
              </a:ext>
            </a:extLst>
          </p:cNvPr>
          <p:cNvSpPr txBox="1"/>
          <p:nvPr/>
        </p:nvSpPr>
        <p:spPr>
          <a:xfrm>
            <a:off x="8598510" y="3899148"/>
            <a:ext cx="1345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Localization Algorithm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80F9EA8-7BD7-4BE3-BAE2-3A1B48010EA7}"/>
              </a:ext>
            </a:extLst>
          </p:cNvPr>
          <p:cNvSpPr txBox="1"/>
          <p:nvPr/>
        </p:nvSpPr>
        <p:spPr>
          <a:xfrm rot="19720694">
            <a:off x="5207108" y="4770029"/>
            <a:ext cx="1298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Start Signal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C9239E7-24DC-45B6-ABAA-E64A71720A07}"/>
              </a:ext>
            </a:extLst>
          </p:cNvPr>
          <p:cNvSpPr txBox="1"/>
          <p:nvPr/>
        </p:nvSpPr>
        <p:spPr>
          <a:xfrm>
            <a:off x="3649597" y="5755735"/>
            <a:ext cx="2207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Wake-up beep &amp; 1</a:t>
            </a:r>
            <a:r>
              <a:rPr lang="en-IN" baseline="30000" dirty="0"/>
              <a:t>st</a:t>
            </a:r>
            <a:r>
              <a:rPr lang="en-IN" dirty="0"/>
              <a:t> beep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76F03AD-11E5-4EE2-9AC7-4338BA14DABD}"/>
              </a:ext>
            </a:extLst>
          </p:cNvPr>
          <p:cNvSpPr txBox="1"/>
          <p:nvPr/>
        </p:nvSpPr>
        <p:spPr>
          <a:xfrm>
            <a:off x="3697188" y="4939306"/>
            <a:ext cx="865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  <a:r>
              <a:rPr lang="en-IN" baseline="30000" dirty="0"/>
              <a:t>nd</a:t>
            </a:r>
            <a:r>
              <a:rPr lang="en-IN" dirty="0"/>
              <a:t> beep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B6EBB7-53E2-4FEB-846A-EB896BDCF048}"/>
              </a:ext>
            </a:extLst>
          </p:cNvPr>
          <p:cNvSpPr txBox="1"/>
          <p:nvPr/>
        </p:nvSpPr>
        <p:spPr>
          <a:xfrm>
            <a:off x="600692" y="4888416"/>
            <a:ext cx="838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</a:t>
            </a:r>
            <a:r>
              <a:rPr lang="en-IN" baseline="30000" dirty="0"/>
              <a:t>rd</a:t>
            </a:r>
            <a:r>
              <a:rPr lang="en-IN" dirty="0"/>
              <a:t> beep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8EBB8E2-F23E-45B8-A4B9-A05B0BBE1D9C}"/>
              </a:ext>
            </a:extLst>
          </p:cNvPr>
          <p:cNvSpPr txBox="1"/>
          <p:nvPr/>
        </p:nvSpPr>
        <p:spPr>
          <a:xfrm>
            <a:off x="526187" y="5854680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</a:t>
            </a:r>
            <a:r>
              <a:rPr lang="en-IN" baseline="30000" dirty="0"/>
              <a:t>th</a:t>
            </a:r>
            <a:r>
              <a:rPr lang="en-IN" dirty="0"/>
              <a:t> beep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9A9FB38-22D0-45B9-BCC2-4E1473DA5295}"/>
              </a:ext>
            </a:extLst>
          </p:cNvPr>
          <p:cNvSpPr txBox="1"/>
          <p:nvPr/>
        </p:nvSpPr>
        <p:spPr>
          <a:xfrm>
            <a:off x="1502793" y="1300696"/>
            <a:ext cx="1426994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IN" sz="1600" dirty="0"/>
              <a:t>Aircraft Cabin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D800323-DC43-409E-8C39-61F57AE36F30}"/>
              </a:ext>
            </a:extLst>
          </p:cNvPr>
          <p:cNvSpPr txBox="1"/>
          <p:nvPr/>
        </p:nvSpPr>
        <p:spPr>
          <a:xfrm>
            <a:off x="2319256" y="6572072"/>
            <a:ext cx="1092344" cy="2154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800" dirty="0"/>
              <a:t>Speaker Controller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6D97259-4008-48F4-8C99-044E7CDA50B4}"/>
              </a:ext>
            </a:extLst>
          </p:cNvPr>
          <p:cNvGrpSpPr/>
          <p:nvPr/>
        </p:nvGrpSpPr>
        <p:grpSpPr>
          <a:xfrm>
            <a:off x="6695694" y="2449364"/>
            <a:ext cx="1660860" cy="3492371"/>
            <a:chOff x="6695694" y="3108795"/>
            <a:chExt cx="1660860" cy="3492371"/>
          </a:xfrm>
        </p:grpSpPr>
        <p:pic>
          <p:nvPicPr>
            <p:cNvPr id="4135" name="Picture 4134">
              <a:extLst>
                <a:ext uri="{FF2B5EF4-FFF2-40B4-BE49-F238E27FC236}">
                  <a16:creationId xmlns:a16="http://schemas.microsoft.com/office/drawing/2014/main" id="{3A4A6389-EB97-4689-8927-33CF06D00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95694" y="3108795"/>
              <a:ext cx="1660860" cy="349237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85DF890-BA65-4A96-9428-BBA8F2BD4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94349" y="3212766"/>
              <a:ext cx="1470419" cy="326759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DA28B87-2CD3-426C-B92E-B43BF02B4C64}"/>
              </a:ext>
            </a:extLst>
          </p:cNvPr>
          <p:cNvGrpSpPr/>
          <p:nvPr/>
        </p:nvGrpSpPr>
        <p:grpSpPr>
          <a:xfrm>
            <a:off x="10336864" y="2449364"/>
            <a:ext cx="1660860" cy="3492371"/>
            <a:chOff x="9017827" y="1456773"/>
            <a:chExt cx="1660860" cy="3492371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06E3B2EE-A126-4729-A51F-16D127E7F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17827" y="1456773"/>
              <a:ext cx="1660860" cy="349237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8D5AEA2-DD2B-4B68-A9E4-351256CF7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19872" y="1560745"/>
              <a:ext cx="1470419" cy="326759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FFEAE791-E304-1461-EE0D-5C4AB0496B3F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27736" b="29871"/>
          <a:stretch/>
        </p:blipFill>
        <p:spPr>
          <a:xfrm>
            <a:off x="9600781" y="1371748"/>
            <a:ext cx="905891" cy="3840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E016E9-6469-5E8F-9129-F33908479C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6554" y="1300696"/>
            <a:ext cx="1071925" cy="476225"/>
          </a:xfrm>
          <a:prstGeom prst="rect">
            <a:avLst/>
          </a:prstGeom>
        </p:spPr>
      </p:pic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178C5770-F2E5-42F4-BF8B-2A5E93839F7E}"/>
              </a:ext>
            </a:extLst>
          </p:cNvPr>
          <p:cNvCxnSpPr>
            <a:cxnSpLocks/>
            <a:stCxn id="135" idx="3"/>
          </p:cNvCxnSpPr>
          <p:nvPr/>
        </p:nvCxnSpPr>
        <p:spPr>
          <a:xfrm>
            <a:off x="2934639" y="2579258"/>
            <a:ext cx="3767924" cy="41765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53" name="Group 4152">
            <a:extLst>
              <a:ext uri="{FF2B5EF4-FFF2-40B4-BE49-F238E27FC236}">
                <a16:creationId xmlns:a16="http://schemas.microsoft.com/office/drawing/2014/main" id="{F55D285C-7B10-4832-85DC-354B4E22F9EE}"/>
              </a:ext>
            </a:extLst>
          </p:cNvPr>
          <p:cNvGrpSpPr/>
          <p:nvPr/>
        </p:nvGrpSpPr>
        <p:grpSpPr>
          <a:xfrm>
            <a:off x="401708" y="4382327"/>
            <a:ext cx="3479823" cy="1350696"/>
            <a:chOff x="400224" y="4487155"/>
            <a:chExt cx="3480729" cy="1351048"/>
          </a:xfrm>
        </p:grpSpPr>
        <p:pic>
          <p:nvPicPr>
            <p:cNvPr id="99" name="Picture 10" descr="Image result for speaker symbol">
              <a:extLst>
                <a:ext uri="{FF2B5EF4-FFF2-40B4-BE49-F238E27FC236}">
                  <a16:creationId xmlns:a16="http://schemas.microsoft.com/office/drawing/2014/main" id="{17A261BF-D9AB-431C-ADEA-2E9D479E0F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0" b="100000" l="0" r="100000">
                          <a14:foregroundMark x1="33438" y1="44583" x2="33438" y2="44583"/>
                          <a14:foregroundMark x1="64688" y1="40833" x2="64688" y2="40833"/>
                          <a14:foregroundMark x1="76250" y1="30000" x2="76250" y2="30000"/>
                          <a14:foregroundMark x1="89688" y1="21250" x2="89688" y2="21250"/>
                          <a14:foregroundMark x1="65938" y1="45000" x2="65938" y2="45000"/>
                          <a14:foregroundMark x1="56563" y1="34167" x2="62187" y2="37500"/>
                          <a14:foregroundMark x1="58438" y1="65417" x2="57500" y2="654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335907" y="4551472"/>
              <a:ext cx="469154" cy="340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6" name="Picture 10" descr="Image result for speaker symbol">
              <a:extLst>
                <a:ext uri="{FF2B5EF4-FFF2-40B4-BE49-F238E27FC236}">
                  <a16:creationId xmlns:a16="http://schemas.microsoft.com/office/drawing/2014/main" id="{17235E2F-8EE5-49C6-BA1D-92829F8086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0" b="100000" l="0" r="100000">
                          <a14:foregroundMark x1="33438" y1="44583" x2="33438" y2="44583"/>
                          <a14:foregroundMark x1="64688" y1="40833" x2="64688" y2="40833"/>
                          <a14:foregroundMark x1="76250" y1="30000" x2="76250" y2="30000"/>
                          <a14:foregroundMark x1="89688" y1="21250" x2="89688" y2="21250"/>
                          <a14:foregroundMark x1="65938" y1="45000" x2="65938" y2="45000"/>
                          <a14:foregroundMark x1="56563" y1="34167" x2="62187" y2="37500"/>
                          <a14:foregroundMark x1="58438" y1="65417" x2="57500" y2="654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3475075" y="4551472"/>
              <a:ext cx="469154" cy="340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7" name="Picture 10" descr="Image result for speaker symbol">
              <a:extLst>
                <a:ext uri="{FF2B5EF4-FFF2-40B4-BE49-F238E27FC236}">
                  <a16:creationId xmlns:a16="http://schemas.microsoft.com/office/drawing/2014/main" id="{3A99734D-DCCA-46DF-A3DE-95773FEB00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0" b="100000" l="0" r="100000">
                          <a14:foregroundMark x1="33438" y1="44583" x2="33438" y2="44583"/>
                          <a14:foregroundMark x1="64688" y1="40833" x2="64688" y2="40833"/>
                          <a14:foregroundMark x1="76250" y1="30000" x2="76250" y2="30000"/>
                          <a14:foregroundMark x1="89688" y1="21250" x2="89688" y2="21250"/>
                          <a14:foregroundMark x1="65938" y1="45000" x2="65938" y2="45000"/>
                          <a14:foregroundMark x1="56563" y1="34167" x2="62187" y2="37500"/>
                          <a14:foregroundMark x1="58438" y1="65417" x2="57500" y2="654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336950" y="5433366"/>
              <a:ext cx="469154" cy="340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8" name="Picture 10" descr="Image result for speaker symbol">
              <a:extLst>
                <a:ext uri="{FF2B5EF4-FFF2-40B4-BE49-F238E27FC236}">
                  <a16:creationId xmlns:a16="http://schemas.microsoft.com/office/drawing/2014/main" id="{93B7BC57-C09D-4E41-99B7-AE72D795FF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0" b="100000" l="0" r="100000">
                          <a14:foregroundMark x1="33438" y1="44583" x2="33438" y2="44583"/>
                          <a14:foregroundMark x1="64688" y1="40833" x2="64688" y2="40833"/>
                          <a14:foregroundMark x1="76250" y1="30000" x2="76250" y2="30000"/>
                          <a14:foregroundMark x1="89688" y1="21250" x2="89688" y2="21250"/>
                          <a14:foregroundMark x1="65938" y1="45000" x2="65938" y2="45000"/>
                          <a14:foregroundMark x1="56563" y1="34167" x2="62187" y2="37500"/>
                          <a14:foregroundMark x1="58438" y1="65417" x2="57500" y2="654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3476117" y="5433366"/>
              <a:ext cx="469154" cy="340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61076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7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750"/>
                            </p:stCondLst>
                            <p:childTnLst>
                              <p:par>
                                <p:cTn id="30" presetID="1" presetClass="exit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25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750"/>
                            </p:stCondLst>
                            <p:childTnLst>
                              <p:par>
                                <p:cTn id="41" presetID="1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750"/>
                            </p:stCondLst>
                            <p:childTnLst>
                              <p:par>
                                <p:cTn id="4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75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250"/>
                            </p:stCondLst>
                            <p:childTnLst>
                              <p:par>
                                <p:cTn id="53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9750"/>
                            </p:stCondLst>
                            <p:childTnLst>
                              <p:par>
                                <p:cTn id="5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75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250"/>
                            </p:stCondLst>
                            <p:childTnLst>
                              <p:par>
                                <p:cTn id="65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1750"/>
                            </p:stCondLst>
                            <p:childTnLst>
                              <p:par>
                                <p:cTn id="6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750"/>
                            </p:stCondLst>
                            <p:childTnLst>
                              <p:par>
                                <p:cTn id="71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3250"/>
                            </p:stCondLst>
                            <p:childTnLst>
                              <p:par>
                                <p:cTn id="77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3750"/>
                            </p:stCondLst>
                            <p:childTnLst>
                              <p:par>
                                <p:cTn id="8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75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625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8750"/>
                            </p:stCondLst>
                            <p:childTnLst>
                              <p:par>
                                <p:cTn id="103" presetID="1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075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125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4250"/>
                            </p:stCondLst>
                            <p:childTnLst>
                              <p:par>
                                <p:cTn id="124" presetID="1" presetClass="entr" presetSubtype="0" fill="hold" nodeType="after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animBg="1"/>
      <p:bldP spid="79" grpId="0"/>
      <p:bldP spid="79" grpId="1"/>
      <p:bldP spid="164" grpId="0"/>
      <p:bldP spid="164" grpId="1"/>
      <p:bldP spid="189" grpId="0"/>
      <p:bldP spid="69" grpId="0"/>
      <p:bldP spid="69" grpId="1"/>
      <p:bldP spid="70" grpId="0"/>
      <p:bldP spid="70" grpId="1"/>
      <p:bldP spid="80" grpId="0"/>
      <p:bldP spid="80" grpId="1"/>
      <p:bldP spid="81" grpId="0"/>
      <p:bldP spid="81" grpId="1"/>
      <p:bldP spid="84" grpId="0"/>
      <p:bldP spid="84" grpId="1"/>
      <p:bldP spid="85" grpId="0" animBg="1"/>
      <p:bldP spid="87" grpId="0" animBg="1"/>
    </p:bldLst>
  </p:timing>
</p:sld>
</file>

<file path=ppt/theme/theme1.xml><?xml version="1.0" encoding="utf-8"?>
<a:theme xmlns:a="http://schemas.openxmlformats.org/drawingml/2006/main" name="ANRC">
  <a:themeElements>
    <a:clrScheme name="4_ssd4mt04 1">
      <a:dk1>
        <a:srgbClr val="000000"/>
      </a:dk1>
      <a:lt1>
        <a:srgbClr val="FFFFFF"/>
      </a:lt1>
      <a:dk2>
        <a:srgbClr val="E0AA0F"/>
      </a:dk2>
      <a:lt2>
        <a:srgbClr val="A6A49E"/>
      </a:lt2>
      <a:accent1>
        <a:srgbClr val="A32638"/>
      </a:accent1>
      <a:accent2>
        <a:srgbClr val="0038A8"/>
      </a:accent2>
      <a:accent3>
        <a:srgbClr val="FFFFFF"/>
      </a:accent3>
      <a:accent4>
        <a:srgbClr val="000000"/>
      </a:accent4>
      <a:accent5>
        <a:srgbClr val="CEACAE"/>
      </a:accent5>
      <a:accent6>
        <a:srgbClr val="003298"/>
      </a:accent6>
      <a:hlink>
        <a:srgbClr val="3A75C4"/>
      </a:hlink>
      <a:folHlink>
        <a:srgbClr val="7F66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6338</TotalTime>
  <Words>51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ANRC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Acoustic Localization Content</dc:title>
  <dc:creator>Nithish K Gnani</dc:creator>
  <cp:lastModifiedBy>Nithish K Gnani</cp:lastModifiedBy>
  <cp:revision>543</cp:revision>
  <dcterms:modified xsi:type="dcterms:W3CDTF">2023-08-10T16:38:09Z</dcterms:modified>
</cp:coreProperties>
</file>