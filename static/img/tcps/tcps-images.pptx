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668D1-DB29-EFB3-2E9F-C8C61D482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C6EE4-0FB9-3867-F2C0-4B89D145D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B1F7F-20AF-E6AD-6CF8-98709FFF0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05F2-B0D4-42A8-818C-D91E13E6DB2A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C6A37-6263-21ED-A1B3-51A3D887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7F12C-9D4F-4912-3F65-6C572C028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47C9-380B-4F57-8D60-C64E84ECDB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02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7A002-8EF2-2BFA-F337-216EF5E1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86300-AA19-D1B8-F595-D4E1BCCD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3DE65-0FAC-1006-6573-28CE3B4A7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05F2-B0D4-42A8-818C-D91E13E6DB2A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2CADE-0043-3F1B-6F76-BF8D6FF59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E6557-9444-9DA5-222A-FA9A8A660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47C9-380B-4F57-8D60-C64E84ECDB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33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654F4-83A9-2945-5174-D8EF5C22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D90BA-73B9-3BDA-EF1C-CC8C4CA0B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2DED2-E1C2-C25B-B19C-622419221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05F2-B0D4-42A8-818C-D91E13E6DB2A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EDF81-3B23-5974-16A6-48446C09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7C939-AC19-4332-AEE1-ADBE2A31E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47C9-380B-4F57-8D60-C64E84ECDB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91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3B3C-43F4-28E9-C153-893E1CF95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6FC86-CFC2-BA0C-333C-B4E910A91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223F2-33C8-7F4C-685E-0EB6A5C48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85A59-ACC8-4EF2-F6C2-4313E0027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05F2-B0D4-42A8-818C-D91E13E6DB2A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C67E5-4CD0-0FC6-8BB3-2C957B3AB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E0049-E458-7529-1E1A-68E38C88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47C9-380B-4F57-8D60-C64E84ECDB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38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1FBF-1538-DDB5-C5B0-92F1EE99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0C581-F02E-967F-0A5C-2494B6354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DC32E-E3C7-8575-742D-430AA7E67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57063-C26C-881C-3B7F-3437928761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ABC3EC-FB8E-D95D-A5A3-6DA4E3CC0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75D8A6-E451-21B0-525E-9B1DFACE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05F2-B0D4-42A8-818C-D91E13E6DB2A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A125F-0388-E10D-C5ED-145019A51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13706C-9051-636A-B285-BBDC51ACD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47C9-380B-4F57-8D60-C64E84ECDB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87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A186-F2FE-9234-6862-6570536D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CC6EA-9EB6-2A49-3450-1DDECE0DD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05F2-B0D4-42A8-818C-D91E13E6DB2A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2BBAF-0233-47ED-C9D7-612C069AB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4FE3C-8CCD-B5D3-BC4E-25DB29E4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47C9-380B-4F57-8D60-C64E84ECDB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74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862CA-5647-9772-51BC-533D2EB3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05F2-B0D4-42A8-818C-D91E13E6DB2A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4A072C-092C-4E51-EAB2-EA860B95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AC0EF-EE28-F4E4-1468-8D9FA627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47C9-380B-4F57-8D60-C64E84ECDB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948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D4819-7B6D-35C0-89FC-5797D9713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3AAF9-FC60-DF74-C27F-C57D4FBD7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13F2D-2BFF-C907-235D-747685DEA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C3110-55C7-E74B-4885-524E3FBAB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05F2-B0D4-42A8-818C-D91E13E6DB2A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10601-37E3-2491-B39A-F95E856E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2AF36-DE51-7041-EACD-31CEE41B1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47C9-380B-4F57-8D60-C64E84ECDB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87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8BA36-54BE-2D2D-1DE8-60E9E6162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DFD7ED-083E-D31F-8139-F5E62A045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294C8-F586-613C-AB8D-4BA52BD17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B07AC-3015-6AAE-1CD3-AC968DDAF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05F2-B0D4-42A8-818C-D91E13E6DB2A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1F022-0BAD-A953-712F-DCC19F9EA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7E3E0-3425-D7CE-988A-60A7A2396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47C9-380B-4F57-8D60-C64E84ECDB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307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9F6C8-0ABF-86E0-60C1-88A7190A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480DE-D4CB-1E41-D6CD-394C757C0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78152-D413-E8F9-5A64-46D170D5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05F2-B0D4-42A8-818C-D91E13E6DB2A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A9588-D487-6C86-09EC-9FDE85A4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EA3E4-36CD-FB55-01A7-08D74A40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47C9-380B-4F57-8D60-C64E84ECDB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770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24A5BB-742C-F9FF-E56E-D560233DD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FD7A8-73E6-4494-F806-3D19B7AA8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73905-25B8-0929-34AF-30FFDB888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05F2-B0D4-42A8-818C-D91E13E6DB2A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7A6B0-C674-5A65-C1A5-1B5D9A108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DCE33-E95F-C3E1-BBE9-B7E96291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47C9-380B-4F57-8D60-C64E84ECDB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20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B19F0-7727-BD9C-C5E1-814BE0F9A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95586-172A-0DF6-6C14-926AAA260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6FDE6-4F10-4883-9013-AFDF3871E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E05F2-B0D4-42A8-818C-D91E13E6DB2A}" type="datetimeFigureOut">
              <a:rPr lang="en-IN" smtClean="0"/>
              <a:t>06-09-2023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8132F-82B9-7945-70D0-BBEF02159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A4739-57E6-CCAE-0F08-6230392BB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547C9-380B-4F57-8D60-C64E84ECDB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14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44BA52-5737-C734-0727-05B8FFB5E4E0}"/>
              </a:ext>
            </a:extLst>
          </p:cNvPr>
          <p:cNvSpPr/>
          <p:nvPr/>
        </p:nvSpPr>
        <p:spPr>
          <a:xfrm>
            <a:off x="1" y="1635784"/>
            <a:ext cx="12192000" cy="3196206"/>
          </a:xfrm>
          <a:prstGeom prst="roundRect">
            <a:avLst>
              <a:gd name="adj" fmla="val 7554"/>
            </a:avLst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39A9F-DEB1-91EC-59A9-63086A13E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9" y="180000"/>
            <a:ext cx="9347581" cy="480131"/>
          </a:xfrm>
        </p:spPr>
        <p:txBody>
          <a:bodyPr>
            <a:normAutofit fontScale="90000"/>
          </a:bodyPr>
          <a:lstStyle/>
          <a:p>
            <a:r>
              <a:rPr lang="en-US" dirty="0"/>
              <a:t>Geomagic Touch – OpenHaptics Toolkit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36FF2B-E01A-288B-EE13-26D2A31E370F}"/>
              </a:ext>
            </a:extLst>
          </p:cNvPr>
          <p:cNvGrpSpPr/>
          <p:nvPr/>
        </p:nvGrpSpPr>
        <p:grpSpPr>
          <a:xfrm>
            <a:off x="140913" y="2082345"/>
            <a:ext cx="3178053" cy="1883916"/>
            <a:chOff x="375426" y="2045288"/>
            <a:chExt cx="4039200" cy="2394395"/>
          </a:xfrm>
        </p:grpSpPr>
        <p:pic>
          <p:nvPicPr>
            <p:cNvPr id="4" name="Picture 3" descr="A picture containing person manipulating Geomagic Touch haptic device">
              <a:extLst>
                <a:ext uri="{FF2B5EF4-FFF2-40B4-BE49-F238E27FC236}">
                  <a16:creationId xmlns:a16="http://schemas.microsoft.com/office/drawing/2014/main" id="{13D882D6-80C4-C428-6D48-E0E2145858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225" t="6383" r="9091" b="30213"/>
            <a:stretch/>
          </p:blipFill>
          <p:spPr>
            <a:xfrm flipH="1">
              <a:off x="382571" y="2045288"/>
              <a:ext cx="4026369" cy="1942632"/>
            </a:xfrm>
            <a:prstGeom prst="rect">
              <a:avLst/>
            </a:prstGeom>
            <a:blipFill dpi="0" rotWithShape="0">
              <a:blip r:embed="rId3">
                <a:alphaModFix amt="70000"/>
              </a:blip>
              <a:srcRect/>
              <a:tile tx="0" ty="0" sx="50000" sy="50000" flip="none" algn="tl"/>
            </a:blipFill>
            <a:ln w="12700">
              <a:solidFill>
                <a:schemeClr val="tx1"/>
              </a:solidFill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AF5DA0A-3B25-2B15-97A6-1ADA02FFC7D7}"/>
                </a:ext>
              </a:extLst>
            </p:cNvPr>
            <p:cNvSpPr/>
            <p:nvPr/>
          </p:nvSpPr>
          <p:spPr>
            <a:xfrm>
              <a:off x="375426" y="3987920"/>
              <a:ext cx="4039200" cy="45176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ysClr val="windowText" lastClr="000000"/>
                  </a:solidFill>
                </a:rPr>
                <a:t>Geomagic Touch</a:t>
              </a:r>
            </a:p>
          </p:txBody>
        </p:sp>
      </p:grpSp>
      <p:sp>
        <p:nvSpPr>
          <p:cNvPr id="6" name="Cloud 5">
            <a:extLst>
              <a:ext uri="{FF2B5EF4-FFF2-40B4-BE49-F238E27FC236}">
                <a16:creationId xmlns:a16="http://schemas.microsoft.com/office/drawing/2014/main" id="{70786AD6-B7D0-220F-4A25-9A9A7DD0C018}"/>
              </a:ext>
            </a:extLst>
          </p:cNvPr>
          <p:cNvSpPr/>
          <p:nvPr/>
        </p:nvSpPr>
        <p:spPr>
          <a:xfrm rot="16200000">
            <a:off x="5570712" y="2262571"/>
            <a:ext cx="3196206" cy="1942632"/>
          </a:xfrm>
          <a:prstGeom prst="cloud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7639E3-3BAD-7EF3-ED99-5E86D0B78700}"/>
              </a:ext>
            </a:extLst>
          </p:cNvPr>
          <p:cNvSpPr/>
          <p:nvPr/>
        </p:nvSpPr>
        <p:spPr>
          <a:xfrm>
            <a:off x="10204133" y="2078673"/>
            <a:ext cx="1912246" cy="21275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</a:pPr>
            <a:r>
              <a:rPr lang="en-IN" sz="2400" dirty="0">
                <a:solidFill>
                  <a:schemeClr val="tx1"/>
                </a:solidFill>
              </a:rPr>
              <a:t>Virtual </a:t>
            </a:r>
            <a:br>
              <a:rPr lang="en-IN" sz="2400" dirty="0">
                <a:solidFill>
                  <a:schemeClr val="tx1"/>
                </a:solidFill>
              </a:rPr>
            </a:br>
            <a:r>
              <a:rPr lang="en-IN" sz="2400" dirty="0">
                <a:solidFill>
                  <a:schemeClr val="tx1"/>
                </a:solidFill>
              </a:rPr>
              <a:t>environment</a:t>
            </a:r>
          </a:p>
          <a:p>
            <a:pPr algn="ctr">
              <a:lnSpc>
                <a:spcPct val="80000"/>
              </a:lnSpc>
              <a:spcBef>
                <a:spcPts val="1200"/>
              </a:spcBef>
            </a:pPr>
            <a:r>
              <a:rPr lang="en-IN" sz="2400" dirty="0">
                <a:solidFill>
                  <a:schemeClr val="tx1"/>
                </a:solidFill>
              </a:rPr>
              <a:t>or</a:t>
            </a:r>
          </a:p>
          <a:p>
            <a:pPr algn="ctr">
              <a:lnSpc>
                <a:spcPct val="80000"/>
              </a:lnSpc>
              <a:spcBef>
                <a:spcPts val="1200"/>
              </a:spcBef>
            </a:pPr>
            <a:r>
              <a:rPr lang="en-IN" sz="2400" dirty="0">
                <a:solidFill>
                  <a:schemeClr val="tx1"/>
                </a:solidFill>
              </a:rPr>
              <a:t>Real hardware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EA39F-508E-4D74-059F-71E8ECB66F6C}"/>
              </a:ext>
            </a:extLst>
          </p:cNvPr>
          <p:cNvSpPr txBox="1"/>
          <p:nvPr/>
        </p:nvSpPr>
        <p:spPr>
          <a:xfrm>
            <a:off x="6260814" y="2790272"/>
            <a:ext cx="1782111" cy="738664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OpenHaptics Toolkit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76B68A-5F12-A5C0-5B47-5EB12B2B7C24}"/>
              </a:ext>
            </a:extLst>
          </p:cNvPr>
          <p:cNvCxnSpPr>
            <a:cxnSpLocks/>
          </p:cNvCxnSpPr>
          <p:nvPr/>
        </p:nvCxnSpPr>
        <p:spPr>
          <a:xfrm>
            <a:off x="3314493" y="2390115"/>
            <a:ext cx="288300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E92E02-97DB-CD6E-FE22-7FE5A7BA5E33}"/>
              </a:ext>
            </a:extLst>
          </p:cNvPr>
          <p:cNvCxnSpPr>
            <a:cxnSpLocks/>
          </p:cNvCxnSpPr>
          <p:nvPr/>
        </p:nvCxnSpPr>
        <p:spPr>
          <a:xfrm flipH="1">
            <a:off x="3314493" y="3717124"/>
            <a:ext cx="296944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DC0136E-B66D-C3D5-38E1-552226B2A26D}"/>
              </a:ext>
            </a:extLst>
          </p:cNvPr>
          <p:cNvSpPr txBox="1"/>
          <p:nvPr/>
        </p:nvSpPr>
        <p:spPr>
          <a:xfrm>
            <a:off x="3396097" y="1942126"/>
            <a:ext cx="25531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Get</a:t>
            </a:r>
            <a:r>
              <a:rPr lang="en-US" sz="2400" dirty="0">
                <a:solidFill>
                  <a:schemeClr val="tx1"/>
                </a:solidFill>
              </a:rPr>
              <a:t> coordinates joint angles, velocity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4A2D11-387B-76A8-72E4-C0FD11FCA325}"/>
              </a:ext>
            </a:extLst>
          </p:cNvPr>
          <p:cNvSpPr txBox="1"/>
          <p:nvPr/>
        </p:nvSpPr>
        <p:spPr>
          <a:xfrm>
            <a:off x="4046754" y="3788537"/>
            <a:ext cx="1475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Set</a:t>
            </a:r>
            <a:r>
              <a:rPr lang="en-US" sz="2400" dirty="0">
                <a:solidFill>
                  <a:schemeClr val="tx1"/>
                </a:solidFill>
              </a:rPr>
              <a:t> force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6A275D-CF2A-6F4C-3C29-C395F604BF75}"/>
              </a:ext>
            </a:extLst>
          </p:cNvPr>
          <p:cNvCxnSpPr>
            <a:cxnSpLocks/>
          </p:cNvCxnSpPr>
          <p:nvPr/>
        </p:nvCxnSpPr>
        <p:spPr>
          <a:xfrm>
            <a:off x="7913606" y="2423216"/>
            <a:ext cx="22905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77881A0-7503-6444-BE1E-BADFD24EB76E}"/>
              </a:ext>
            </a:extLst>
          </p:cNvPr>
          <p:cNvCxnSpPr>
            <a:cxnSpLocks/>
          </p:cNvCxnSpPr>
          <p:nvPr/>
        </p:nvCxnSpPr>
        <p:spPr>
          <a:xfrm flipH="1">
            <a:off x="8066053" y="3717124"/>
            <a:ext cx="21380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5767C6B-FD61-EA58-1DF1-F9CB69A4F181}"/>
              </a:ext>
            </a:extLst>
          </p:cNvPr>
          <p:cNvSpPr txBox="1"/>
          <p:nvPr/>
        </p:nvSpPr>
        <p:spPr>
          <a:xfrm>
            <a:off x="7832208" y="2009577"/>
            <a:ext cx="23873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Send coordinates joint angles, velocity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2E3C37-41CA-FE63-9EB7-FD6F0F587746}"/>
              </a:ext>
            </a:extLst>
          </p:cNvPr>
          <p:cNvSpPr txBox="1"/>
          <p:nvPr/>
        </p:nvSpPr>
        <p:spPr>
          <a:xfrm>
            <a:off x="8408949" y="3788537"/>
            <a:ext cx="14757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Force feedback</a:t>
            </a:r>
          </a:p>
        </p:txBody>
      </p:sp>
    </p:spTree>
    <p:extLst>
      <p:ext uri="{BB962C8B-B14F-4D97-AF65-F5344CB8AC3E}">
        <p14:creationId xmlns:p14="http://schemas.microsoft.com/office/powerpoint/2010/main" val="444892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Geomagic Touch – OpenHaptics Toolkit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Geomagic Touch – OpenHaptics Toolkit</dc:title>
  <dc:creator>Nithish K Gnani</dc:creator>
  <cp:lastModifiedBy>Nithish K Gnani</cp:lastModifiedBy>
  <cp:revision>2</cp:revision>
  <dcterms:created xsi:type="dcterms:W3CDTF">2023-09-06T17:53:15Z</dcterms:created>
  <dcterms:modified xsi:type="dcterms:W3CDTF">2023-09-06T17:58:40Z</dcterms:modified>
</cp:coreProperties>
</file>