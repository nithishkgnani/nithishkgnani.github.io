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9" r:id="rId5"/>
  </p:sldIdLst>
  <p:sldSz cx="215995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6EF31-C96F-963C-404D-4F9A8240AE6B}" v="406" dt="2023-06-30T07:33:47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31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sh K Gnani" userId="S::nithishgnani@iisc.ac.in::43bfcf3e-fe49-4cb5-aa63-8e643e80348d" providerId="AD" clId="Web-{7886EF31-C96F-963C-404D-4F9A8240AE6B}"/>
    <pc:docChg chg="addSld delSld modSld sldOrd">
      <pc:chgData name="Nithish K Gnani" userId="S::nithishgnani@iisc.ac.in::43bfcf3e-fe49-4cb5-aa63-8e643e80348d" providerId="AD" clId="Web-{7886EF31-C96F-963C-404D-4F9A8240AE6B}" dt="2023-06-30T07:33:47.932" v="327" actId="14100"/>
      <pc:docMkLst>
        <pc:docMk/>
      </pc:docMkLst>
      <pc:sldChg chg="addSp modSp add del replId">
        <pc:chgData name="Nithish K Gnani" userId="S::nithishgnani@iisc.ac.in::43bfcf3e-fe49-4cb5-aa63-8e643e80348d" providerId="AD" clId="Web-{7886EF31-C96F-963C-404D-4F9A8240AE6B}" dt="2023-06-30T06:37:42.106" v="165"/>
        <pc:sldMkLst>
          <pc:docMk/>
          <pc:sldMk cId="4055008830" sldId="258"/>
        </pc:sldMkLst>
        <pc:spChg chg="mod">
          <ac:chgData name="Nithish K Gnani" userId="S::nithishgnani@iisc.ac.in::43bfcf3e-fe49-4cb5-aa63-8e643e80348d" providerId="AD" clId="Web-{7886EF31-C96F-963C-404D-4F9A8240AE6B}" dt="2023-06-30T06:33:52.010" v="133" actId="1076"/>
          <ac:spMkLst>
            <pc:docMk/>
            <pc:sldMk cId="4055008830" sldId="258"/>
            <ac:spMk id="3" creationId="{231BE7DA-A89B-2BA0-CAD7-7446AE755E4A}"/>
          </ac:spMkLst>
        </pc:spChg>
        <pc:spChg chg="add mod">
          <ac:chgData name="Nithish K Gnani" userId="S::nithishgnani@iisc.ac.in::43bfcf3e-fe49-4cb5-aa63-8e643e80348d" providerId="AD" clId="Web-{7886EF31-C96F-963C-404D-4F9A8240AE6B}" dt="2023-06-30T06:35:48.887" v="154" actId="1076"/>
          <ac:spMkLst>
            <pc:docMk/>
            <pc:sldMk cId="4055008830" sldId="258"/>
            <ac:spMk id="7" creationId="{138C42ED-B4DC-C36F-2560-2F1BBB50B79F}"/>
          </ac:spMkLst>
        </pc:spChg>
        <pc:spChg chg="add mod">
          <ac:chgData name="Nithish K Gnani" userId="S::nithishgnani@iisc.ac.in::43bfcf3e-fe49-4cb5-aa63-8e643e80348d" providerId="AD" clId="Web-{7886EF31-C96F-963C-404D-4F9A8240AE6B}" dt="2023-06-30T06:35:00.324" v="145" actId="1076"/>
          <ac:spMkLst>
            <pc:docMk/>
            <pc:sldMk cId="4055008830" sldId="258"/>
            <ac:spMk id="9" creationId="{00148DCB-D284-DE36-1A0A-8210FD0EDD37}"/>
          </ac:spMkLst>
        </pc:spChg>
        <pc:spChg chg="mod">
          <ac:chgData name="Nithish K Gnani" userId="S::nithishgnani@iisc.ac.in::43bfcf3e-fe49-4cb5-aa63-8e643e80348d" providerId="AD" clId="Web-{7886EF31-C96F-963C-404D-4F9A8240AE6B}" dt="2023-06-30T06:31:08.900" v="119" actId="1076"/>
          <ac:spMkLst>
            <pc:docMk/>
            <pc:sldMk cId="4055008830" sldId="258"/>
            <ac:spMk id="147" creationId="{BCB44399-692D-23DF-AE56-2B31075061C3}"/>
          </ac:spMkLst>
        </pc:spChg>
        <pc:spChg chg="mod">
          <ac:chgData name="Nithish K Gnani" userId="S::nithishgnani@iisc.ac.in::43bfcf3e-fe49-4cb5-aa63-8e643e80348d" providerId="AD" clId="Web-{7886EF31-C96F-963C-404D-4F9A8240AE6B}" dt="2023-06-30T06:31:13.462" v="120" actId="1076"/>
          <ac:spMkLst>
            <pc:docMk/>
            <pc:sldMk cId="4055008830" sldId="258"/>
            <ac:spMk id="150" creationId="{97AE32F7-C7A9-4508-68B8-E531980639BC}"/>
          </ac:spMkLst>
        </pc:spChg>
      </pc:sldChg>
      <pc:sldChg chg="addSp delSp modSp add ord replId">
        <pc:chgData name="Nithish K Gnani" userId="S::nithishgnani@iisc.ac.in::43bfcf3e-fe49-4cb5-aa63-8e643e80348d" providerId="AD" clId="Web-{7886EF31-C96F-963C-404D-4F9A8240AE6B}" dt="2023-06-30T07:33:47.932" v="327" actId="14100"/>
        <pc:sldMkLst>
          <pc:docMk/>
          <pc:sldMk cId="4088537710" sldId="259"/>
        </pc:sldMkLst>
        <pc:spChg chg="mod">
          <ac:chgData name="Nithish K Gnani" userId="S::nithishgnani@iisc.ac.in::43bfcf3e-fe49-4cb5-aa63-8e643e80348d" providerId="AD" clId="Web-{7886EF31-C96F-963C-404D-4F9A8240AE6B}" dt="2023-06-30T06:51:05.411" v="278" actId="1076"/>
          <ac:spMkLst>
            <pc:docMk/>
            <pc:sldMk cId="4088537710" sldId="259"/>
            <ac:spMk id="2" creationId="{04F002EA-4B88-0B48-F146-47B8678E614D}"/>
          </ac:spMkLst>
        </pc:spChg>
        <pc:spChg chg="mod">
          <ac:chgData name="Nithish K Gnani" userId="S::nithishgnani@iisc.ac.in::43bfcf3e-fe49-4cb5-aa63-8e643e80348d" providerId="AD" clId="Web-{7886EF31-C96F-963C-404D-4F9A8240AE6B}" dt="2023-06-30T07:33:15.604" v="326" actId="1076"/>
          <ac:spMkLst>
            <pc:docMk/>
            <pc:sldMk cId="4088537710" sldId="259"/>
            <ac:spMk id="3" creationId="{231BE7DA-A89B-2BA0-CAD7-7446AE755E4A}"/>
          </ac:spMkLst>
        </pc:spChg>
        <pc:spChg chg="del">
          <ac:chgData name="Nithish K Gnani" userId="S::nithishgnani@iisc.ac.in::43bfcf3e-fe49-4cb5-aa63-8e643e80348d" providerId="AD" clId="Web-{7886EF31-C96F-963C-404D-4F9A8240AE6B}" dt="2023-06-30T06:36:30.512" v="158"/>
          <ac:spMkLst>
            <pc:docMk/>
            <pc:sldMk cId="4088537710" sldId="259"/>
            <ac:spMk id="4" creationId="{646D0417-87E1-CF81-C8D3-F4322267C012}"/>
          </ac:spMkLst>
        </pc:spChg>
        <pc:spChg chg="mod">
          <ac:chgData name="Nithish K Gnani" userId="S::nithishgnani@iisc.ac.in::43bfcf3e-fe49-4cb5-aa63-8e643e80348d" providerId="AD" clId="Web-{7886EF31-C96F-963C-404D-4F9A8240AE6B}" dt="2023-06-30T06:52:57.412" v="285"/>
          <ac:spMkLst>
            <pc:docMk/>
            <pc:sldMk cId="4088537710" sldId="259"/>
            <ac:spMk id="7" creationId="{138C42ED-B4DC-C36F-2560-2F1BBB50B79F}"/>
          </ac:spMkLst>
        </pc:spChg>
        <pc:spChg chg="mod">
          <ac:chgData name="Nithish K Gnani" userId="S::nithishgnani@iisc.ac.in::43bfcf3e-fe49-4cb5-aa63-8e643e80348d" providerId="AD" clId="Web-{7886EF31-C96F-963C-404D-4F9A8240AE6B}" dt="2023-06-30T06:53:01.896" v="286"/>
          <ac:spMkLst>
            <pc:docMk/>
            <pc:sldMk cId="4088537710" sldId="259"/>
            <ac:spMk id="9" creationId="{00148DCB-D284-DE36-1A0A-8210FD0EDD37}"/>
          </ac:spMkLst>
        </pc:spChg>
        <pc:spChg chg="add mod">
          <ac:chgData name="Nithish K Gnani" userId="S::nithishgnani@iisc.ac.in::43bfcf3e-fe49-4cb5-aa63-8e643e80348d" providerId="AD" clId="Web-{7886EF31-C96F-963C-404D-4F9A8240AE6B}" dt="2023-06-30T07:33:47.932" v="327" actId="14100"/>
          <ac:spMkLst>
            <pc:docMk/>
            <pc:sldMk cId="4088537710" sldId="259"/>
            <ac:spMk id="11" creationId="{06E0A983-B917-3D70-06BA-C8EE08F8887A}"/>
          </ac:spMkLst>
        </pc:spChg>
        <pc:spChg chg="add mod">
          <ac:chgData name="Nithish K Gnani" userId="S::nithishgnani@iisc.ac.in::43bfcf3e-fe49-4cb5-aa63-8e643e80348d" providerId="AD" clId="Web-{7886EF31-C96F-963C-404D-4F9A8240AE6B}" dt="2023-06-30T06:53:11.349" v="288" actId="1076"/>
          <ac:spMkLst>
            <pc:docMk/>
            <pc:sldMk cId="4088537710" sldId="259"/>
            <ac:spMk id="12" creationId="{20BDDA9D-A62B-95A9-B2FD-A4B39CE910A7}"/>
          </ac:spMkLst>
        </pc:spChg>
        <pc:spChg chg="mod">
          <ac:chgData name="Nithish K Gnani" userId="S::nithishgnani@iisc.ac.in::43bfcf3e-fe49-4cb5-aa63-8e643e80348d" providerId="AD" clId="Web-{7886EF31-C96F-963C-404D-4F9A8240AE6B}" dt="2023-06-30T06:47:55.159" v="186" actId="1076"/>
          <ac:spMkLst>
            <pc:docMk/>
            <pc:sldMk cId="4088537710" sldId="259"/>
            <ac:spMk id="147" creationId="{BCB44399-692D-23DF-AE56-2B31075061C3}"/>
          </ac:spMkLst>
        </pc:spChg>
        <pc:spChg chg="del">
          <ac:chgData name="Nithish K Gnani" userId="S::nithishgnani@iisc.ac.in::43bfcf3e-fe49-4cb5-aa63-8e643e80348d" providerId="AD" clId="Web-{7886EF31-C96F-963C-404D-4F9A8240AE6B}" dt="2023-06-30T06:37:53.247" v="167"/>
          <ac:spMkLst>
            <pc:docMk/>
            <pc:sldMk cId="4088537710" sldId="259"/>
            <ac:spMk id="148" creationId="{90A7D8C2-3C37-DFA5-1B43-2AFE921F64B5}"/>
          </ac:spMkLst>
        </pc:spChg>
        <pc:grpChg chg="mod">
          <ac:chgData name="Nithish K Gnani" userId="S::nithishgnani@iisc.ac.in::43bfcf3e-fe49-4cb5-aa63-8e643e80348d" providerId="AD" clId="Web-{7886EF31-C96F-963C-404D-4F9A8240AE6B}" dt="2023-06-30T06:47:55.159" v="188" actId="1076"/>
          <ac:grpSpMkLst>
            <pc:docMk/>
            <pc:sldMk cId="4088537710" sldId="259"/>
            <ac:grpSpMk id="138" creationId="{D4A9A491-A97D-20FC-A4C2-01631B156895}"/>
          </ac:grpSpMkLst>
        </pc:grpChg>
        <pc:cxnChg chg="del">
          <ac:chgData name="Nithish K Gnani" userId="S::nithishgnani@iisc.ac.in::43bfcf3e-fe49-4cb5-aa63-8e643e80348d" providerId="AD" clId="Web-{7886EF31-C96F-963C-404D-4F9A8240AE6B}" dt="2023-06-30T06:36:09.762" v="156"/>
          <ac:cxnSpMkLst>
            <pc:docMk/>
            <pc:sldMk cId="4088537710" sldId="259"/>
            <ac:cxnSpMk id="127" creationId="{E54BCDD8-265F-3462-9753-9FD52800591A}"/>
          </ac:cxnSpMkLst>
        </pc:cxnChg>
        <pc:cxnChg chg="del">
          <ac:chgData name="Nithish K Gnani" userId="S::nithishgnani@iisc.ac.in::43bfcf3e-fe49-4cb5-aa63-8e643e80348d" providerId="AD" clId="Web-{7886EF31-C96F-963C-404D-4F9A8240AE6B}" dt="2023-06-30T06:36:27.621" v="157"/>
          <ac:cxnSpMkLst>
            <pc:docMk/>
            <pc:sldMk cId="4088537710" sldId="259"/>
            <ac:cxnSpMk id="129" creationId="{E0A490B1-F95D-CC3A-E56E-B2A2CA87D71E}"/>
          </ac:cxnSpMkLst>
        </pc:cxnChg>
        <pc:cxnChg chg="mod">
          <ac:chgData name="Nithish K Gnani" userId="S::nithishgnani@iisc.ac.in::43bfcf3e-fe49-4cb5-aa63-8e643e80348d" providerId="AD" clId="Web-{7886EF31-C96F-963C-404D-4F9A8240AE6B}" dt="2023-06-30T06:47:55.159" v="188" actId="1076"/>
          <ac:cxnSpMkLst>
            <pc:docMk/>
            <pc:sldMk cId="4088537710" sldId="259"/>
            <ac:cxnSpMk id="143" creationId="{070FA554-D8CD-767C-DDB6-75B4DA8B1E0B}"/>
          </ac:cxnSpMkLst>
        </pc:cxnChg>
        <pc:cxnChg chg="mod">
          <ac:chgData name="Nithish K Gnani" userId="S::nithishgnani@iisc.ac.in::43bfcf3e-fe49-4cb5-aa63-8e643e80348d" providerId="AD" clId="Web-{7886EF31-C96F-963C-404D-4F9A8240AE6B}" dt="2023-06-30T06:47:55.159" v="188" actId="1076"/>
          <ac:cxnSpMkLst>
            <pc:docMk/>
            <pc:sldMk cId="4088537710" sldId="259"/>
            <ac:cxnSpMk id="145" creationId="{683611C7-4180-47D8-134B-B997A4DFF14D}"/>
          </ac:cxnSpMkLst>
        </pc:cxnChg>
      </pc:sldChg>
    </pc:docChg>
  </pc:docChgLst>
  <pc:docChgLst>
    <pc:chgData name="Nithish K Gnani" userId="43bfcf3e-fe49-4cb5-aa63-8e643e80348d" providerId="ADAL" clId="{80268739-91EA-41B6-8158-2558E9F3BCE6}"/>
    <pc:docChg chg="undo custSel addSld modSld">
      <pc:chgData name="Nithish K Gnani" userId="43bfcf3e-fe49-4cb5-aa63-8e643e80348d" providerId="ADAL" clId="{80268739-91EA-41B6-8158-2558E9F3BCE6}" dt="2023-05-22T14:07:44.034" v="198" actId="20577"/>
      <pc:docMkLst>
        <pc:docMk/>
      </pc:docMkLst>
      <pc:sldChg chg="addSp delSp modSp mod">
        <pc:chgData name="Nithish K Gnani" userId="43bfcf3e-fe49-4cb5-aa63-8e643e80348d" providerId="ADAL" clId="{80268739-91EA-41B6-8158-2558E9F3BCE6}" dt="2023-05-08T10:53:33.880" v="185" actId="207"/>
        <pc:sldMkLst>
          <pc:docMk/>
          <pc:sldMk cId="1902891398" sldId="256"/>
        </pc:sldMkLst>
        <pc:spChg chg="add mod">
          <ac:chgData name="Nithish K Gnani" userId="43bfcf3e-fe49-4cb5-aa63-8e643e80348d" providerId="ADAL" clId="{80268739-91EA-41B6-8158-2558E9F3BCE6}" dt="2023-05-08T10:46:37.191" v="126" actId="14100"/>
          <ac:spMkLst>
            <pc:docMk/>
            <pc:sldMk cId="1902891398" sldId="256"/>
            <ac:spMk id="2" creationId="{04F002EA-4B88-0B48-F146-47B8678E614D}"/>
          </ac:spMkLst>
        </pc:spChg>
        <pc:spChg chg="add mod">
          <ac:chgData name="Nithish K Gnani" userId="43bfcf3e-fe49-4cb5-aa63-8e643e80348d" providerId="ADAL" clId="{80268739-91EA-41B6-8158-2558E9F3BCE6}" dt="2023-05-08T10:44:03.358" v="100" actId="1076"/>
          <ac:spMkLst>
            <pc:docMk/>
            <pc:sldMk cId="1902891398" sldId="256"/>
            <ac:spMk id="3" creationId="{231BE7DA-A89B-2BA0-CAD7-7446AE755E4A}"/>
          </ac:spMkLst>
        </pc:spChg>
        <pc:spChg chg="add mod ord">
          <ac:chgData name="Nithish K Gnani" userId="43bfcf3e-fe49-4cb5-aa63-8e643e80348d" providerId="ADAL" clId="{80268739-91EA-41B6-8158-2558E9F3BCE6}" dt="2023-05-08T10:45:29.323" v="109" actId="167"/>
          <ac:spMkLst>
            <pc:docMk/>
            <pc:sldMk cId="1902891398" sldId="256"/>
            <ac:spMk id="4" creationId="{646D0417-87E1-CF81-C8D3-F4322267C012}"/>
          </ac:spMkLst>
        </pc:spChg>
        <pc:spChg chg="add mod ord">
          <ac:chgData name="Nithish K Gnani" userId="43bfcf3e-fe49-4cb5-aa63-8e643e80348d" providerId="ADAL" clId="{80268739-91EA-41B6-8158-2558E9F3BCE6}" dt="2023-05-08T10:53:21.984" v="180" actId="2085"/>
          <ac:spMkLst>
            <pc:docMk/>
            <pc:sldMk cId="1902891398" sldId="256"/>
            <ac:spMk id="5" creationId="{007462EF-E639-C7D1-583A-C88643EAA8B7}"/>
          </ac:spMkLst>
        </pc:spChg>
        <pc:spChg chg="add mod ord">
          <ac:chgData name="Nithish K Gnani" userId="43bfcf3e-fe49-4cb5-aa63-8e643e80348d" providerId="ADAL" clId="{80268739-91EA-41B6-8158-2558E9F3BCE6}" dt="2023-05-08T10:53:21.984" v="180" actId="2085"/>
          <ac:spMkLst>
            <pc:docMk/>
            <pc:sldMk cId="1902891398" sldId="256"/>
            <ac:spMk id="6" creationId="{0FEDC848-23FE-6F37-F693-9469031A4BDC}"/>
          </ac:spMkLst>
        </pc:spChg>
        <pc:spChg chg="add del mod ord">
          <ac:chgData name="Nithish K Gnani" userId="43bfcf3e-fe49-4cb5-aa63-8e643e80348d" providerId="ADAL" clId="{80268739-91EA-41B6-8158-2558E9F3BCE6}" dt="2023-05-08T10:52:42.815" v="162" actId="21"/>
          <ac:spMkLst>
            <pc:docMk/>
            <pc:sldMk cId="1902891398" sldId="256"/>
            <ac:spMk id="7" creationId="{94EFA9A9-2331-8A69-9B65-D213354A81ED}"/>
          </ac:spMkLst>
        </pc:spChg>
        <pc:spChg chg="add mod">
          <ac:chgData name="Nithish K Gnani" userId="43bfcf3e-fe49-4cb5-aa63-8e643e80348d" providerId="ADAL" clId="{80268739-91EA-41B6-8158-2558E9F3BCE6}" dt="2023-05-08T10:53:33.880" v="185" actId="207"/>
          <ac:spMkLst>
            <pc:docMk/>
            <pc:sldMk cId="1902891398" sldId="256"/>
            <ac:spMk id="8" creationId="{B73D17D7-6D97-0CB7-1600-32BCC38BCF19}"/>
          </ac:spMkLst>
        </pc:spChg>
        <pc:spChg chg="mod topLvl">
          <ac:chgData name="Nithish K Gnani" userId="43bfcf3e-fe49-4cb5-aa63-8e643e80348d" providerId="ADAL" clId="{80268739-91EA-41B6-8158-2558E9F3BCE6}" dt="2023-05-01T09:40:47.434" v="38" actId="255"/>
          <ac:spMkLst>
            <pc:docMk/>
            <pc:sldMk cId="1902891398" sldId="256"/>
            <ac:spMk id="132" creationId="{949A4A12-25F1-6ACD-385C-69E1563A0B8D}"/>
          </ac:spMkLst>
        </pc:spChg>
        <pc:spChg chg="mod topLvl">
          <ac:chgData name="Nithish K Gnani" userId="43bfcf3e-fe49-4cb5-aa63-8e643e80348d" providerId="ADAL" clId="{80268739-91EA-41B6-8158-2558E9F3BCE6}" dt="2023-05-01T09:40:47.434" v="38" actId="255"/>
          <ac:spMkLst>
            <pc:docMk/>
            <pc:sldMk cId="1902891398" sldId="256"/>
            <ac:spMk id="133" creationId="{9F473987-FBF7-19CD-66AA-DD9D7A838F6C}"/>
          </ac:spMkLst>
        </pc:spChg>
        <pc:spChg chg="mod">
          <ac:chgData name="Nithish K Gnani" userId="43bfcf3e-fe49-4cb5-aa63-8e643e80348d" providerId="ADAL" clId="{80268739-91EA-41B6-8158-2558E9F3BCE6}" dt="2023-05-01T09:35:48.295" v="2" actId="165"/>
          <ac:spMkLst>
            <pc:docMk/>
            <pc:sldMk cId="1902891398" sldId="256"/>
            <ac:spMk id="136" creationId="{C59C6D93-8F0E-A84B-79A6-1EB8AC742B71}"/>
          </ac:spMkLst>
        </pc:spChg>
        <pc:spChg chg="mod">
          <ac:chgData name="Nithish K Gnani" userId="43bfcf3e-fe49-4cb5-aa63-8e643e80348d" providerId="ADAL" clId="{80268739-91EA-41B6-8158-2558E9F3BCE6}" dt="2023-05-01T09:35:48.295" v="2" actId="165"/>
          <ac:spMkLst>
            <pc:docMk/>
            <pc:sldMk cId="1902891398" sldId="256"/>
            <ac:spMk id="137" creationId="{29DA3F6A-041A-5D11-1839-F7CDD78D5B3E}"/>
          </ac:spMkLst>
        </pc:spChg>
        <pc:spChg chg="mod">
          <ac:chgData name="Nithish K Gnani" userId="43bfcf3e-fe49-4cb5-aa63-8e643e80348d" providerId="ADAL" clId="{80268739-91EA-41B6-8158-2558E9F3BCE6}" dt="2023-05-01T09:35:48.295" v="2" actId="165"/>
          <ac:spMkLst>
            <pc:docMk/>
            <pc:sldMk cId="1902891398" sldId="256"/>
            <ac:spMk id="140" creationId="{052206C1-A204-C6C3-040C-54EEE9271841}"/>
          </ac:spMkLst>
        </pc:spChg>
        <pc:spChg chg="mod">
          <ac:chgData name="Nithish K Gnani" userId="43bfcf3e-fe49-4cb5-aa63-8e643e80348d" providerId="ADAL" clId="{80268739-91EA-41B6-8158-2558E9F3BCE6}" dt="2023-05-01T09:35:48.295" v="2" actId="165"/>
          <ac:spMkLst>
            <pc:docMk/>
            <pc:sldMk cId="1902891398" sldId="256"/>
            <ac:spMk id="141" creationId="{AA5FEA04-8700-9BB6-18E3-7F48FE849E42}"/>
          </ac:spMkLst>
        </pc:spChg>
        <pc:spChg chg="mod topLvl">
          <ac:chgData name="Nithish K Gnani" userId="43bfcf3e-fe49-4cb5-aa63-8e643e80348d" providerId="ADAL" clId="{80268739-91EA-41B6-8158-2558E9F3BCE6}" dt="2023-05-01T09:40:47.434" v="38" actId="255"/>
          <ac:spMkLst>
            <pc:docMk/>
            <pc:sldMk cId="1902891398" sldId="256"/>
            <ac:spMk id="147" creationId="{BCB44399-692D-23DF-AE56-2B31075061C3}"/>
          </ac:spMkLst>
        </pc:spChg>
        <pc:spChg chg="mod topLvl">
          <ac:chgData name="Nithish K Gnani" userId="43bfcf3e-fe49-4cb5-aa63-8e643e80348d" providerId="ADAL" clId="{80268739-91EA-41B6-8158-2558E9F3BCE6}" dt="2023-05-01T09:36:13.634" v="6" actId="1076"/>
          <ac:spMkLst>
            <pc:docMk/>
            <pc:sldMk cId="1902891398" sldId="256"/>
            <ac:spMk id="149" creationId="{D02131E1-39B3-6694-B011-EDB8169FA377}"/>
          </ac:spMkLst>
        </pc:spChg>
        <pc:spChg chg="mod topLvl">
          <ac:chgData name="Nithish K Gnani" userId="43bfcf3e-fe49-4cb5-aa63-8e643e80348d" providerId="ADAL" clId="{80268739-91EA-41B6-8158-2558E9F3BCE6}" dt="2023-05-01T09:40:47.434" v="38" actId="255"/>
          <ac:spMkLst>
            <pc:docMk/>
            <pc:sldMk cId="1902891398" sldId="256"/>
            <ac:spMk id="150" creationId="{97AE32F7-C7A9-4508-68B8-E531980639BC}"/>
          </ac:spMkLst>
        </pc:spChg>
        <pc:spChg chg="mod topLvl">
          <ac:chgData name="Nithish K Gnani" userId="43bfcf3e-fe49-4cb5-aa63-8e643e80348d" providerId="ADAL" clId="{80268739-91EA-41B6-8158-2558E9F3BCE6}" dt="2023-05-08T10:45:13.204" v="108" actId="1035"/>
          <ac:spMkLst>
            <pc:docMk/>
            <pc:sldMk cId="1902891398" sldId="256"/>
            <ac:spMk id="152" creationId="{B6DBAFCB-B4E1-F3AA-5848-EBDEBC812D8C}"/>
          </ac:spMkLst>
        </pc:spChg>
        <pc:spChg chg="mod topLvl">
          <ac:chgData name="Nithish K Gnani" userId="43bfcf3e-fe49-4cb5-aa63-8e643e80348d" providerId="ADAL" clId="{80268739-91EA-41B6-8158-2558E9F3BCE6}" dt="2023-05-08T10:43:38.654" v="95" actId="1076"/>
          <ac:spMkLst>
            <pc:docMk/>
            <pc:sldMk cId="1902891398" sldId="256"/>
            <ac:spMk id="153" creationId="{22CF616B-8433-E7FA-6155-265B18B51803}"/>
          </ac:spMkLst>
        </pc:spChg>
        <pc:spChg chg="del mod">
          <ac:chgData name="Nithish K Gnani" userId="43bfcf3e-fe49-4cb5-aa63-8e643e80348d" providerId="ADAL" clId="{80268739-91EA-41B6-8158-2558E9F3BCE6}" dt="2023-05-01T09:37:43.616" v="21" actId="478"/>
          <ac:spMkLst>
            <pc:docMk/>
            <pc:sldMk cId="1902891398" sldId="256"/>
            <ac:spMk id="154" creationId="{059F0226-D1A7-B2A8-4DE8-2824B367EC22}"/>
          </ac:spMkLst>
        </pc:spChg>
        <pc:spChg chg="mod topLvl">
          <ac:chgData name="Nithish K Gnani" userId="43bfcf3e-fe49-4cb5-aa63-8e643e80348d" providerId="ADAL" clId="{80268739-91EA-41B6-8158-2558E9F3BCE6}" dt="2023-05-08T10:43:42.231" v="96" actId="1076"/>
          <ac:spMkLst>
            <pc:docMk/>
            <pc:sldMk cId="1902891398" sldId="256"/>
            <ac:spMk id="155" creationId="{993EA256-A6D5-9CF4-B7D5-6A7CB6470997}"/>
          </ac:spMkLst>
        </pc:spChg>
        <pc:spChg chg="mod topLvl">
          <ac:chgData name="Nithish K Gnani" userId="43bfcf3e-fe49-4cb5-aa63-8e643e80348d" providerId="ADAL" clId="{80268739-91EA-41B6-8158-2558E9F3BCE6}" dt="2023-05-08T10:43:47.647" v="97" actId="1076"/>
          <ac:spMkLst>
            <pc:docMk/>
            <pc:sldMk cId="1902891398" sldId="256"/>
            <ac:spMk id="156" creationId="{60CFB4E3-4C29-52B3-2EA0-45F9BDF5885E}"/>
          </ac:spMkLst>
        </pc:spChg>
        <pc:grpChg chg="mod topLvl">
          <ac:chgData name="Nithish K Gnani" userId="43bfcf3e-fe49-4cb5-aa63-8e643e80348d" providerId="ADAL" clId="{80268739-91EA-41B6-8158-2558E9F3BCE6}" dt="2023-05-01T09:35:56.610" v="3" actId="1076"/>
          <ac:grpSpMkLst>
            <pc:docMk/>
            <pc:sldMk cId="1902891398" sldId="256"/>
            <ac:grpSpMk id="134" creationId="{B3660DD9-1792-A18E-1651-46F973535FB3}"/>
          </ac:grpSpMkLst>
        </pc:grpChg>
        <pc:grpChg chg="mod topLvl">
          <ac:chgData name="Nithish K Gnani" userId="43bfcf3e-fe49-4cb5-aa63-8e643e80348d" providerId="ADAL" clId="{80268739-91EA-41B6-8158-2558E9F3BCE6}" dt="2023-05-01T09:35:56.610" v="3" actId="1076"/>
          <ac:grpSpMkLst>
            <pc:docMk/>
            <pc:sldMk cId="1902891398" sldId="256"/>
            <ac:grpSpMk id="138" creationId="{D4A9A491-A97D-20FC-A4C2-01631B156895}"/>
          </ac:grpSpMkLst>
        </pc:grpChg>
        <pc:grpChg chg="add del mod">
          <ac:chgData name="Nithish K Gnani" userId="43bfcf3e-fe49-4cb5-aa63-8e643e80348d" providerId="ADAL" clId="{80268739-91EA-41B6-8158-2558E9F3BCE6}" dt="2023-05-01T09:35:48.295" v="2" actId="165"/>
          <ac:grpSpMkLst>
            <pc:docMk/>
            <pc:sldMk cId="1902891398" sldId="256"/>
            <ac:grpSpMk id="167" creationId="{EC5C7D86-BDE3-55DA-50A7-A412F3C58F1C}"/>
          </ac:grpSpMkLst>
        </pc:grpChg>
        <pc:picChg chg="mod topLvl">
          <ac:chgData name="Nithish K Gnani" userId="43bfcf3e-fe49-4cb5-aa63-8e643e80348d" providerId="ADAL" clId="{80268739-91EA-41B6-8158-2558E9F3BCE6}" dt="2023-05-01T09:36:13.634" v="6" actId="1076"/>
          <ac:picMkLst>
            <pc:docMk/>
            <pc:sldMk cId="1902891398" sldId="256"/>
            <ac:picMk id="130" creationId="{06FBEF23-8ABB-6F43-F090-751A78345715}"/>
          </ac:picMkLst>
        </pc:picChg>
        <pc:picChg chg="mod topLvl">
          <ac:chgData name="Nithish K Gnani" userId="43bfcf3e-fe49-4cb5-aa63-8e643e80348d" providerId="ADAL" clId="{80268739-91EA-41B6-8158-2558E9F3BCE6}" dt="2023-05-08T10:46:24.477" v="118" actId="1036"/>
          <ac:picMkLst>
            <pc:docMk/>
            <pc:sldMk cId="1902891398" sldId="256"/>
            <ac:picMk id="131" creationId="{C10E8090-550F-50C0-9753-F40AC972BEC8}"/>
          </ac:picMkLst>
        </pc:picChg>
        <pc:picChg chg="mod">
          <ac:chgData name="Nithish K Gnani" userId="43bfcf3e-fe49-4cb5-aa63-8e643e80348d" providerId="ADAL" clId="{80268739-91EA-41B6-8158-2558E9F3BCE6}" dt="2023-05-01T09:35:48.295" v="2" actId="165"/>
          <ac:picMkLst>
            <pc:docMk/>
            <pc:sldMk cId="1902891398" sldId="256"/>
            <ac:picMk id="135" creationId="{70BD27B9-5FE5-ECF4-F4BA-09AEC9401E15}"/>
          </ac:picMkLst>
        </pc:picChg>
        <pc:picChg chg="mod">
          <ac:chgData name="Nithish K Gnani" userId="43bfcf3e-fe49-4cb5-aa63-8e643e80348d" providerId="ADAL" clId="{80268739-91EA-41B6-8158-2558E9F3BCE6}" dt="2023-05-01T09:35:48.295" v="2" actId="165"/>
          <ac:picMkLst>
            <pc:docMk/>
            <pc:sldMk cId="1902891398" sldId="256"/>
            <ac:picMk id="139" creationId="{B090411D-1269-E2F6-8D6D-5B28AD1BCFEF}"/>
          </ac:picMkLst>
        </pc:picChg>
        <pc:cxnChg chg="mod topLvl">
          <ac:chgData name="Nithish K Gnani" userId="43bfcf3e-fe49-4cb5-aa63-8e643e80348d" providerId="ADAL" clId="{80268739-91EA-41B6-8158-2558E9F3BCE6}" dt="2023-05-01T09:35:56.610" v="3" actId="1076"/>
          <ac:cxnSpMkLst>
            <pc:docMk/>
            <pc:sldMk cId="1902891398" sldId="256"/>
            <ac:cxnSpMk id="142" creationId="{4FE6EFE2-4968-EB13-44CA-5A8BAFD28648}"/>
          </ac:cxnSpMkLst>
        </pc:cxnChg>
        <pc:cxnChg chg="mod topLvl">
          <ac:chgData name="Nithish K Gnani" userId="43bfcf3e-fe49-4cb5-aa63-8e643e80348d" providerId="ADAL" clId="{80268739-91EA-41B6-8158-2558E9F3BCE6}" dt="2023-05-01T09:35:56.610" v="3" actId="1076"/>
          <ac:cxnSpMkLst>
            <pc:docMk/>
            <pc:sldMk cId="1902891398" sldId="256"/>
            <ac:cxnSpMk id="143" creationId="{070FA554-D8CD-767C-DDB6-75B4DA8B1E0B}"/>
          </ac:cxnSpMkLst>
        </pc:cxnChg>
        <pc:cxnChg chg="mod topLvl">
          <ac:chgData name="Nithish K Gnani" userId="43bfcf3e-fe49-4cb5-aa63-8e643e80348d" providerId="ADAL" clId="{80268739-91EA-41B6-8158-2558E9F3BCE6}" dt="2023-05-01T09:39:39.927" v="32" actId="14100"/>
          <ac:cxnSpMkLst>
            <pc:docMk/>
            <pc:sldMk cId="1902891398" sldId="256"/>
            <ac:cxnSpMk id="144" creationId="{3C056960-6AB9-B32E-F79D-7693AEA8F7C6}"/>
          </ac:cxnSpMkLst>
        </pc:cxnChg>
        <pc:cxnChg chg="mod topLvl">
          <ac:chgData name="Nithish K Gnani" userId="43bfcf3e-fe49-4cb5-aa63-8e643e80348d" providerId="ADAL" clId="{80268739-91EA-41B6-8158-2558E9F3BCE6}" dt="2023-05-01T09:39:17.016" v="26" actId="14100"/>
          <ac:cxnSpMkLst>
            <pc:docMk/>
            <pc:sldMk cId="1902891398" sldId="256"/>
            <ac:cxnSpMk id="145" creationId="{683611C7-4180-47D8-134B-B997A4DFF14D}"/>
          </ac:cxnSpMkLst>
        </pc:cxnChg>
        <pc:cxnChg chg="mod topLvl">
          <ac:chgData name="Nithish K Gnani" userId="43bfcf3e-fe49-4cb5-aa63-8e643e80348d" providerId="ADAL" clId="{80268739-91EA-41B6-8158-2558E9F3BCE6}" dt="2023-05-08T10:46:24.477" v="118" actId="1036"/>
          <ac:cxnSpMkLst>
            <pc:docMk/>
            <pc:sldMk cId="1902891398" sldId="256"/>
            <ac:cxnSpMk id="146" creationId="{05CE5A51-F7AA-2FF9-BF29-7DF30121631E}"/>
          </ac:cxnSpMkLst>
        </pc:cxnChg>
        <pc:cxnChg chg="mod topLvl">
          <ac:chgData name="Nithish K Gnani" userId="43bfcf3e-fe49-4cb5-aa63-8e643e80348d" providerId="ADAL" clId="{80268739-91EA-41B6-8158-2558E9F3BCE6}" dt="2023-05-01T09:39:08.065" v="24" actId="1076"/>
          <ac:cxnSpMkLst>
            <pc:docMk/>
            <pc:sldMk cId="1902891398" sldId="256"/>
            <ac:cxnSpMk id="151" creationId="{350FC78F-6CEE-DE78-D6F8-5BFC7692819E}"/>
          </ac:cxnSpMkLst>
        </pc:cxnChg>
      </pc:sldChg>
      <pc:sldChg chg="modSp add mod">
        <pc:chgData name="Nithish K Gnani" userId="43bfcf3e-fe49-4cb5-aa63-8e643e80348d" providerId="ADAL" clId="{80268739-91EA-41B6-8158-2558E9F3BCE6}" dt="2023-05-22T14:07:44.034" v="198" actId="20577"/>
        <pc:sldMkLst>
          <pc:docMk/>
          <pc:sldMk cId="881604020" sldId="257"/>
        </pc:sldMkLst>
        <pc:spChg chg="mod">
          <ac:chgData name="Nithish K Gnani" userId="43bfcf3e-fe49-4cb5-aa63-8e643e80348d" providerId="ADAL" clId="{80268739-91EA-41B6-8158-2558E9F3BCE6}" dt="2023-05-22T14:07:44.034" v="198" actId="20577"/>
          <ac:spMkLst>
            <pc:docMk/>
            <pc:sldMk cId="881604020" sldId="257"/>
            <ac:spMk id="152" creationId="{B6DBAFCB-B4E1-F3AA-5848-EBDEBC812D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178222"/>
            <a:ext cx="16199644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781306"/>
            <a:ext cx="16199644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26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60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794830"/>
            <a:ext cx="18629590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817875"/>
            <a:ext cx="18629590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60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916484"/>
            <a:ext cx="917979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916484"/>
            <a:ext cx="917979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9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83297"/>
            <a:ext cx="18629590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764832"/>
            <a:ext cx="9137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629749"/>
            <a:ext cx="9137611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764832"/>
            <a:ext cx="9182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629749"/>
            <a:ext cx="9182611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41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91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55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036569"/>
            <a:ext cx="10934760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58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036569"/>
            <a:ext cx="10934760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95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684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83297"/>
            <a:ext cx="4657398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83297"/>
            <a:ext cx="13702199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435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83297"/>
            <a:ext cx="1862959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916484"/>
            <a:ext cx="1862959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99CEF-65ED-411B-B704-DEAB7096F4AC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672697"/>
            <a:ext cx="728984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6798F-852E-439C-968C-6E595A783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89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EDC848-23FE-6F37-F693-9469031A4BDC}"/>
              </a:ext>
            </a:extLst>
          </p:cNvPr>
          <p:cNvSpPr/>
          <p:nvPr/>
        </p:nvSpPr>
        <p:spPr>
          <a:xfrm>
            <a:off x="15547015" y="1587126"/>
            <a:ext cx="6055512" cy="3365874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endParaRPr lang="en-US" sz="30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462EF-E639-C7D1-583A-C88643EAA8B7}"/>
              </a:ext>
            </a:extLst>
          </p:cNvPr>
          <p:cNvSpPr/>
          <p:nvPr/>
        </p:nvSpPr>
        <p:spPr>
          <a:xfrm>
            <a:off x="3969" y="1587126"/>
            <a:ext cx="6055512" cy="3365874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endParaRPr lang="en-US" sz="3000" b="1" dirty="0">
              <a:solidFill>
                <a:schemeClr val="tx1"/>
              </a:solidFill>
              <a:cs typeface="Calibri"/>
            </a:endParaRP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06FBEF23-8ABB-6F43-F090-751A783457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" t="5064" b="3971"/>
          <a:stretch/>
        </p:blipFill>
        <p:spPr>
          <a:xfrm>
            <a:off x="17962541" y="1587128"/>
            <a:ext cx="3636984" cy="3365872"/>
          </a:xfrm>
          <a:prstGeom prst="rect">
            <a:avLst/>
          </a:prstGeom>
          <a:blipFill dpi="0" rotWithShape="0">
            <a:blip r:embed="rId3">
              <a:alphaModFix amt="60000"/>
            </a:blip>
            <a:srcRect/>
            <a:tile tx="0" ty="0" sx="50000" sy="50000" flip="none" algn="tl"/>
          </a:blipFill>
        </p:spPr>
      </p:pic>
      <p:pic>
        <p:nvPicPr>
          <p:cNvPr id="131" name="Picture 3" descr="A picture containing person, indoor, hand, automaton&#10;&#10;Description automatically generated">
            <a:extLst>
              <a:ext uri="{FF2B5EF4-FFF2-40B4-BE49-F238E27FC236}">
                <a16:creationId xmlns:a16="http://schemas.microsoft.com/office/drawing/2014/main" id="{C10E8090-550F-50C0-9753-F40AC972BE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25" t="6383" r="9091" b="30213"/>
          <a:stretch/>
        </p:blipFill>
        <p:spPr>
          <a:xfrm>
            <a:off x="69084" y="1969602"/>
            <a:ext cx="3323957" cy="1603734"/>
          </a:xfrm>
          <a:prstGeom prst="rect">
            <a:avLst/>
          </a:prstGeom>
          <a:blipFill dpi="0" rotWithShape="0">
            <a:blip r:embed="rId3">
              <a:alphaModFix amt="70000"/>
            </a:blip>
            <a:srcRect/>
            <a:tile tx="0" ty="0" sx="50000" sy="50000" flip="none" algn="tl"/>
          </a:blipFill>
          <a:ln>
            <a:solidFill>
              <a:schemeClr val="tx1"/>
            </a:solidFill>
          </a:ln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949A4A12-25F1-6ACD-385C-69E1563A0B8D}"/>
              </a:ext>
            </a:extLst>
          </p:cNvPr>
          <p:cNvSpPr/>
          <p:nvPr/>
        </p:nvSpPr>
        <p:spPr>
          <a:xfrm>
            <a:off x="15844162" y="2887114"/>
            <a:ext cx="1868484" cy="93424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r>
              <a:rPr lang="en-US" sz="3000" b="1" dirty="0">
                <a:solidFill>
                  <a:schemeClr val="tx1"/>
                </a:solidFill>
                <a:cs typeface="Calibri"/>
              </a:rPr>
              <a:t>Host 2</a:t>
            </a:r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F473987-FBF7-19CD-66AA-DD9D7A838F6C}"/>
              </a:ext>
            </a:extLst>
          </p:cNvPr>
          <p:cNvSpPr/>
          <p:nvPr/>
        </p:nvSpPr>
        <p:spPr>
          <a:xfrm>
            <a:off x="3886879" y="2887113"/>
            <a:ext cx="1868484" cy="934242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 anchorCtr="0"/>
          <a:lstStyle/>
          <a:p>
            <a:pPr algn="ctr"/>
            <a:r>
              <a:rPr lang="en-US" sz="3000" b="1" dirty="0">
                <a:solidFill>
                  <a:schemeClr val="tx1"/>
                </a:solidFill>
                <a:cs typeface="Calibri"/>
              </a:rPr>
              <a:t>Host 1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3660DD9-1792-A18E-1651-46F973535FB3}"/>
              </a:ext>
            </a:extLst>
          </p:cNvPr>
          <p:cNvGrpSpPr/>
          <p:nvPr/>
        </p:nvGrpSpPr>
        <p:grpSpPr>
          <a:xfrm>
            <a:off x="6848414" y="2255482"/>
            <a:ext cx="2314974" cy="1445014"/>
            <a:chOff x="2943121" y="2788038"/>
            <a:chExt cx="1495634" cy="933580"/>
          </a:xfrm>
        </p:grpSpPr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70BD27B9-5FE5-ECF4-F4BA-09AEC9401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3121" y="2788038"/>
              <a:ext cx="1495634" cy="933580"/>
            </a:xfrm>
            <a:prstGeom prst="rect">
              <a:avLst/>
            </a:prstGeom>
          </p:spPr>
        </p:pic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59C6D93-8F0E-A84B-79A6-1EB8AC742B71}"/>
                </a:ext>
              </a:extLst>
            </p:cNvPr>
            <p:cNvSpPr/>
            <p:nvPr/>
          </p:nvSpPr>
          <p:spPr>
            <a:xfrm>
              <a:off x="3952213" y="3197186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9DA3F6A-041A-5D11-1839-F7CDD78D5B3E}"/>
                </a:ext>
              </a:extLst>
            </p:cNvPr>
            <p:cNvSpPr/>
            <p:nvPr/>
          </p:nvSpPr>
          <p:spPr>
            <a:xfrm>
              <a:off x="3952213" y="3360534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4A9A491-A97D-20FC-A4C2-01631B156895}"/>
              </a:ext>
            </a:extLst>
          </p:cNvPr>
          <p:cNvGrpSpPr/>
          <p:nvPr/>
        </p:nvGrpSpPr>
        <p:grpSpPr>
          <a:xfrm>
            <a:off x="12539332" y="2277689"/>
            <a:ext cx="2314973" cy="1445014"/>
            <a:chOff x="7265847" y="2790495"/>
            <a:chExt cx="1495633" cy="933583"/>
          </a:xfrm>
        </p:grpSpPr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B090411D-1269-E2F6-8D6D-5B28AD1BC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265847" y="2790495"/>
              <a:ext cx="1495633" cy="933583"/>
            </a:xfrm>
            <a:prstGeom prst="rect">
              <a:avLst/>
            </a:prstGeom>
          </p:spPr>
        </p:pic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52206C1-A204-C6C3-040C-54EEE9271841}"/>
                </a:ext>
              </a:extLst>
            </p:cNvPr>
            <p:cNvSpPr/>
            <p:nvPr/>
          </p:nvSpPr>
          <p:spPr>
            <a:xfrm>
              <a:off x="7324529" y="3197192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A5FEA04-8700-9BB6-18E3-7F48FE849E42}"/>
                </a:ext>
              </a:extLst>
            </p:cNvPr>
            <p:cNvSpPr/>
            <p:nvPr/>
          </p:nvSpPr>
          <p:spPr>
            <a:xfrm>
              <a:off x="7324534" y="3360533"/>
              <a:ext cx="423861" cy="1238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b="1"/>
            </a:p>
          </p:txBody>
        </p:sp>
      </p:grp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4FE6EFE2-4968-EB13-44CA-5A8BAFD28648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9066370" y="3237433"/>
            <a:ext cx="961413" cy="52423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070FA554-D8CD-767C-DDB6-75B4DA8B1E0B}"/>
              </a:ext>
            </a:extLst>
          </p:cNvPr>
          <p:cNvCxnSpPr>
            <a:cxnSpLocks/>
            <a:stCxn id="141" idx="1"/>
          </p:cNvCxnSpPr>
          <p:nvPr/>
        </p:nvCxnSpPr>
        <p:spPr>
          <a:xfrm rot="10800000" flipV="1">
            <a:off x="11674940" y="3255848"/>
            <a:ext cx="955222" cy="4869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3C056960-6AB9-B32E-F79D-7693AEA8F7C6}"/>
              </a:ext>
            </a:extLst>
          </p:cNvPr>
          <p:cNvCxnSpPr>
            <a:cxnSpLocks/>
            <a:stCxn id="136" idx="3"/>
            <a:endCxn id="133" idx="0"/>
          </p:cNvCxnSpPr>
          <p:nvPr/>
        </p:nvCxnSpPr>
        <p:spPr>
          <a:xfrm flipH="1" flipV="1">
            <a:off x="4821121" y="2887113"/>
            <a:ext cx="4245248" cy="97487"/>
          </a:xfrm>
          <a:prstGeom prst="bentConnector4">
            <a:avLst>
              <a:gd name="adj1" fmla="val -10545"/>
              <a:gd name="adj2" fmla="val 1028201"/>
            </a:avLst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683611C7-4180-47D8-134B-B997A4DFF14D}"/>
              </a:ext>
            </a:extLst>
          </p:cNvPr>
          <p:cNvCxnSpPr>
            <a:cxnSpLocks/>
            <a:stCxn id="140" idx="1"/>
            <a:endCxn id="132" idx="0"/>
          </p:cNvCxnSpPr>
          <p:nvPr/>
        </p:nvCxnSpPr>
        <p:spPr>
          <a:xfrm rot="10800000" flipH="1">
            <a:off x="12630160" y="2887114"/>
            <a:ext cx="4148243" cy="115896"/>
          </a:xfrm>
          <a:prstGeom prst="bentConnector4">
            <a:avLst>
              <a:gd name="adj1" fmla="val -12725"/>
              <a:gd name="adj2" fmla="val 856707"/>
            </a:avLst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05CE5A51-F7AA-2FF9-BF29-7DF30121631E}"/>
              </a:ext>
            </a:extLst>
          </p:cNvPr>
          <p:cNvCxnSpPr>
            <a:cxnSpLocks/>
            <a:stCxn id="133" idx="1"/>
            <a:endCxn id="131" idx="3"/>
          </p:cNvCxnSpPr>
          <p:nvPr/>
        </p:nvCxnSpPr>
        <p:spPr>
          <a:xfrm rot="10800000">
            <a:off x="3393041" y="2771470"/>
            <a:ext cx="493838" cy="5827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CB44399-692D-23DF-AE56-2B31075061C3}"/>
              </a:ext>
            </a:extLst>
          </p:cNvPr>
          <p:cNvSpPr/>
          <p:nvPr/>
        </p:nvSpPr>
        <p:spPr>
          <a:xfrm>
            <a:off x="12631310" y="3623105"/>
            <a:ext cx="2333449" cy="4848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Edge Switch 2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02131E1-39B3-6694-B011-EDB8169FA377}"/>
              </a:ext>
            </a:extLst>
          </p:cNvPr>
          <p:cNvSpPr/>
          <p:nvPr/>
        </p:nvSpPr>
        <p:spPr>
          <a:xfrm>
            <a:off x="17962541" y="3914237"/>
            <a:ext cx="628418" cy="568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7AE32F7-C7A9-4508-68B8-E531980639BC}"/>
              </a:ext>
            </a:extLst>
          </p:cNvPr>
          <p:cNvSpPr/>
          <p:nvPr/>
        </p:nvSpPr>
        <p:spPr>
          <a:xfrm>
            <a:off x="6703041" y="3590918"/>
            <a:ext cx="2350902" cy="4848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Edge Switch 1</a:t>
            </a: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350FC78F-6CEE-DE78-D6F8-5BFC7692819E}"/>
              </a:ext>
            </a:extLst>
          </p:cNvPr>
          <p:cNvCxnSpPr>
            <a:cxnSpLocks/>
            <a:stCxn id="132" idx="2"/>
            <a:endCxn id="149" idx="1"/>
          </p:cNvCxnSpPr>
          <p:nvPr/>
        </p:nvCxnSpPr>
        <p:spPr>
          <a:xfrm rot="16200000" flipH="1">
            <a:off x="17181900" y="3417859"/>
            <a:ext cx="377144" cy="1184137"/>
          </a:xfrm>
          <a:prstGeom prst="bentConnector2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Cloud 151">
            <a:extLst>
              <a:ext uri="{FF2B5EF4-FFF2-40B4-BE49-F238E27FC236}">
                <a16:creationId xmlns:a16="http://schemas.microsoft.com/office/drawing/2014/main" id="{B6DBAFCB-B4E1-F3AA-5848-EBDEBC812D8C}"/>
              </a:ext>
            </a:extLst>
          </p:cNvPr>
          <p:cNvSpPr/>
          <p:nvPr/>
        </p:nvSpPr>
        <p:spPr>
          <a:xfrm>
            <a:off x="9693161" y="3430145"/>
            <a:ext cx="2213201" cy="1509000"/>
          </a:xfrm>
          <a:prstGeom prst="cloud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</a:rPr>
              <a:t>Network</a:t>
            </a:r>
            <a:endParaRPr lang="en-IN" sz="30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F002EA-4B88-0B48-F146-47B8678E614D}"/>
              </a:ext>
            </a:extLst>
          </p:cNvPr>
          <p:cNvSpPr txBox="1"/>
          <p:nvPr/>
        </p:nvSpPr>
        <p:spPr>
          <a:xfrm>
            <a:off x="69083" y="3646488"/>
            <a:ext cx="3323957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Haptic Device</a:t>
            </a:r>
          </a:p>
          <a:p>
            <a:pPr algn="ctr"/>
            <a:r>
              <a:rPr lang="en-US" sz="2800" dirty="0">
                <a:ea typeface="+mn-lt"/>
                <a:cs typeface="+mn-lt"/>
              </a:rPr>
              <a:t>(Human operated)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BE7DA-A89B-2BA0-CAD7-7446AE755E4A}"/>
              </a:ext>
            </a:extLst>
          </p:cNvPr>
          <p:cNvSpPr txBox="1"/>
          <p:nvPr/>
        </p:nvSpPr>
        <p:spPr>
          <a:xfrm>
            <a:off x="19135718" y="3494144"/>
            <a:ext cx="2367014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dirty="0">
                <a:latin typeface="Calibri" panose="020F0502020204030204"/>
              </a:rPr>
              <a:t>Gripper,</a:t>
            </a:r>
            <a:br>
              <a:rPr lang="en-US" sz="3200" dirty="0">
                <a:latin typeface="Calibri" panose="020F0502020204030204"/>
              </a:rPr>
            </a:br>
            <a:r>
              <a:rPr lang="en-US" sz="3200" dirty="0">
                <a:latin typeface="Calibri" panose="020F0502020204030204"/>
              </a:rPr>
              <a:t>Robotic Arm</a:t>
            </a:r>
            <a:br>
              <a:rPr lang="en-US" sz="3200" dirty="0">
                <a:latin typeface="Calibri" panose="020F0502020204030204"/>
                <a:cs typeface="Calibri"/>
              </a:rPr>
            </a:br>
            <a:r>
              <a:rPr lang="en-US" sz="3200" dirty="0">
                <a:ea typeface="+mn-lt"/>
                <a:cs typeface="+mn-lt"/>
              </a:rPr>
              <a:t>(Teleoperator)</a:t>
            </a:r>
            <a:endParaRPr lang="en-IN" sz="2400" dirty="0">
              <a:cs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D17D7-6D97-0CB7-1600-32BCC38BCF19}"/>
              </a:ext>
            </a:extLst>
          </p:cNvPr>
          <p:cNvSpPr/>
          <p:nvPr/>
        </p:nvSpPr>
        <p:spPr>
          <a:xfrm>
            <a:off x="6059480" y="1587126"/>
            <a:ext cx="9487533" cy="3365874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8C42ED-B4DC-C36F-2560-2F1BBB50B79F}"/>
              </a:ext>
            </a:extLst>
          </p:cNvPr>
          <p:cNvSpPr/>
          <p:nvPr/>
        </p:nvSpPr>
        <p:spPr>
          <a:xfrm>
            <a:off x="6177617" y="4027212"/>
            <a:ext cx="3450498" cy="71580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tremor suppression</a:t>
            </a:r>
            <a:endParaRPr lang="en-US" sz="3200" i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48DCB-D284-DE36-1A0A-8210FD0EDD37}"/>
              </a:ext>
            </a:extLst>
          </p:cNvPr>
          <p:cNvSpPr/>
          <p:nvPr/>
        </p:nvSpPr>
        <p:spPr>
          <a:xfrm>
            <a:off x="12493423" y="4155529"/>
            <a:ext cx="2716802" cy="36783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  <a:latin typeface="Calibri"/>
                <a:cs typeface="Calibri"/>
              </a:rPr>
              <a:t>grip monitoring &amp;</a:t>
            </a:r>
            <a:endParaRPr lang="en-US" sz="2800" i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DDA9D-A62B-95A9-B2FD-A4B39CE910A7}"/>
              </a:ext>
            </a:extLst>
          </p:cNvPr>
          <p:cNvSpPr/>
          <p:nvPr/>
        </p:nvSpPr>
        <p:spPr>
          <a:xfrm>
            <a:off x="12545580" y="4475421"/>
            <a:ext cx="2535514" cy="35150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i="1" dirty="0">
                <a:solidFill>
                  <a:schemeClr val="tx1"/>
                </a:solidFill>
                <a:latin typeface="Calibri"/>
                <a:cs typeface="Calibri"/>
              </a:rPr>
              <a:t>pose correction</a:t>
            </a:r>
          </a:p>
        </p:txBody>
      </p:sp>
    </p:spTree>
    <p:extLst>
      <p:ext uri="{BB962C8B-B14F-4D97-AF65-F5344CB8AC3E}">
        <p14:creationId xmlns:p14="http://schemas.microsoft.com/office/powerpoint/2010/main" val="408853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FAD8BD168BD448B7547CDE458DEC6" ma:contentTypeVersion="14" ma:contentTypeDescription="Create a new document." ma:contentTypeScope="" ma:versionID="35de672faf97081927a23b99958cb366">
  <xsd:schema xmlns:xsd="http://www.w3.org/2001/XMLSchema" xmlns:xs="http://www.w3.org/2001/XMLSchema" xmlns:p="http://schemas.microsoft.com/office/2006/metadata/properties" xmlns:ns2="827c9616-726d-404b-9d3e-08ce8fe28f87" xmlns:ns3="2f23a9ce-2b25-403e-a60d-01e7607c59d3" targetNamespace="http://schemas.microsoft.com/office/2006/metadata/properties" ma:root="true" ma:fieldsID="58a194a785ae4df7e79e8b7b058f810d" ns2:_="" ns3:_="">
    <xsd:import namespace="827c9616-726d-404b-9d3e-08ce8fe28f87"/>
    <xsd:import namespace="2f23a9ce-2b25-403e-a60d-01e7607c59d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c9616-726d-404b-9d3e-08ce8fe28f8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eae8b99-2390-486d-8259-3a0fa51204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3a9ce-2b25-403e-a60d-01e7607c59d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71a213e-f094-4351-bc3b-044811b59944}" ma:internalName="TaxCatchAll" ma:showField="CatchAllData" ma:web="2f23a9ce-2b25-403e-a60d-01e7607c59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23a9ce-2b25-403e-a60d-01e7607c59d3" xsi:nil="true"/>
    <lcf76f155ced4ddcb4097134ff3c332f xmlns="827c9616-726d-404b-9d3e-08ce8fe28f8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0D5C58-4E02-4AF8-A5FB-6DA4D7900509}"/>
</file>

<file path=customXml/itemProps2.xml><?xml version="1.0" encoding="utf-8"?>
<ds:datastoreItem xmlns:ds="http://schemas.openxmlformats.org/officeDocument/2006/customXml" ds:itemID="{1E7E8EF9-D786-47E6-9B42-0BCBB3CC3C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4402D8-6ED2-45A7-870F-4C38A6694DC1}">
  <ds:schemaRefs>
    <ds:schemaRef ds:uri="http://schemas.microsoft.com/office/2006/metadata/properties"/>
    <ds:schemaRef ds:uri="http://schemas.microsoft.com/office/infopath/2007/PartnerControls"/>
    <ds:schemaRef ds:uri="2f23a9ce-2b25-403e-a60d-01e7607c59d3"/>
    <ds:schemaRef ds:uri="827c9616-726d-404b-9d3e-08ce8fe28f8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106</TotalTime>
  <Words>33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Nithish K Gnani</dc:creator>
  <cp:lastModifiedBy>Nithish K Gnani</cp:lastModifiedBy>
  <cp:revision>115</cp:revision>
  <dcterms:created xsi:type="dcterms:W3CDTF">2023-05-01T09:13:11Z</dcterms:created>
  <dcterms:modified xsi:type="dcterms:W3CDTF">2023-09-20T05:19:22Z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0x010100ED5FAD8BD168BD448B7547CDE458DEC6</vt:lpwstr>
  </property>
  <property fmtid="{D5CDD505-2E9C-101B-9397-08002B2CF9AE}" pid="3" name="MediaServiceImageTags">
    <vt:lpwstr/>
  </property>
</Properties>
</file>